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</p:sldMasterIdLst>
  <p:notesMasterIdLst>
    <p:notesMasterId r:id="rId15"/>
  </p:notesMasterIdLst>
  <p:sldIdLst>
    <p:sldId id="292" r:id="rId6"/>
    <p:sldId id="317" r:id="rId7"/>
    <p:sldId id="320" r:id="rId8"/>
    <p:sldId id="319" r:id="rId9"/>
    <p:sldId id="316" r:id="rId10"/>
    <p:sldId id="322" r:id="rId11"/>
    <p:sldId id="323" r:id="rId12"/>
    <p:sldId id="264" r:id="rId13"/>
    <p:sldId id="26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0"/>
    <a:srgbClr val="5757F9"/>
    <a:srgbClr val="7D7DFB"/>
    <a:srgbClr val="A00000"/>
    <a:srgbClr val="FFFFFF"/>
    <a:srgbClr val="0000FF"/>
    <a:srgbClr val="808000"/>
    <a:srgbClr val="C0C000"/>
    <a:srgbClr val="00C000"/>
    <a:srgbClr val="005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BDF3BC-4D38-4486-8119-F072C4465DF6}" v="16" dt="2026-04-21T07:17:11.2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17" autoAdjust="0"/>
    <p:restoredTop sz="69878" autoAdjust="0"/>
  </p:normalViewPr>
  <p:slideViewPr>
    <p:cSldViewPr snapToGrid="0">
      <p:cViewPr>
        <p:scale>
          <a:sx n="75" d="100"/>
          <a:sy n="75" d="100"/>
        </p:scale>
        <p:origin x="774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hwartz-Duval,Aaron Star" userId="53a54d0c-a53a-4ca0-87a8-8dc0533f8b0a" providerId="ADAL" clId="{14AF0FBD-ABBC-4D53-AEC4-808C938A0D8C}"/>
    <pc:docChg chg="undo custSel addSld delSld modSld sldOrd">
      <pc:chgData name="Schwartz-Duval,Aaron Star" userId="53a54d0c-a53a-4ca0-87a8-8dc0533f8b0a" providerId="ADAL" clId="{14AF0FBD-ABBC-4D53-AEC4-808C938A0D8C}" dt="2026-04-21T07:17:27.252" v="1230" actId="20577"/>
      <pc:docMkLst>
        <pc:docMk/>
      </pc:docMkLst>
      <pc:sldChg chg="addSp delSp modSp del mod modNotesTx">
        <pc:chgData name="Schwartz-Duval,Aaron Star" userId="53a54d0c-a53a-4ca0-87a8-8dc0533f8b0a" providerId="ADAL" clId="{14AF0FBD-ABBC-4D53-AEC4-808C938A0D8C}" dt="2026-04-21T00:25:03.453" v="129" actId="47"/>
        <pc:sldMkLst>
          <pc:docMk/>
          <pc:sldMk cId="4220826123" sldId="258"/>
        </pc:sldMkLst>
        <pc:grpChg chg="del mod">
          <ac:chgData name="Schwartz-Duval,Aaron Star" userId="53a54d0c-a53a-4ca0-87a8-8dc0533f8b0a" providerId="ADAL" clId="{14AF0FBD-ABBC-4D53-AEC4-808C938A0D8C}" dt="2026-04-21T00:17:19.842" v="26" actId="21"/>
          <ac:grpSpMkLst>
            <pc:docMk/>
            <pc:sldMk cId="4220826123" sldId="258"/>
            <ac:grpSpMk id="38" creationId="{F28717DB-A53D-4D6B-A3E7-43D831054BD6}"/>
          </ac:grpSpMkLst>
        </pc:grpChg>
        <pc:picChg chg="del mod">
          <ac:chgData name="Schwartz-Duval,Aaron Star" userId="53a54d0c-a53a-4ca0-87a8-8dc0533f8b0a" providerId="ADAL" clId="{14AF0FBD-ABBC-4D53-AEC4-808C938A0D8C}" dt="2026-04-21T00:17:19.842" v="26" actId="21"/>
          <ac:picMkLst>
            <pc:docMk/>
            <pc:sldMk cId="4220826123" sldId="258"/>
            <ac:picMk id="2" creationId="{9DD95ABE-747A-4A28-BE0B-FA4A56D9215D}"/>
          </ac:picMkLst>
        </pc:picChg>
        <pc:picChg chg="add">
          <ac:chgData name="Schwartz-Duval,Aaron Star" userId="53a54d0c-a53a-4ca0-87a8-8dc0533f8b0a" providerId="ADAL" clId="{14AF0FBD-ABBC-4D53-AEC4-808C938A0D8C}" dt="2026-04-21T00:17:21.473" v="27" actId="22"/>
          <ac:picMkLst>
            <pc:docMk/>
            <pc:sldMk cId="4220826123" sldId="258"/>
            <ac:picMk id="4" creationId="{A9DEBFE9-54D9-9BDC-563F-EE2B6CED365D}"/>
          </ac:picMkLst>
        </pc:picChg>
        <pc:cxnChg chg="mod">
          <ac:chgData name="Schwartz-Duval,Aaron Star" userId="53a54d0c-a53a-4ca0-87a8-8dc0533f8b0a" providerId="ADAL" clId="{14AF0FBD-ABBC-4D53-AEC4-808C938A0D8C}" dt="2026-04-21T00:17:19.842" v="26" actId="21"/>
          <ac:cxnSpMkLst>
            <pc:docMk/>
            <pc:sldMk cId="4220826123" sldId="258"/>
            <ac:cxnSpMk id="56" creationId="{D7AE2CA9-1AC6-4FC2-BD2A-F78203C2042B}"/>
          </ac:cxnSpMkLst>
        </pc:cxnChg>
      </pc:sldChg>
      <pc:sldChg chg="add mod ord modShow">
        <pc:chgData name="Schwartz-Duval,Aaron Star" userId="53a54d0c-a53a-4ca0-87a8-8dc0533f8b0a" providerId="ADAL" clId="{14AF0FBD-ABBC-4D53-AEC4-808C938A0D8C}" dt="2026-04-21T06:37:55.409" v="448" actId="729"/>
        <pc:sldMkLst>
          <pc:docMk/>
          <pc:sldMk cId="2007615726" sldId="263"/>
        </pc:sldMkLst>
      </pc:sldChg>
      <pc:sldChg chg="add mod ord modShow">
        <pc:chgData name="Schwartz-Duval,Aaron Star" userId="53a54d0c-a53a-4ca0-87a8-8dc0533f8b0a" providerId="ADAL" clId="{14AF0FBD-ABBC-4D53-AEC4-808C938A0D8C}" dt="2026-04-21T06:37:55.409" v="448" actId="729"/>
        <pc:sldMkLst>
          <pc:docMk/>
          <pc:sldMk cId="3469081846" sldId="264"/>
        </pc:sldMkLst>
      </pc:sldChg>
      <pc:sldChg chg="delSp del mod">
        <pc:chgData name="Schwartz-Duval,Aaron Star" userId="53a54d0c-a53a-4ca0-87a8-8dc0533f8b0a" providerId="ADAL" clId="{14AF0FBD-ABBC-4D53-AEC4-808C938A0D8C}" dt="2026-04-21T00:17:08.030" v="16" actId="47"/>
        <pc:sldMkLst>
          <pc:docMk/>
          <pc:sldMk cId="3694838715" sldId="291"/>
        </pc:sldMkLst>
        <pc:spChg chg="del">
          <ac:chgData name="Schwartz-Duval,Aaron Star" userId="53a54d0c-a53a-4ca0-87a8-8dc0533f8b0a" providerId="ADAL" clId="{14AF0FBD-ABBC-4D53-AEC4-808C938A0D8C}" dt="2026-04-21T00:17:04.983" v="15" actId="478"/>
          <ac:spMkLst>
            <pc:docMk/>
            <pc:sldMk cId="3694838715" sldId="291"/>
            <ac:spMk id="319" creationId="{DDBC4867-2AB7-4482-A6BE-04183E6E4165}"/>
          </ac:spMkLst>
        </pc:spChg>
        <pc:picChg chg="del">
          <ac:chgData name="Schwartz-Duval,Aaron Star" userId="53a54d0c-a53a-4ca0-87a8-8dc0533f8b0a" providerId="ADAL" clId="{14AF0FBD-ABBC-4D53-AEC4-808C938A0D8C}" dt="2026-04-21T00:17:04.614" v="14" actId="478"/>
          <ac:picMkLst>
            <pc:docMk/>
            <pc:sldMk cId="3694838715" sldId="291"/>
            <ac:picMk id="322" creationId="{61BC26BB-99B9-4CC8-A53B-83465F16AD9E}"/>
          </ac:picMkLst>
        </pc:picChg>
      </pc:sldChg>
      <pc:sldChg chg="addSp delSp modSp mod ord modNotesTx">
        <pc:chgData name="Schwartz-Duval,Aaron Star" userId="53a54d0c-a53a-4ca0-87a8-8dc0533f8b0a" providerId="ADAL" clId="{14AF0FBD-ABBC-4D53-AEC4-808C938A0D8C}" dt="2026-04-21T07:14:44.758" v="1159" actId="20577"/>
        <pc:sldMkLst>
          <pc:docMk/>
          <pc:sldMk cId="2332783562" sldId="292"/>
        </pc:sldMkLst>
        <pc:spChg chg="add mod">
          <ac:chgData name="Schwartz-Duval,Aaron Star" userId="53a54d0c-a53a-4ca0-87a8-8dc0533f8b0a" providerId="ADAL" clId="{14AF0FBD-ABBC-4D53-AEC4-808C938A0D8C}" dt="2026-04-21T06:39:38.234" v="693" actId="20577"/>
          <ac:spMkLst>
            <pc:docMk/>
            <pc:sldMk cId="2332783562" sldId="292"/>
            <ac:spMk id="8" creationId="{3FB3AABF-8660-5E68-1795-5A716F6F573B}"/>
          </ac:spMkLst>
        </pc:spChg>
        <pc:picChg chg="del mod">
          <ac:chgData name="Schwartz-Duval,Aaron Star" userId="53a54d0c-a53a-4ca0-87a8-8dc0533f8b0a" providerId="ADAL" clId="{14AF0FBD-ABBC-4D53-AEC4-808C938A0D8C}" dt="2026-04-21T00:31:34.031" v="172" actId="478"/>
          <ac:picMkLst>
            <pc:docMk/>
            <pc:sldMk cId="2332783562" sldId="292"/>
            <ac:picMk id="3" creationId="{F248F24A-82B8-13C2-C080-008E8B58FCB5}"/>
          </ac:picMkLst>
        </pc:picChg>
        <pc:picChg chg="add del mod">
          <ac:chgData name="Schwartz-Duval,Aaron Star" userId="53a54d0c-a53a-4ca0-87a8-8dc0533f8b0a" providerId="ADAL" clId="{14AF0FBD-ABBC-4D53-AEC4-808C938A0D8C}" dt="2026-04-21T00:31:45.482" v="175" actId="21"/>
          <ac:picMkLst>
            <pc:docMk/>
            <pc:sldMk cId="2332783562" sldId="292"/>
            <ac:picMk id="5" creationId="{3338BA15-2881-0BBD-6FEB-29B26C2F78BC}"/>
          </ac:picMkLst>
        </pc:picChg>
        <pc:picChg chg="add mod">
          <ac:chgData name="Schwartz-Duval,Aaron Star" userId="53a54d0c-a53a-4ca0-87a8-8dc0533f8b0a" providerId="ADAL" clId="{14AF0FBD-ABBC-4D53-AEC4-808C938A0D8C}" dt="2026-04-21T06:37:46.369" v="445" actId="1076"/>
          <ac:picMkLst>
            <pc:docMk/>
            <pc:sldMk cId="2332783562" sldId="292"/>
            <ac:picMk id="7" creationId="{9AEEDB97-D67C-1E74-FA3E-2F450D5F44F9}"/>
          </ac:picMkLst>
        </pc:picChg>
      </pc:sldChg>
      <pc:sldChg chg="modSp add mod modShow modNotesTx">
        <pc:chgData name="Schwartz-Duval,Aaron Star" userId="53a54d0c-a53a-4ca0-87a8-8dc0533f8b0a" providerId="ADAL" clId="{14AF0FBD-ABBC-4D53-AEC4-808C938A0D8C}" dt="2026-04-21T07:17:27.252" v="1230" actId="20577"/>
        <pc:sldMkLst>
          <pc:docMk/>
          <pc:sldMk cId="4040465975" sldId="316"/>
        </pc:sldMkLst>
        <pc:grpChg chg="mod">
          <ac:chgData name="Schwartz-Duval,Aaron Star" userId="53a54d0c-a53a-4ca0-87a8-8dc0533f8b0a" providerId="ADAL" clId="{14AF0FBD-ABBC-4D53-AEC4-808C938A0D8C}" dt="2026-04-21T06:36:42.243" v="441" actId="1076"/>
          <ac:grpSpMkLst>
            <pc:docMk/>
            <pc:sldMk cId="4040465975" sldId="316"/>
            <ac:grpSpMk id="34" creationId="{64C1498D-D97D-21F2-FD1C-65C233F3FD1E}"/>
          </ac:grpSpMkLst>
        </pc:grpChg>
        <pc:grpChg chg="mod">
          <ac:chgData name="Schwartz-Duval,Aaron Star" userId="53a54d0c-a53a-4ca0-87a8-8dc0533f8b0a" providerId="ADAL" clId="{14AF0FBD-ABBC-4D53-AEC4-808C938A0D8C}" dt="2026-04-21T06:36:43.359" v="442" actId="1076"/>
          <ac:grpSpMkLst>
            <pc:docMk/>
            <pc:sldMk cId="4040465975" sldId="316"/>
            <ac:grpSpMk id="35" creationId="{D2A0D71D-434C-4ADD-8C7C-394DF7252001}"/>
          </ac:grpSpMkLst>
        </pc:grpChg>
      </pc:sldChg>
      <pc:sldChg chg="addSp modSp add mod ord">
        <pc:chgData name="Schwartz-Duval,Aaron Star" userId="53a54d0c-a53a-4ca0-87a8-8dc0533f8b0a" providerId="ADAL" clId="{14AF0FBD-ABBC-4D53-AEC4-808C938A0D8C}" dt="2026-04-21T06:42:02.426" v="823" actId="14100"/>
        <pc:sldMkLst>
          <pc:docMk/>
          <pc:sldMk cId="2127078097" sldId="317"/>
        </pc:sldMkLst>
        <pc:spChg chg="add mod">
          <ac:chgData name="Schwartz-Duval,Aaron Star" userId="53a54d0c-a53a-4ca0-87a8-8dc0533f8b0a" providerId="ADAL" clId="{14AF0FBD-ABBC-4D53-AEC4-808C938A0D8C}" dt="2026-04-21T06:42:02.426" v="823" actId="14100"/>
          <ac:spMkLst>
            <pc:docMk/>
            <pc:sldMk cId="2127078097" sldId="317"/>
            <ac:spMk id="4" creationId="{66F8FF64-DBEE-849F-D496-C32D9766657F}"/>
          </ac:spMkLst>
        </pc:spChg>
        <pc:grpChg chg="mod ord">
          <ac:chgData name="Schwartz-Duval,Aaron Star" userId="53a54d0c-a53a-4ca0-87a8-8dc0533f8b0a" providerId="ADAL" clId="{14AF0FBD-ABBC-4D53-AEC4-808C938A0D8C}" dt="2026-04-21T06:40:56.240" v="704" actId="166"/>
          <ac:grpSpMkLst>
            <pc:docMk/>
            <pc:sldMk cId="2127078097" sldId="317"/>
            <ac:grpSpMk id="15" creationId="{08451153-BB2E-645F-18E9-4C953CAB9F54}"/>
          </ac:grpSpMkLst>
        </pc:grpChg>
        <pc:picChg chg="add mod">
          <ac:chgData name="Schwartz-Duval,Aaron Star" userId="53a54d0c-a53a-4ca0-87a8-8dc0533f8b0a" providerId="ADAL" clId="{14AF0FBD-ABBC-4D53-AEC4-808C938A0D8C}" dt="2026-04-21T06:40:59.733" v="705" actId="14100"/>
          <ac:picMkLst>
            <pc:docMk/>
            <pc:sldMk cId="2127078097" sldId="317"/>
            <ac:picMk id="6" creationId="{DA4DDDFE-B541-AFA6-A6D3-938A94558AEF}"/>
          </ac:picMkLst>
        </pc:picChg>
        <pc:picChg chg="mod ord">
          <ac:chgData name="Schwartz-Duval,Aaron Star" userId="53a54d0c-a53a-4ca0-87a8-8dc0533f8b0a" providerId="ADAL" clId="{14AF0FBD-ABBC-4D53-AEC4-808C938A0D8C}" dt="2026-04-21T06:40:56.240" v="704" actId="166"/>
          <ac:picMkLst>
            <pc:docMk/>
            <pc:sldMk cId="2127078097" sldId="317"/>
            <ac:picMk id="11" creationId="{233448B1-60CD-95E7-E480-E19C115C3E1E}"/>
          </ac:picMkLst>
        </pc:picChg>
        <pc:picChg chg="mod ord">
          <ac:chgData name="Schwartz-Duval,Aaron Star" userId="53a54d0c-a53a-4ca0-87a8-8dc0533f8b0a" providerId="ADAL" clId="{14AF0FBD-ABBC-4D53-AEC4-808C938A0D8C}" dt="2026-04-21T06:40:56.240" v="704" actId="166"/>
          <ac:picMkLst>
            <pc:docMk/>
            <pc:sldMk cId="2127078097" sldId="317"/>
            <ac:picMk id="13" creationId="{44351487-2718-9244-45F3-E5E948834E05}"/>
          </ac:picMkLst>
        </pc:picChg>
        <pc:picChg chg="mod ord">
          <ac:chgData name="Schwartz-Duval,Aaron Star" userId="53a54d0c-a53a-4ca0-87a8-8dc0533f8b0a" providerId="ADAL" clId="{14AF0FBD-ABBC-4D53-AEC4-808C938A0D8C}" dt="2026-04-21T06:40:56.240" v="704" actId="166"/>
          <ac:picMkLst>
            <pc:docMk/>
            <pc:sldMk cId="2127078097" sldId="317"/>
            <ac:picMk id="16" creationId="{0D1AC5D0-55DF-C8C2-FEEB-CE91CCB236DD}"/>
          </ac:picMkLst>
        </pc:picChg>
        <pc:picChg chg="mod ord">
          <ac:chgData name="Schwartz-Duval,Aaron Star" userId="53a54d0c-a53a-4ca0-87a8-8dc0533f8b0a" providerId="ADAL" clId="{14AF0FBD-ABBC-4D53-AEC4-808C938A0D8C}" dt="2026-04-21T06:40:56.240" v="704" actId="166"/>
          <ac:picMkLst>
            <pc:docMk/>
            <pc:sldMk cId="2127078097" sldId="317"/>
            <ac:picMk id="17" creationId="{6666C0D1-0DA0-F3AB-7001-02A5F1458728}"/>
          </ac:picMkLst>
        </pc:picChg>
        <pc:picChg chg="mod ord">
          <ac:chgData name="Schwartz-Duval,Aaron Star" userId="53a54d0c-a53a-4ca0-87a8-8dc0533f8b0a" providerId="ADAL" clId="{14AF0FBD-ABBC-4D53-AEC4-808C938A0D8C}" dt="2026-04-21T06:40:56.240" v="704" actId="166"/>
          <ac:picMkLst>
            <pc:docMk/>
            <pc:sldMk cId="2127078097" sldId="317"/>
            <ac:picMk id="48" creationId="{62DAFB3F-64B2-8153-9A1B-0C38D264214A}"/>
          </ac:picMkLst>
        </pc:picChg>
        <pc:picChg chg="mod ord">
          <ac:chgData name="Schwartz-Duval,Aaron Star" userId="53a54d0c-a53a-4ca0-87a8-8dc0533f8b0a" providerId="ADAL" clId="{14AF0FBD-ABBC-4D53-AEC4-808C938A0D8C}" dt="2026-04-21T06:40:56.240" v="704" actId="166"/>
          <ac:picMkLst>
            <pc:docMk/>
            <pc:sldMk cId="2127078097" sldId="317"/>
            <ac:picMk id="52" creationId="{7897837E-6CF0-FFBB-21A9-AAD77F9E43E4}"/>
          </ac:picMkLst>
        </pc:picChg>
        <pc:picChg chg="mod ord">
          <ac:chgData name="Schwartz-Duval,Aaron Star" userId="53a54d0c-a53a-4ca0-87a8-8dc0533f8b0a" providerId="ADAL" clId="{14AF0FBD-ABBC-4D53-AEC4-808C938A0D8C}" dt="2026-04-21T06:40:56.240" v="704" actId="166"/>
          <ac:picMkLst>
            <pc:docMk/>
            <pc:sldMk cId="2127078097" sldId="317"/>
            <ac:picMk id="54" creationId="{1734B736-80AB-36F1-ACDE-D5C2E062B5FD}"/>
          </ac:picMkLst>
        </pc:picChg>
        <pc:picChg chg="mod ord">
          <ac:chgData name="Schwartz-Duval,Aaron Star" userId="53a54d0c-a53a-4ca0-87a8-8dc0533f8b0a" providerId="ADAL" clId="{14AF0FBD-ABBC-4D53-AEC4-808C938A0D8C}" dt="2026-04-21T06:40:56.240" v="704" actId="166"/>
          <ac:picMkLst>
            <pc:docMk/>
            <pc:sldMk cId="2127078097" sldId="317"/>
            <ac:picMk id="1024" creationId="{0F8B2B80-3E64-BAC6-A9EB-68BB3E78B9B0}"/>
          </ac:picMkLst>
        </pc:picChg>
        <pc:cxnChg chg="mod ord">
          <ac:chgData name="Schwartz-Duval,Aaron Star" userId="53a54d0c-a53a-4ca0-87a8-8dc0533f8b0a" providerId="ADAL" clId="{14AF0FBD-ABBC-4D53-AEC4-808C938A0D8C}" dt="2026-04-21T06:40:56.240" v="704" actId="166"/>
          <ac:cxnSpMkLst>
            <pc:docMk/>
            <pc:sldMk cId="2127078097" sldId="317"/>
            <ac:cxnSpMk id="1029" creationId="{4C8A2D2E-01CF-1827-C747-FBDD48A60461}"/>
          </ac:cxnSpMkLst>
        </pc:cxnChg>
      </pc:sldChg>
      <pc:sldChg chg="addSp modSp new del mod">
        <pc:chgData name="Schwartz-Duval,Aaron Star" userId="53a54d0c-a53a-4ca0-87a8-8dc0533f8b0a" providerId="ADAL" clId="{14AF0FBD-ABBC-4D53-AEC4-808C938A0D8C}" dt="2026-04-21T06:31:17.939" v="424" actId="47"/>
        <pc:sldMkLst>
          <pc:docMk/>
          <pc:sldMk cId="3986670627" sldId="318"/>
        </pc:sldMkLst>
        <pc:picChg chg="add mod">
          <ac:chgData name="Schwartz-Duval,Aaron Star" userId="53a54d0c-a53a-4ca0-87a8-8dc0533f8b0a" providerId="ADAL" clId="{14AF0FBD-ABBC-4D53-AEC4-808C938A0D8C}" dt="2026-04-21T00:19:16.115" v="31" actId="1076"/>
          <ac:picMkLst>
            <pc:docMk/>
            <pc:sldMk cId="3986670627" sldId="318"/>
            <ac:picMk id="3" creationId="{34DD3C48-7787-41F8-4E5B-904F592B9D55}"/>
          </ac:picMkLst>
        </pc:picChg>
      </pc:sldChg>
      <pc:sldChg chg="addSp delSp modSp new mod ord modNotesTx">
        <pc:chgData name="Schwartz-Duval,Aaron Star" userId="53a54d0c-a53a-4ca0-87a8-8dc0533f8b0a" providerId="ADAL" clId="{14AF0FBD-ABBC-4D53-AEC4-808C938A0D8C}" dt="2026-04-21T07:17:11.084" v="1219" actId="20577"/>
        <pc:sldMkLst>
          <pc:docMk/>
          <pc:sldMk cId="3730680488" sldId="319"/>
        </pc:sldMkLst>
        <pc:spChg chg="add del mod">
          <ac:chgData name="Schwartz-Duval,Aaron Star" userId="53a54d0c-a53a-4ca0-87a8-8dc0533f8b0a" providerId="ADAL" clId="{14AF0FBD-ABBC-4D53-AEC4-808C938A0D8C}" dt="2026-04-21T06:43:31.472" v="928" actId="478"/>
          <ac:spMkLst>
            <pc:docMk/>
            <pc:sldMk cId="3730680488" sldId="319"/>
            <ac:spMk id="6" creationId="{C42BFDF8-EEDD-A884-A1B0-5B7204C7D384}"/>
          </ac:spMkLst>
        </pc:spChg>
        <pc:spChg chg="add mod">
          <ac:chgData name="Schwartz-Duval,Aaron Star" userId="53a54d0c-a53a-4ca0-87a8-8dc0533f8b0a" providerId="ADAL" clId="{14AF0FBD-ABBC-4D53-AEC4-808C938A0D8C}" dt="2026-04-21T06:44:04.063" v="976" actId="20577"/>
          <ac:spMkLst>
            <pc:docMk/>
            <pc:sldMk cId="3730680488" sldId="319"/>
            <ac:spMk id="9" creationId="{12F40299-C224-BD61-DD8E-83A6114254F4}"/>
          </ac:spMkLst>
        </pc:spChg>
        <pc:picChg chg="add del mod">
          <ac:chgData name="Schwartz-Duval,Aaron Star" userId="53a54d0c-a53a-4ca0-87a8-8dc0533f8b0a" providerId="ADAL" clId="{14AF0FBD-ABBC-4D53-AEC4-808C938A0D8C}" dt="2026-04-21T00:20:32.544" v="38" actId="478"/>
          <ac:picMkLst>
            <pc:docMk/>
            <pc:sldMk cId="3730680488" sldId="319"/>
            <ac:picMk id="3" creationId="{82CEB94C-CB3A-CD1A-20A4-01D14D7B5A43}"/>
          </ac:picMkLst>
        </pc:picChg>
        <pc:picChg chg="add mod">
          <ac:chgData name="Schwartz-Duval,Aaron Star" userId="53a54d0c-a53a-4ca0-87a8-8dc0533f8b0a" providerId="ADAL" clId="{14AF0FBD-ABBC-4D53-AEC4-808C938A0D8C}" dt="2026-04-21T06:43:20.077" v="926" actId="555"/>
          <ac:picMkLst>
            <pc:docMk/>
            <pc:sldMk cId="3730680488" sldId="319"/>
            <ac:picMk id="5" creationId="{1828D12C-1AE5-D320-3C03-0479E075DB0C}"/>
          </ac:picMkLst>
        </pc:picChg>
        <pc:picChg chg="add mod">
          <ac:chgData name="Schwartz-Duval,Aaron Star" userId="53a54d0c-a53a-4ca0-87a8-8dc0533f8b0a" providerId="ADAL" clId="{14AF0FBD-ABBC-4D53-AEC4-808C938A0D8C}" dt="2026-04-21T06:43:20.077" v="926" actId="555"/>
          <ac:picMkLst>
            <pc:docMk/>
            <pc:sldMk cId="3730680488" sldId="319"/>
            <ac:picMk id="8" creationId="{64B6D9F5-3558-7BA1-1108-59CBB29515F2}"/>
          </ac:picMkLst>
        </pc:picChg>
      </pc:sldChg>
      <pc:sldChg chg="addSp delSp modSp new mod ord modNotesTx">
        <pc:chgData name="Schwartz-Duval,Aaron Star" userId="53a54d0c-a53a-4ca0-87a8-8dc0533f8b0a" providerId="ADAL" clId="{14AF0FBD-ABBC-4D53-AEC4-808C938A0D8C}" dt="2026-04-21T07:15:14.245" v="1201" actId="20577"/>
        <pc:sldMkLst>
          <pc:docMk/>
          <pc:sldMk cId="4076554621" sldId="320"/>
        </pc:sldMkLst>
        <pc:spChg chg="add mod">
          <ac:chgData name="Schwartz-Duval,Aaron Star" userId="53a54d0c-a53a-4ca0-87a8-8dc0533f8b0a" providerId="ADAL" clId="{14AF0FBD-ABBC-4D53-AEC4-808C938A0D8C}" dt="2026-04-21T06:43:10.177" v="924" actId="20577"/>
          <ac:spMkLst>
            <pc:docMk/>
            <pc:sldMk cId="4076554621" sldId="320"/>
            <ac:spMk id="13" creationId="{1FD3E9C8-8606-8C41-C4D1-79C0E0278AA6}"/>
          </ac:spMkLst>
        </pc:spChg>
        <pc:grpChg chg="add del mod">
          <ac:chgData name="Schwartz-Duval,Aaron Star" userId="53a54d0c-a53a-4ca0-87a8-8dc0533f8b0a" providerId="ADAL" clId="{14AF0FBD-ABBC-4D53-AEC4-808C938A0D8C}" dt="2026-04-21T00:24:51.693" v="127" actId="21"/>
          <ac:grpSpMkLst>
            <pc:docMk/>
            <pc:sldMk cId="4076554621" sldId="320"/>
            <ac:grpSpMk id="10" creationId="{47A7C805-694A-B56C-B7FB-85883352237A}"/>
          </ac:grpSpMkLst>
        </pc:grpChg>
        <pc:picChg chg="add mod">
          <ac:chgData name="Schwartz-Duval,Aaron Star" userId="53a54d0c-a53a-4ca0-87a8-8dc0533f8b0a" providerId="ADAL" clId="{14AF0FBD-ABBC-4D53-AEC4-808C938A0D8C}" dt="2026-04-21T00:24:49.029" v="126" actId="164"/>
          <ac:picMkLst>
            <pc:docMk/>
            <pc:sldMk cId="4076554621" sldId="320"/>
            <ac:picMk id="3" creationId="{F1346A46-106F-2D1C-31CD-C984BC248A70}"/>
          </ac:picMkLst>
        </pc:picChg>
        <pc:picChg chg="add mod">
          <ac:chgData name="Schwartz-Duval,Aaron Star" userId="53a54d0c-a53a-4ca0-87a8-8dc0533f8b0a" providerId="ADAL" clId="{14AF0FBD-ABBC-4D53-AEC4-808C938A0D8C}" dt="2026-04-21T00:24:49.029" v="126" actId="164"/>
          <ac:picMkLst>
            <pc:docMk/>
            <pc:sldMk cId="4076554621" sldId="320"/>
            <ac:picMk id="5" creationId="{05B1AE37-2D56-3903-7D21-0EBB9975E300}"/>
          </ac:picMkLst>
        </pc:picChg>
        <pc:picChg chg="add mod">
          <ac:chgData name="Schwartz-Duval,Aaron Star" userId="53a54d0c-a53a-4ca0-87a8-8dc0533f8b0a" providerId="ADAL" clId="{14AF0FBD-ABBC-4D53-AEC4-808C938A0D8C}" dt="2026-04-21T00:24:49.029" v="126" actId="164"/>
          <ac:picMkLst>
            <pc:docMk/>
            <pc:sldMk cId="4076554621" sldId="320"/>
            <ac:picMk id="7" creationId="{B44CC205-FBD8-1E74-C6CE-D36DAFC7E55B}"/>
          </ac:picMkLst>
        </pc:picChg>
        <pc:picChg chg="add mod">
          <ac:chgData name="Schwartz-Duval,Aaron Star" userId="53a54d0c-a53a-4ca0-87a8-8dc0533f8b0a" providerId="ADAL" clId="{14AF0FBD-ABBC-4D53-AEC4-808C938A0D8C}" dt="2026-04-21T00:24:49.029" v="126" actId="164"/>
          <ac:picMkLst>
            <pc:docMk/>
            <pc:sldMk cId="4076554621" sldId="320"/>
            <ac:picMk id="9" creationId="{AC6AA4DF-0CB0-67AA-445B-FA4A69C1D4DB}"/>
          </ac:picMkLst>
        </pc:picChg>
        <pc:picChg chg="add mod">
          <ac:chgData name="Schwartz-Duval,Aaron Star" userId="53a54d0c-a53a-4ca0-87a8-8dc0533f8b0a" providerId="ADAL" clId="{14AF0FBD-ABBC-4D53-AEC4-808C938A0D8C}" dt="2026-04-21T06:42:47.913" v="857" actId="1076"/>
          <ac:picMkLst>
            <pc:docMk/>
            <pc:sldMk cId="4076554621" sldId="320"/>
            <ac:picMk id="12" creationId="{44EEEA7D-89A8-1F08-1E6E-044C6F894E26}"/>
          </ac:picMkLst>
        </pc:picChg>
      </pc:sldChg>
      <pc:sldChg chg="add del">
        <pc:chgData name="Schwartz-Duval,Aaron Star" userId="53a54d0c-a53a-4ca0-87a8-8dc0533f8b0a" providerId="ADAL" clId="{14AF0FBD-ABBC-4D53-AEC4-808C938A0D8C}" dt="2026-04-21T06:31:20.687" v="425" actId="47"/>
        <pc:sldMkLst>
          <pc:docMk/>
          <pc:sldMk cId="1817691968" sldId="321"/>
        </pc:sldMkLst>
      </pc:sldChg>
      <pc:sldChg chg="addSp modSp new mod ord modShow modNotesTx">
        <pc:chgData name="Schwartz-Duval,Aaron Star" userId="53a54d0c-a53a-4ca0-87a8-8dc0533f8b0a" providerId="ADAL" clId="{14AF0FBD-ABBC-4D53-AEC4-808C938A0D8C}" dt="2026-04-21T06:45:04.584" v="996" actId="20577"/>
        <pc:sldMkLst>
          <pc:docMk/>
          <pc:sldMk cId="529079870" sldId="322"/>
        </pc:sldMkLst>
        <pc:spChg chg="add mod">
          <ac:chgData name="Schwartz-Duval,Aaron Star" userId="53a54d0c-a53a-4ca0-87a8-8dc0533f8b0a" providerId="ADAL" clId="{14AF0FBD-ABBC-4D53-AEC4-808C938A0D8C}" dt="2026-04-21T06:44:46.318" v="980"/>
          <ac:spMkLst>
            <pc:docMk/>
            <pc:sldMk cId="529079870" sldId="322"/>
            <ac:spMk id="6" creationId="{E1C5AD5A-BF8E-9836-A2A2-A7AEF555C380}"/>
          </ac:spMkLst>
        </pc:spChg>
        <pc:spChg chg="add mod">
          <ac:chgData name="Schwartz-Duval,Aaron Star" userId="53a54d0c-a53a-4ca0-87a8-8dc0533f8b0a" providerId="ADAL" clId="{14AF0FBD-ABBC-4D53-AEC4-808C938A0D8C}" dt="2026-04-21T06:45:04.584" v="996" actId="20577"/>
          <ac:spMkLst>
            <pc:docMk/>
            <pc:sldMk cId="529079870" sldId="322"/>
            <ac:spMk id="7" creationId="{64A15A2D-D1C0-7CD9-6908-01B1626F90C6}"/>
          </ac:spMkLst>
        </pc:spChg>
        <pc:picChg chg="add mod">
          <ac:chgData name="Schwartz-Duval,Aaron Star" userId="53a54d0c-a53a-4ca0-87a8-8dc0533f8b0a" providerId="ADAL" clId="{14AF0FBD-ABBC-4D53-AEC4-808C938A0D8C}" dt="2026-04-21T06:44:20.296" v="977" actId="1076"/>
          <ac:picMkLst>
            <pc:docMk/>
            <pc:sldMk cId="529079870" sldId="322"/>
            <ac:picMk id="3" creationId="{AEE2CA7F-8AA5-434D-1517-49C74CE2B220}"/>
          </ac:picMkLst>
        </pc:picChg>
        <pc:picChg chg="add mod">
          <ac:chgData name="Schwartz-Duval,Aaron Star" userId="53a54d0c-a53a-4ca0-87a8-8dc0533f8b0a" providerId="ADAL" clId="{14AF0FBD-ABBC-4D53-AEC4-808C938A0D8C}" dt="2026-04-21T06:44:20.296" v="977" actId="1076"/>
          <ac:picMkLst>
            <pc:docMk/>
            <pc:sldMk cId="529079870" sldId="322"/>
            <ac:picMk id="5" creationId="{F121CB68-13D5-4D82-3E2A-1FCB70794ABA}"/>
          </ac:picMkLst>
        </pc:picChg>
      </pc:sldChg>
      <pc:sldChg chg="addSp modSp new mod ord modShow modNotesTx">
        <pc:chgData name="Schwartz-Duval,Aaron Star" userId="53a54d0c-a53a-4ca0-87a8-8dc0533f8b0a" providerId="ADAL" clId="{14AF0FBD-ABBC-4D53-AEC4-808C938A0D8C}" dt="2026-04-21T06:45:57.872" v="1142" actId="20577"/>
        <pc:sldMkLst>
          <pc:docMk/>
          <pc:sldMk cId="1300119041" sldId="323"/>
        </pc:sldMkLst>
        <pc:spChg chg="add mod">
          <ac:chgData name="Schwartz-Duval,Aaron Star" userId="53a54d0c-a53a-4ca0-87a8-8dc0533f8b0a" providerId="ADAL" clId="{14AF0FBD-ABBC-4D53-AEC4-808C938A0D8C}" dt="2026-04-21T06:45:57.872" v="1142" actId="20577"/>
          <ac:spMkLst>
            <pc:docMk/>
            <pc:sldMk cId="1300119041" sldId="323"/>
            <ac:spMk id="2" creationId="{7ECF30D2-1399-20EA-D65C-225639ADBCEF}"/>
          </ac:spMkLst>
        </pc:spChg>
        <pc:picChg chg="add mod">
          <ac:chgData name="Schwartz-Duval,Aaron Star" userId="53a54d0c-a53a-4ca0-87a8-8dc0533f8b0a" providerId="ADAL" clId="{14AF0FBD-ABBC-4D53-AEC4-808C938A0D8C}" dt="2026-04-21T06:44:36.337" v="979" actId="1076"/>
          <ac:picMkLst>
            <pc:docMk/>
            <pc:sldMk cId="1300119041" sldId="323"/>
            <ac:picMk id="5" creationId="{3338BA15-2881-0BBD-6FEB-29B26C2F78B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3E6764-3FB2-424E-A6C5-1827F3061A8A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BF67D9-7394-4B72-A5E1-CDD30A364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3309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PANC1 cells </a:t>
            </a:r>
          </a:p>
          <a:p>
            <a:r>
              <a:rPr lang="en-US" dirty="0"/>
              <a:t>From ACS Nano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BF67D9-7394-4B72-A5E1-CDD30A36410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4816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cytotoxicity against a liver </a:t>
            </a:r>
            <a:r>
              <a:rPr lang="en-US" dirty="0" err="1"/>
              <a:t>mets</a:t>
            </a:r>
            <a:r>
              <a:rPr lang="en-US" dirty="0"/>
              <a:t> cell line.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Reviewers always complain that the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BF67D9-7394-4B72-A5E1-CDD30A36410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9619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+mn-cs"/>
              </a:rPr>
              <a:t>Example a clinical </a:t>
            </a:r>
            <a:r>
              <a:rPr lang="en-US" sz="1000" kern="1200" dirty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+mn-cs"/>
              </a:rPr>
              <a:t>aurothiomalate dosing (25-50 mg/ml): 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Calibri" panose="020F0502020204030204" pitchFamily="34" charset="0"/>
              <a:cs typeface="+mn-cs"/>
            </a:endParaRPr>
          </a:p>
          <a:p>
            <a:pPr marL="0" marR="0" indent="457200">
              <a:spcBef>
                <a:spcPts val="0"/>
              </a:spcBef>
              <a:spcAft>
                <a:spcPts val="0"/>
              </a:spcAft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+mn-cs"/>
              </a:rPr>
              <a:t>- 10 mg IM the 1st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+mn-cs"/>
              </a:rPr>
              <a:t>wk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+mn-cs"/>
              </a:rPr>
              <a:t>, </a:t>
            </a:r>
          </a:p>
          <a:p>
            <a:pPr marL="0" marR="0" indent="457200">
              <a:spcBef>
                <a:spcPts val="0"/>
              </a:spcBef>
              <a:spcAft>
                <a:spcPts val="0"/>
              </a:spcAft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+mn-cs"/>
              </a:rPr>
              <a:t>- 25 mg IM the 2nd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+mn-cs"/>
              </a:rPr>
              <a:t>wk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+mn-cs"/>
              </a:rPr>
              <a:t>, then </a:t>
            </a:r>
          </a:p>
          <a:p>
            <a:pPr marL="171450" marR="0" indent="-17145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+mn-cs"/>
              </a:rPr>
              <a:t>25-50 mg IM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+mn-cs"/>
              </a:rPr>
              <a:t>qWk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+mn-cs"/>
              </a:rPr>
              <a:t> x 20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+mn-cs"/>
              </a:rPr>
              <a:t>wk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+mn-cs"/>
              </a:rPr>
              <a:t> until </a:t>
            </a:r>
            <a:r>
              <a:rPr lang="en-US" sz="1200" b="1" u="sng" kern="1200" dirty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+mn-cs"/>
              </a:rPr>
              <a:t>1000 mg cumulative dose</a:t>
            </a:r>
            <a:br>
              <a:rPr lang="en-US" sz="1200" b="1" u="sng" kern="1200" dirty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+mn-cs"/>
              </a:rPr>
            </a:br>
            <a:br>
              <a:rPr lang="en-US" sz="1200" b="1" u="sng" kern="1200" dirty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+mn-cs"/>
              </a:rPr>
            </a:br>
            <a:r>
              <a:rPr lang="en-US" sz="1200" b="1" u="sng" kern="1200" dirty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+mn-cs"/>
              </a:rPr>
              <a:t>https://pubmed.ncbi.nlm.nih.gov/6405834/</a:t>
            </a:r>
          </a:p>
          <a:p>
            <a:pPr marL="171450" marR="0" indent="-17145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sz="1200" b="1" u="sng" kern="1200" dirty="0">
              <a:solidFill>
                <a:schemeClr val="tx1"/>
              </a:solidFill>
              <a:effectLst/>
              <a:latin typeface="+mn-lt"/>
              <a:ea typeface="Calibri" panose="020F0502020204030204" pitchFamily="34" charset="0"/>
              <a:cs typeface="+mn-cs"/>
            </a:endParaRPr>
          </a:p>
          <a:p>
            <a:pPr marL="171450" marR="0" indent="-17145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+mn-cs"/>
              </a:rPr>
              <a:t>https://www.drugs.com/dosage/gold-sodium-thiomalate.html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BF67D9-7394-4B72-A5E1-CDD30A36410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2075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BF67D9-7394-4B72-A5E1-CDD30A36410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5095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with HepG2 Liver Cancer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BF67D9-7394-4B72-A5E1-CDD30A36410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2542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 MCF7 breast cancer cells</a:t>
            </a:r>
            <a:br>
              <a:rPr lang="en-US" dirty="0"/>
            </a:br>
            <a:r>
              <a:rPr lang="en-US" dirty="0" err="1"/>
              <a:t>Inhibitior</a:t>
            </a:r>
            <a:r>
              <a:rPr lang="en-US" dirty="0"/>
              <a:t> study showing, that inhibition of classic nanoparticle pathways do not inhibit intracellular GNC synthesis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BF67D9-7394-4B72-A5E1-CDD30A36410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0578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B8748-CC78-4909-BF7B-15620C415C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920B1A-BC30-4AE2-9277-1487FE56DE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F1228E-7209-47C8-AB4B-AF346367A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CDECB-C385-47E9-B22A-0EB1C824FE18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C9DD11-CF73-46DE-84E6-D28D74CE1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03DAF-5C89-4B22-AEEB-99AE12E52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22419-F608-4629-B6D0-6F17B0306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216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9D0F2-739D-41E0-A3D5-A1CC96B91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10FA70-44AF-4A59-87DB-B7300D6DB4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E879B-D0FA-40FF-AFE0-6B2F926EB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CDECB-C385-47E9-B22A-0EB1C824FE18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8EFBCE-345A-4D23-B7ED-31C53D6B3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ED039-AB55-4158-B3ED-3CDAE09EC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22419-F608-4629-B6D0-6F17B0306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047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BBE20-5BFA-45D4-82AA-F7FB1937B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CB760A-8AB6-425E-9F89-EA7A5F371F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8C6388-3534-40E7-8146-408949A91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CDECB-C385-47E9-B22A-0EB1C824FE18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E7B54D-F4E4-4A5B-B360-3F50A0125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E83EC2-9216-4A08-9CE7-F93621592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22419-F608-4629-B6D0-6F17B0306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711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4E7FD-885C-4E52-AB0B-57CEF4E6F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7BFBB-66ED-4AB0-9BCD-84088021B7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2A6EC4-E9A3-481E-9297-FD1CDECF06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6378D9-C89C-4F33-9A53-805C91DDB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CDECB-C385-47E9-B22A-0EB1C824FE18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1131F4-D693-402B-A77C-8773D5E0B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FCF54B-1A7D-4421-A0C6-23CD3FB6B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22419-F608-4629-B6D0-6F17B0306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464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A37AF-3647-4A43-A8F5-5D95AE88D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9EA311-011C-4DAB-87CD-48BF1778B6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A162CE-22E3-42DC-9CAC-9BA78B054B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DA795E-E35C-4480-AC45-E8DBC553A8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EEC427-B00D-4330-A491-FF42A8B03E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FC56B4-022D-40BC-B87F-478DE5972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CDECB-C385-47E9-B22A-0EB1C824FE18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72F747-3172-4389-82E0-D9227EDAE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59EB00-D222-4C39-A778-AFFB6C4ED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22419-F608-4629-B6D0-6F17B0306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702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C4E1C-407C-44AC-9E1E-1CA2E393F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A02526-8F96-4C21-AEB5-0AE5DC086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CDECB-C385-47E9-B22A-0EB1C824FE18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3B1408-ED61-45FC-AF96-18CE5E940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E68978-9458-4CA5-9D02-7C3411913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22419-F608-4629-B6D0-6F17B0306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56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065389-D7C1-4F91-9617-8EFB41012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CDECB-C385-47E9-B22A-0EB1C824FE18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D7A031-1CA7-4E1E-8AD7-C709F14ED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2F6953-86C6-458E-A867-63DD0C090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22419-F608-4629-B6D0-6F17B0306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04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F2DFF-4D87-4AD5-8DF5-B707234A8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D2312B-0B62-42A6-B2B6-D8A13256F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C0DC39-F85C-4831-881F-48517B7F33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21AF7F-8501-448A-8332-9167D15F5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CDECB-C385-47E9-B22A-0EB1C824FE18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2F60AE-C514-4B2C-9C71-7D622F00E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1B7DF9-F049-45F6-83BD-681D0FE4B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22419-F608-4629-B6D0-6F17B0306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843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712DB-6D4E-45F8-A901-1DA19FFA3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E67C6F-B0CC-4C64-AE84-63ECD4F5A6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49FA9D-BD9D-4A1B-BCE7-EE3C550CBE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26CA6A-3F18-4882-9DE5-80F9D2101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CDECB-C385-47E9-B22A-0EB1C824FE18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6CF2D3-7DDE-4EBE-9059-50E2537BB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A223D5-E75F-415F-A62E-A40F547CA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22419-F608-4629-B6D0-6F17B0306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159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A32CC-0BC0-4E61-9F52-70A77B9BD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0D0512-72F5-4346-9D8A-A4C7710785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53F9BA-4B85-4A91-9291-122D79345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CDECB-C385-47E9-B22A-0EB1C824FE18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6CB6FB-2F9E-4CE6-AED3-25D16035A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0A2E4-6C97-4B44-B4A5-830ADC8BD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22419-F608-4629-B6D0-6F17B0306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605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2EFEE6-CBFF-4F73-8969-646557613A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FF7ECB-E1C0-4407-B40F-0218965DB8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007B2D-8450-4B82-98F9-AB36F5518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CDECB-C385-47E9-B22A-0EB1C824FE18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2DAA69-4086-4E12-B982-110E8D808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1E0016-38DF-4F4F-9A95-A1FF8A29F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22419-F608-4629-B6D0-6F17B0306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2874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8D1C9-023E-43B6-8E9E-8A87D5DBB66F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ABD5B-570B-4A1E-88F6-1EE7C77886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2183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8D1C9-023E-43B6-8E9E-8A87D5DBB66F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ABD5B-570B-4A1E-88F6-1EE7C77886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5399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8D1C9-023E-43B6-8E9E-8A87D5DBB66F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ABD5B-570B-4A1E-88F6-1EE7C77886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1071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8D1C9-023E-43B6-8E9E-8A87D5DBB66F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ABD5B-570B-4A1E-88F6-1EE7C77886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613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8D1C9-023E-43B6-8E9E-8A87D5DBB66F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ABD5B-570B-4A1E-88F6-1EE7C77886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8755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8D1C9-023E-43B6-8E9E-8A87D5DBB66F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ABD5B-570B-4A1E-88F6-1EE7C77886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7826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8D1C9-023E-43B6-8E9E-8A87D5DBB66F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ABD5B-570B-4A1E-88F6-1EE7C77886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5392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8D1C9-023E-43B6-8E9E-8A87D5DBB66F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ABD5B-570B-4A1E-88F6-1EE7C77886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4076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8D1C9-023E-43B6-8E9E-8A87D5DBB66F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ABD5B-570B-4A1E-88F6-1EE7C77886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4886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8D1C9-023E-43B6-8E9E-8A87D5DBB66F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ABD5B-570B-4A1E-88F6-1EE7C77886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57253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8D1C9-023E-43B6-8E9E-8A87D5DBB66F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ABD5B-570B-4A1E-88F6-1EE7C77886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305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BC9086-6488-4215-9FA4-57922C5A3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8C81C9-D4C5-49F0-A3E9-4B63AAEF0B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CE76C1-AF29-42FD-AB1B-93FF718045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FCDECB-C385-47E9-B22A-0EB1C824FE18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9C6A49-A7E0-4B9B-9448-D69373F018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2C3321-9D91-4D12-97DB-4CB250992F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A22419-F608-4629-B6D0-6F17B0306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861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18D1C9-023E-43B6-8E9E-8A87D5DBB66F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2ABD5B-570B-4A1E-88F6-1EE7C77886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542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4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AEEDB97-D67C-1E74-FA3E-2F450D5F44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1744" y="0"/>
            <a:ext cx="9160256" cy="676972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FB3AABF-8660-5E68-1795-5A716F6F573B}"/>
              </a:ext>
            </a:extLst>
          </p:cNvPr>
          <p:cNvSpPr txBox="1"/>
          <p:nvPr/>
        </p:nvSpPr>
        <p:spPr>
          <a:xfrm>
            <a:off x="0" y="0"/>
            <a:ext cx="3225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Fig. 1 Metal competition study, indicating that co-applications of metal cations will result in a concentration dependent change in the fluorescence from gold nanoclusters formed from Au3+ treatments</a:t>
            </a:r>
          </a:p>
        </p:txBody>
      </p:sp>
    </p:spTree>
    <p:extLst>
      <p:ext uri="{BB962C8B-B14F-4D97-AF65-F5344CB8AC3E}">
        <p14:creationId xmlns:p14="http://schemas.microsoft.com/office/powerpoint/2010/main" val="2332783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B0849-4C63-5BA5-18CE-873D985BD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E662277-9535-F13B-E6F6-EFC49D5FDB4A}"/>
              </a:ext>
            </a:extLst>
          </p:cNvPr>
          <p:cNvSpPr/>
          <p:nvPr/>
        </p:nvSpPr>
        <p:spPr>
          <a:xfrm>
            <a:off x="3768667" y="-5958178"/>
            <a:ext cx="863600" cy="863600"/>
          </a:xfrm>
          <a:prstGeom prst="roundRect">
            <a:avLst/>
          </a:prstGeom>
          <a:solidFill>
            <a:srgbClr val="F1ECEC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ATP7A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45CF54E-911B-37A7-F1D9-2925C61072B6}"/>
              </a:ext>
            </a:extLst>
          </p:cNvPr>
          <p:cNvSpPr/>
          <p:nvPr/>
        </p:nvSpPr>
        <p:spPr>
          <a:xfrm>
            <a:off x="2545669" y="-4209143"/>
            <a:ext cx="863600" cy="863600"/>
          </a:xfrm>
          <a:prstGeom prst="roundRect">
            <a:avLst/>
          </a:prstGeom>
          <a:solidFill>
            <a:srgbClr val="E6D5D4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ATOX1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54E920B9-754A-D9FA-861A-AC9B0C194A4B}"/>
              </a:ext>
            </a:extLst>
          </p:cNvPr>
          <p:cNvSpPr/>
          <p:nvPr/>
        </p:nvSpPr>
        <p:spPr>
          <a:xfrm>
            <a:off x="1461518" y="-1672239"/>
            <a:ext cx="1147389" cy="979160"/>
          </a:xfrm>
          <a:prstGeom prst="roundRect">
            <a:avLst/>
          </a:prstGeom>
          <a:solidFill>
            <a:srgbClr val="C17E7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CUTA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489240E5-2B02-4DB3-3107-6FA0699A7129}"/>
              </a:ext>
            </a:extLst>
          </p:cNvPr>
          <p:cNvSpPr/>
          <p:nvPr/>
        </p:nvSpPr>
        <p:spPr>
          <a:xfrm>
            <a:off x="2403774" y="-3558189"/>
            <a:ext cx="1147389" cy="979160"/>
          </a:xfrm>
          <a:prstGeom prst="roundRect">
            <a:avLst/>
          </a:prstGeom>
          <a:solidFill>
            <a:srgbClr val="CECEC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SLC31A2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F8FF64-DBEE-849F-D496-C32D9766657F}"/>
              </a:ext>
            </a:extLst>
          </p:cNvPr>
          <p:cNvSpPr txBox="1"/>
          <p:nvPr/>
        </p:nvSpPr>
        <p:spPr>
          <a:xfrm>
            <a:off x="0" y="0"/>
            <a:ext cx="845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Fig. 1 Top Cu Gene changes along with pathway mapping onto cellular architecture </a:t>
            </a:r>
          </a:p>
        </p:txBody>
      </p:sp>
      <p:pic>
        <p:nvPicPr>
          <p:cNvPr id="6" name="drawing">
            <a:extLst>
              <a:ext uri="{FF2B5EF4-FFF2-40B4-BE49-F238E27FC236}">
                <a16:creationId xmlns:a16="http://schemas.microsoft.com/office/drawing/2014/main" id="{DA4DDDFE-B541-AFA6-A6D3-938A94558A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49488" y="2724403"/>
            <a:ext cx="5043471" cy="3951951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08451153-BB2E-645F-18E9-4C953CAB9F54}"/>
              </a:ext>
            </a:extLst>
          </p:cNvPr>
          <p:cNvGrpSpPr/>
          <p:nvPr/>
        </p:nvGrpSpPr>
        <p:grpSpPr>
          <a:xfrm>
            <a:off x="4845050" y="2061936"/>
            <a:ext cx="7150100" cy="4686298"/>
            <a:chOff x="0" y="2171700"/>
            <a:chExt cx="7150100" cy="4686298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298B3BF0-B528-1D33-ED0E-08B37036C7E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0800000">
              <a:off x="0" y="2171700"/>
              <a:ext cx="7150100" cy="4686298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96F465F9-1F2E-CA3F-BA3A-35CDCEFA8D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3513006">
              <a:off x="643112" y="3341856"/>
              <a:ext cx="2541462" cy="2932457"/>
            </a:xfrm>
            <a:prstGeom prst="rect">
              <a:avLst/>
            </a:prstGeom>
          </p:spPr>
        </p:pic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233448B1-60CD-95E7-E480-E19C115C3E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7129" y="3445053"/>
            <a:ext cx="498782" cy="49531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4351487-2718-9244-45F3-E5E948834E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85770" y="3193555"/>
            <a:ext cx="498782" cy="49531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D1AC5D0-55DF-C8C2-FEEB-CE91CCB236D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68555" y="4329148"/>
            <a:ext cx="498782" cy="49878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666C0D1-0DA0-F3AB-7001-02A5F14587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48484" y="2698236"/>
            <a:ext cx="498782" cy="495319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EA95B29-9A0E-C842-F851-EDBCA8057261}"/>
              </a:ext>
            </a:extLst>
          </p:cNvPr>
          <p:cNvCxnSpPr>
            <a:stCxn id="17" idx="1"/>
            <a:endCxn id="13" idx="3"/>
          </p:cNvCxnSpPr>
          <p:nvPr/>
        </p:nvCxnSpPr>
        <p:spPr>
          <a:xfrm flipH="1">
            <a:off x="10084552" y="2945896"/>
            <a:ext cx="1063932" cy="495319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321295E-5A08-229D-C77C-69C3488DF6E9}"/>
              </a:ext>
            </a:extLst>
          </p:cNvPr>
          <p:cNvCxnSpPr>
            <a:cxnSpLocks/>
            <a:stCxn id="13" idx="1"/>
            <a:endCxn id="11" idx="3"/>
          </p:cNvCxnSpPr>
          <p:nvPr/>
        </p:nvCxnSpPr>
        <p:spPr>
          <a:xfrm flipH="1">
            <a:off x="7945911" y="3441215"/>
            <a:ext cx="1639859" cy="251498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" name="Picture 47">
            <a:extLst>
              <a:ext uri="{FF2B5EF4-FFF2-40B4-BE49-F238E27FC236}">
                <a16:creationId xmlns:a16="http://schemas.microsoft.com/office/drawing/2014/main" id="{62DAFB3F-64B2-8153-9A1B-0C38D264214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99741" y="4572834"/>
            <a:ext cx="1998134" cy="1803931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7897837E-6CF0-FFBB-21A9-AAD77F9E43E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60000" y="1936538"/>
            <a:ext cx="579170" cy="496867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1734B736-80AB-36F1-ACDE-D5C2E062B5F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55991" y="1882445"/>
            <a:ext cx="579170" cy="496867"/>
          </a:xfrm>
          <a:prstGeom prst="rect">
            <a:avLst/>
          </a:prstGeom>
        </p:spPr>
      </p:pic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92213268-A3C3-6B7C-D546-126FDB90A383}"/>
              </a:ext>
            </a:extLst>
          </p:cNvPr>
          <p:cNvCxnSpPr>
            <a:cxnSpLocks/>
            <a:stCxn id="52" idx="2"/>
            <a:endCxn id="13" idx="0"/>
          </p:cNvCxnSpPr>
          <p:nvPr/>
        </p:nvCxnSpPr>
        <p:spPr>
          <a:xfrm flipH="1">
            <a:off x="9835161" y="2433405"/>
            <a:ext cx="614424" cy="76015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8792831B-F9BE-6DCB-E401-E804080F8497}"/>
              </a:ext>
            </a:extLst>
          </p:cNvPr>
          <p:cNvCxnSpPr>
            <a:cxnSpLocks/>
            <a:stCxn id="54" idx="2"/>
            <a:endCxn id="13" idx="0"/>
          </p:cNvCxnSpPr>
          <p:nvPr/>
        </p:nvCxnSpPr>
        <p:spPr>
          <a:xfrm>
            <a:off x="9545576" y="2379312"/>
            <a:ext cx="289585" cy="814243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4" name="Picture 1023">
            <a:extLst>
              <a:ext uri="{FF2B5EF4-FFF2-40B4-BE49-F238E27FC236}">
                <a16:creationId xmlns:a16="http://schemas.microsoft.com/office/drawing/2014/main" id="{0F8B2B80-3E64-BAC6-A9EB-68BB3E78B9B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62549" y="4868551"/>
            <a:ext cx="580929" cy="495319"/>
          </a:xfrm>
          <a:prstGeom prst="rect">
            <a:avLst/>
          </a:prstGeom>
        </p:spPr>
      </p:pic>
      <p:cxnSp>
        <p:nvCxnSpPr>
          <p:cNvPr id="1025" name="Straight Arrow Connector 1024">
            <a:extLst>
              <a:ext uri="{FF2B5EF4-FFF2-40B4-BE49-F238E27FC236}">
                <a16:creationId xmlns:a16="http://schemas.microsoft.com/office/drawing/2014/main" id="{2A8CF792-F7AE-CF2A-1EA6-23D8609BAF74}"/>
              </a:ext>
            </a:extLst>
          </p:cNvPr>
          <p:cNvCxnSpPr>
            <a:cxnSpLocks/>
            <a:stCxn id="1024" idx="1"/>
            <a:endCxn id="16" idx="3"/>
          </p:cNvCxnSpPr>
          <p:nvPr/>
        </p:nvCxnSpPr>
        <p:spPr>
          <a:xfrm flipH="1" flipV="1">
            <a:off x="8267337" y="4578539"/>
            <a:ext cx="1195212" cy="537672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9" name="Straight Arrow Connector 1028">
            <a:extLst>
              <a:ext uri="{FF2B5EF4-FFF2-40B4-BE49-F238E27FC236}">
                <a16:creationId xmlns:a16="http://schemas.microsoft.com/office/drawing/2014/main" id="{4C8A2D2E-01CF-1827-C747-FBDD48A60461}"/>
              </a:ext>
            </a:extLst>
          </p:cNvPr>
          <p:cNvCxnSpPr>
            <a:cxnSpLocks/>
            <a:stCxn id="13" idx="1"/>
            <a:endCxn id="16" idx="3"/>
          </p:cNvCxnSpPr>
          <p:nvPr/>
        </p:nvCxnSpPr>
        <p:spPr>
          <a:xfrm flipH="1">
            <a:off x="8267337" y="3441215"/>
            <a:ext cx="1318433" cy="1137324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70780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4EEEA7D-89A8-1F08-1E6E-044C6F894E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5100" y="369332"/>
            <a:ext cx="8705855" cy="589856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FD3E9C8-8606-8C41-C4D1-79C0E0278AA6}"/>
              </a:ext>
            </a:extLst>
          </p:cNvPr>
          <p:cNvSpPr txBox="1"/>
          <p:nvPr/>
        </p:nvSpPr>
        <p:spPr>
          <a:xfrm>
            <a:off x="0" y="0"/>
            <a:ext cx="3479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Fig. 3 Comparative cytotoxicity of gold and platinum-based drugs against a liver met cell line</a:t>
            </a:r>
          </a:p>
        </p:txBody>
      </p:sp>
    </p:spTree>
    <p:extLst>
      <p:ext uri="{BB962C8B-B14F-4D97-AF65-F5344CB8AC3E}">
        <p14:creationId xmlns:p14="http://schemas.microsoft.com/office/powerpoint/2010/main" val="40765546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828D12C-1AE5-D320-3C03-0479E075DB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165" y="3175697"/>
            <a:ext cx="8437595" cy="368230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4B6D9F5-3558-7BA1-1108-59CBB29515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4760" y="2603848"/>
            <a:ext cx="3507240" cy="425415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2F40299-C224-BD61-DD8E-83A6114254F4}"/>
              </a:ext>
            </a:extLst>
          </p:cNvPr>
          <p:cNvSpPr txBox="1"/>
          <p:nvPr/>
        </p:nvSpPr>
        <p:spPr>
          <a:xfrm>
            <a:off x="0" y="0"/>
            <a:ext cx="586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Fig. 4 Radiosensitization of the liver met cell line</a:t>
            </a:r>
          </a:p>
        </p:txBody>
      </p:sp>
    </p:spTree>
    <p:extLst>
      <p:ext uri="{BB962C8B-B14F-4D97-AF65-F5344CB8AC3E}">
        <p14:creationId xmlns:p14="http://schemas.microsoft.com/office/powerpoint/2010/main" val="37306804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Picture 9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1358" y="1598115"/>
            <a:ext cx="3816438" cy="4453775"/>
          </a:xfrm>
          <a:prstGeom prst="rect">
            <a:avLst/>
          </a:prstGeom>
        </p:spPr>
      </p:pic>
      <p:grpSp>
        <p:nvGrpSpPr>
          <p:cNvPr id="144" name="Group 143"/>
          <p:cNvGrpSpPr/>
          <p:nvPr/>
        </p:nvGrpSpPr>
        <p:grpSpPr>
          <a:xfrm>
            <a:off x="2755555" y="2508776"/>
            <a:ext cx="3326172" cy="2475477"/>
            <a:chOff x="9008809" y="6099491"/>
            <a:chExt cx="2669246" cy="1986565"/>
          </a:xfrm>
        </p:grpSpPr>
        <p:sp>
          <p:nvSpPr>
            <p:cNvPr id="145" name="Freeform 144"/>
            <p:cNvSpPr/>
            <p:nvPr/>
          </p:nvSpPr>
          <p:spPr>
            <a:xfrm rot="21078820" flipH="1">
              <a:off x="9225895" y="6183734"/>
              <a:ext cx="1785660" cy="817937"/>
            </a:xfrm>
            <a:custGeom>
              <a:avLst/>
              <a:gdLst>
                <a:gd name="connsiteX0" fmla="*/ 426980 w 1364792"/>
                <a:gd name="connsiteY0" fmla="*/ 397045 h 634940"/>
                <a:gd name="connsiteX1" fmla="*/ 325380 w 1364792"/>
                <a:gd name="connsiteY1" fmla="*/ 381170 h 634940"/>
                <a:gd name="connsiteX2" fmla="*/ 299980 w 1364792"/>
                <a:gd name="connsiteY2" fmla="*/ 346245 h 634940"/>
                <a:gd name="connsiteX3" fmla="*/ 303155 w 1364792"/>
                <a:gd name="connsiteY3" fmla="*/ 285920 h 634940"/>
                <a:gd name="connsiteX4" fmla="*/ 293630 w 1364792"/>
                <a:gd name="connsiteY4" fmla="*/ 238295 h 634940"/>
                <a:gd name="connsiteX5" fmla="*/ 309505 w 1364792"/>
                <a:gd name="connsiteY5" fmla="*/ 219245 h 634940"/>
                <a:gd name="connsiteX6" fmla="*/ 331730 w 1364792"/>
                <a:gd name="connsiteY6" fmla="*/ 238295 h 634940"/>
                <a:gd name="connsiteX7" fmla="*/ 388880 w 1364792"/>
                <a:gd name="connsiteY7" fmla="*/ 212895 h 634940"/>
                <a:gd name="connsiteX8" fmla="*/ 506355 w 1364792"/>
                <a:gd name="connsiteY8" fmla="*/ 222420 h 634940"/>
                <a:gd name="connsiteX9" fmla="*/ 560330 w 1364792"/>
                <a:gd name="connsiteY9" fmla="*/ 311320 h 634940"/>
                <a:gd name="connsiteX10" fmla="*/ 566680 w 1364792"/>
                <a:gd name="connsiteY10" fmla="*/ 387520 h 634940"/>
                <a:gd name="connsiteX11" fmla="*/ 553980 w 1364792"/>
                <a:gd name="connsiteY11" fmla="*/ 504995 h 634940"/>
                <a:gd name="connsiteX12" fmla="*/ 515880 w 1364792"/>
                <a:gd name="connsiteY12" fmla="*/ 546270 h 634940"/>
                <a:gd name="connsiteX13" fmla="*/ 461905 w 1364792"/>
                <a:gd name="connsiteY13" fmla="*/ 517695 h 634940"/>
                <a:gd name="connsiteX14" fmla="*/ 395230 w 1364792"/>
                <a:gd name="connsiteY14" fmla="*/ 508170 h 634940"/>
                <a:gd name="connsiteX15" fmla="*/ 328555 w 1364792"/>
                <a:gd name="connsiteY15" fmla="*/ 533570 h 634940"/>
                <a:gd name="connsiteX16" fmla="*/ 192030 w 1364792"/>
                <a:gd name="connsiteY16" fmla="*/ 616120 h 634940"/>
                <a:gd name="connsiteX17" fmla="*/ 176155 w 1364792"/>
                <a:gd name="connsiteY17" fmla="*/ 628820 h 634940"/>
                <a:gd name="connsiteX18" fmla="*/ 74555 w 1364792"/>
                <a:gd name="connsiteY18" fmla="*/ 536745 h 634940"/>
                <a:gd name="connsiteX19" fmla="*/ 55505 w 1364792"/>
                <a:gd name="connsiteY19" fmla="*/ 431970 h 634940"/>
                <a:gd name="connsiteX20" fmla="*/ 84080 w 1364792"/>
                <a:gd name="connsiteY20" fmla="*/ 330370 h 634940"/>
                <a:gd name="connsiteX21" fmla="*/ 14230 w 1364792"/>
                <a:gd name="connsiteY21" fmla="*/ 292270 h 634940"/>
                <a:gd name="connsiteX22" fmla="*/ 4705 w 1364792"/>
                <a:gd name="connsiteY22" fmla="*/ 114470 h 634940"/>
                <a:gd name="connsiteX23" fmla="*/ 71380 w 1364792"/>
                <a:gd name="connsiteY23" fmla="*/ 35095 h 634940"/>
                <a:gd name="connsiteX24" fmla="*/ 230130 w 1364792"/>
                <a:gd name="connsiteY24" fmla="*/ 170 h 634940"/>
                <a:gd name="connsiteX25" fmla="*/ 404755 w 1364792"/>
                <a:gd name="connsiteY25" fmla="*/ 47795 h 634940"/>
                <a:gd name="connsiteX26" fmla="*/ 484130 w 1364792"/>
                <a:gd name="connsiteY26" fmla="*/ 82720 h 634940"/>
                <a:gd name="connsiteX27" fmla="*/ 627005 w 1364792"/>
                <a:gd name="connsiteY27" fmla="*/ 57320 h 634940"/>
                <a:gd name="connsiteX28" fmla="*/ 706380 w 1364792"/>
                <a:gd name="connsiteY28" fmla="*/ 85895 h 634940"/>
                <a:gd name="connsiteX29" fmla="*/ 785755 w 1364792"/>
                <a:gd name="connsiteY29" fmla="*/ 120820 h 634940"/>
                <a:gd name="connsiteX30" fmla="*/ 922280 w 1364792"/>
                <a:gd name="connsiteY30" fmla="*/ 190670 h 634940"/>
                <a:gd name="connsiteX31" fmla="*/ 1014355 w 1364792"/>
                <a:gd name="connsiteY31" fmla="*/ 270045 h 634940"/>
                <a:gd name="connsiteX32" fmla="*/ 1144530 w 1364792"/>
                <a:gd name="connsiteY32" fmla="*/ 295445 h 634940"/>
                <a:gd name="connsiteX33" fmla="*/ 1271530 w 1364792"/>
                <a:gd name="connsiteY33" fmla="*/ 298620 h 634940"/>
                <a:gd name="connsiteX34" fmla="*/ 1347730 w 1364792"/>
                <a:gd name="connsiteY34" fmla="*/ 400220 h 634940"/>
                <a:gd name="connsiteX35" fmla="*/ 1357255 w 1364792"/>
                <a:gd name="connsiteY35" fmla="*/ 451020 h 634940"/>
                <a:gd name="connsiteX36" fmla="*/ 1255655 w 1364792"/>
                <a:gd name="connsiteY36" fmla="*/ 460545 h 634940"/>
                <a:gd name="connsiteX37" fmla="*/ 1169930 w 1364792"/>
                <a:gd name="connsiteY37" fmla="*/ 431970 h 634940"/>
                <a:gd name="connsiteX38" fmla="*/ 1090555 w 1364792"/>
                <a:gd name="connsiteY38" fmla="*/ 454195 h 634940"/>
                <a:gd name="connsiteX39" fmla="*/ 1027055 w 1364792"/>
                <a:gd name="connsiteY39" fmla="*/ 441495 h 634940"/>
                <a:gd name="connsiteX40" fmla="*/ 944505 w 1364792"/>
                <a:gd name="connsiteY40" fmla="*/ 384345 h 634940"/>
                <a:gd name="connsiteX41" fmla="*/ 903230 w 1364792"/>
                <a:gd name="connsiteY41" fmla="*/ 377995 h 634940"/>
                <a:gd name="connsiteX42" fmla="*/ 779405 w 1364792"/>
                <a:gd name="connsiteY42" fmla="*/ 292270 h 634940"/>
                <a:gd name="connsiteX43" fmla="*/ 738130 w 1364792"/>
                <a:gd name="connsiteY43" fmla="*/ 270045 h 634940"/>
                <a:gd name="connsiteX44" fmla="*/ 633355 w 1364792"/>
                <a:gd name="connsiteY44" fmla="*/ 247820 h 634940"/>
                <a:gd name="connsiteX45" fmla="*/ 534930 w 1364792"/>
                <a:gd name="connsiteY45" fmla="*/ 231945 h 634940"/>
                <a:gd name="connsiteX46" fmla="*/ 493655 w 1364792"/>
                <a:gd name="connsiteY46" fmla="*/ 219245 h 634940"/>
                <a:gd name="connsiteX47" fmla="*/ 322205 w 1364792"/>
                <a:gd name="connsiteY47" fmla="*/ 216070 h 634940"/>
                <a:gd name="connsiteX48" fmla="*/ 223780 w 1364792"/>
                <a:gd name="connsiteY48" fmla="*/ 155745 h 634940"/>
                <a:gd name="connsiteX49" fmla="*/ 274580 w 1364792"/>
                <a:gd name="connsiteY49" fmla="*/ 219245 h 634940"/>
                <a:gd name="connsiteX50" fmla="*/ 290455 w 1364792"/>
                <a:gd name="connsiteY50" fmla="*/ 377995 h 634940"/>
                <a:gd name="connsiteX51" fmla="*/ 246005 w 1364792"/>
                <a:gd name="connsiteY51" fmla="*/ 454195 h 634940"/>
                <a:gd name="connsiteX52" fmla="*/ 315855 w 1364792"/>
                <a:gd name="connsiteY52" fmla="*/ 397045 h 634940"/>
                <a:gd name="connsiteX53" fmla="*/ 426980 w 1364792"/>
                <a:gd name="connsiteY53" fmla="*/ 397045 h 634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364792" h="634940">
                  <a:moveTo>
                    <a:pt x="426980" y="397045"/>
                  </a:moveTo>
                  <a:cubicBezTo>
                    <a:pt x="428568" y="394399"/>
                    <a:pt x="346547" y="389637"/>
                    <a:pt x="325380" y="381170"/>
                  </a:cubicBezTo>
                  <a:cubicBezTo>
                    <a:pt x="304213" y="372703"/>
                    <a:pt x="303684" y="362120"/>
                    <a:pt x="299980" y="346245"/>
                  </a:cubicBezTo>
                  <a:cubicBezTo>
                    <a:pt x="296276" y="330370"/>
                    <a:pt x="304213" y="303911"/>
                    <a:pt x="303155" y="285920"/>
                  </a:cubicBezTo>
                  <a:cubicBezTo>
                    <a:pt x="302097" y="267929"/>
                    <a:pt x="292572" y="249407"/>
                    <a:pt x="293630" y="238295"/>
                  </a:cubicBezTo>
                  <a:cubicBezTo>
                    <a:pt x="294688" y="227183"/>
                    <a:pt x="303155" y="219245"/>
                    <a:pt x="309505" y="219245"/>
                  </a:cubicBezTo>
                  <a:cubicBezTo>
                    <a:pt x="315855" y="219245"/>
                    <a:pt x="318501" y="239353"/>
                    <a:pt x="331730" y="238295"/>
                  </a:cubicBezTo>
                  <a:cubicBezTo>
                    <a:pt x="344959" y="237237"/>
                    <a:pt x="359776" y="215541"/>
                    <a:pt x="388880" y="212895"/>
                  </a:cubicBezTo>
                  <a:lnTo>
                    <a:pt x="506355" y="222420"/>
                  </a:lnTo>
                  <a:cubicBezTo>
                    <a:pt x="534930" y="238824"/>
                    <a:pt x="550276" y="283803"/>
                    <a:pt x="560330" y="311320"/>
                  </a:cubicBezTo>
                  <a:cubicBezTo>
                    <a:pt x="570384" y="338837"/>
                    <a:pt x="567738" y="355241"/>
                    <a:pt x="566680" y="387520"/>
                  </a:cubicBezTo>
                  <a:cubicBezTo>
                    <a:pt x="565622" y="419799"/>
                    <a:pt x="562447" y="478537"/>
                    <a:pt x="553980" y="504995"/>
                  </a:cubicBezTo>
                  <a:cubicBezTo>
                    <a:pt x="545513" y="531453"/>
                    <a:pt x="531226" y="544153"/>
                    <a:pt x="515880" y="546270"/>
                  </a:cubicBezTo>
                  <a:cubicBezTo>
                    <a:pt x="500534" y="548387"/>
                    <a:pt x="482013" y="524045"/>
                    <a:pt x="461905" y="517695"/>
                  </a:cubicBezTo>
                  <a:cubicBezTo>
                    <a:pt x="441797" y="511345"/>
                    <a:pt x="417455" y="505524"/>
                    <a:pt x="395230" y="508170"/>
                  </a:cubicBezTo>
                  <a:cubicBezTo>
                    <a:pt x="373005" y="510816"/>
                    <a:pt x="362422" y="515578"/>
                    <a:pt x="328555" y="533570"/>
                  </a:cubicBezTo>
                  <a:cubicBezTo>
                    <a:pt x="294688" y="551562"/>
                    <a:pt x="217430" y="600245"/>
                    <a:pt x="192030" y="616120"/>
                  </a:cubicBezTo>
                  <a:cubicBezTo>
                    <a:pt x="166630" y="631995"/>
                    <a:pt x="195734" y="642049"/>
                    <a:pt x="176155" y="628820"/>
                  </a:cubicBezTo>
                  <a:cubicBezTo>
                    <a:pt x="156576" y="615591"/>
                    <a:pt x="94663" y="569553"/>
                    <a:pt x="74555" y="536745"/>
                  </a:cubicBezTo>
                  <a:cubicBezTo>
                    <a:pt x="54447" y="503937"/>
                    <a:pt x="53917" y="466366"/>
                    <a:pt x="55505" y="431970"/>
                  </a:cubicBezTo>
                  <a:cubicBezTo>
                    <a:pt x="57092" y="397574"/>
                    <a:pt x="90959" y="353653"/>
                    <a:pt x="84080" y="330370"/>
                  </a:cubicBezTo>
                  <a:cubicBezTo>
                    <a:pt x="77201" y="307087"/>
                    <a:pt x="27459" y="328253"/>
                    <a:pt x="14230" y="292270"/>
                  </a:cubicBezTo>
                  <a:cubicBezTo>
                    <a:pt x="1001" y="256287"/>
                    <a:pt x="-4820" y="157332"/>
                    <a:pt x="4705" y="114470"/>
                  </a:cubicBezTo>
                  <a:cubicBezTo>
                    <a:pt x="14230" y="71608"/>
                    <a:pt x="33809" y="54145"/>
                    <a:pt x="71380" y="35095"/>
                  </a:cubicBezTo>
                  <a:cubicBezTo>
                    <a:pt x="108951" y="16045"/>
                    <a:pt x="174568" y="-1947"/>
                    <a:pt x="230130" y="170"/>
                  </a:cubicBezTo>
                  <a:cubicBezTo>
                    <a:pt x="285692" y="2287"/>
                    <a:pt x="362422" y="34037"/>
                    <a:pt x="404755" y="47795"/>
                  </a:cubicBezTo>
                  <a:cubicBezTo>
                    <a:pt x="447088" y="61553"/>
                    <a:pt x="447088" y="81132"/>
                    <a:pt x="484130" y="82720"/>
                  </a:cubicBezTo>
                  <a:cubicBezTo>
                    <a:pt x="521172" y="84307"/>
                    <a:pt x="589963" y="56791"/>
                    <a:pt x="627005" y="57320"/>
                  </a:cubicBezTo>
                  <a:cubicBezTo>
                    <a:pt x="664047" y="57849"/>
                    <a:pt x="679922" y="75312"/>
                    <a:pt x="706380" y="85895"/>
                  </a:cubicBezTo>
                  <a:cubicBezTo>
                    <a:pt x="732838" y="96478"/>
                    <a:pt x="749772" y="103358"/>
                    <a:pt x="785755" y="120820"/>
                  </a:cubicBezTo>
                  <a:cubicBezTo>
                    <a:pt x="821738" y="138282"/>
                    <a:pt x="884180" y="165799"/>
                    <a:pt x="922280" y="190670"/>
                  </a:cubicBezTo>
                  <a:cubicBezTo>
                    <a:pt x="960380" y="215541"/>
                    <a:pt x="977313" y="252583"/>
                    <a:pt x="1014355" y="270045"/>
                  </a:cubicBezTo>
                  <a:cubicBezTo>
                    <a:pt x="1051397" y="287507"/>
                    <a:pt x="1101668" y="290682"/>
                    <a:pt x="1144530" y="295445"/>
                  </a:cubicBezTo>
                  <a:cubicBezTo>
                    <a:pt x="1187393" y="300207"/>
                    <a:pt x="1237663" y="281157"/>
                    <a:pt x="1271530" y="298620"/>
                  </a:cubicBezTo>
                  <a:cubicBezTo>
                    <a:pt x="1305397" y="316082"/>
                    <a:pt x="1333443" y="374820"/>
                    <a:pt x="1347730" y="400220"/>
                  </a:cubicBezTo>
                  <a:cubicBezTo>
                    <a:pt x="1362017" y="425620"/>
                    <a:pt x="1372601" y="440966"/>
                    <a:pt x="1357255" y="451020"/>
                  </a:cubicBezTo>
                  <a:cubicBezTo>
                    <a:pt x="1341909" y="461074"/>
                    <a:pt x="1286876" y="463720"/>
                    <a:pt x="1255655" y="460545"/>
                  </a:cubicBezTo>
                  <a:cubicBezTo>
                    <a:pt x="1224434" y="457370"/>
                    <a:pt x="1197447" y="433028"/>
                    <a:pt x="1169930" y="431970"/>
                  </a:cubicBezTo>
                  <a:cubicBezTo>
                    <a:pt x="1142413" y="430912"/>
                    <a:pt x="1114368" y="452607"/>
                    <a:pt x="1090555" y="454195"/>
                  </a:cubicBezTo>
                  <a:cubicBezTo>
                    <a:pt x="1066742" y="455783"/>
                    <a:pt x="1051397" y="453137"/>
                    <a:pt x="1027055" y="441495"/>
                  </a:cubicBezTo>
                  <a:cubicBezTo>
                    <a:pt x="1002713" y="429853"/>
                    <a:pt x="965143" y="394928"/>
                    <a:pt x="944505" y="384345"/>
                  </a:cubicBezTo>
                  <a:cubicBezTo>
                    <a:pt x="923868" y="373762"/>
                    <a:pt x="930747" y="393341"/>
                    <a:pt x="903230" y="377995"/>
                  </a:cubicBezTo>
                  <a:cubicBezTo>
                    <a:pt x="875713" y="362649"/>
                    <a:pt x="806922" y="310262"/>
                    <a:pt x="779405" y="292270"/>
                  </a:cubicBezTo>
                  <a:cubicBezTo>
                    <a:pt x="751888" y="274278"/>
                    <a:pt x="762472" y="277453"/>
                    <a:pt x="738130" y="270045"/>
                  </a:cubicBezTo>
                  <a:cubicBezTo>
                    <a:pt x="713788" y="262637"/>
                    <a:pt x="667222" y="254170"/>
                    <a:pt x="633355" y="247820"/>
                  </a:cubicBezTo>
                  <a:cubicBezTo>
                    <a:pt x="599488" y="241470"/>
                    <a:pt x="558213" y="236707"/>
                    <a:pt x="534930" y="231945"/>
                  </a:cubicBezTo>
                  <a:cubicBezTo>
                    <a:pt x="511647" y="227182"/>
                    <a:pt x="529109" y="221891"/>
                    <a:pt x="493655" y="219245"/>
                  </a:cubicBezTo>
                  <a:cubicBezTo>
                    <a:pt x="458201" y="216599"/>
                    <a:pt x="367184" y="226653"/>
                    <a:pt x="322205" y="216070"/>
                  </a:cubicBezTo>
                  <a:cubicBezTo>
                    <a:pt x="277226" y="205487"/>
                    <a:pt x="231717" y="155216"/>
                    <a:pt x="223780" y="155745"/>
                  </a:cubicBezTo>
                  <a:cubicBezTo>
                    <a:pt x="215842" y="156274"/>
                    <a:pt x="263468" y="182203"/>
                    <a:pt x="274580" y="219245"/>
                  </a:cubicBezTo>
                  <a:cubicBezTo>
                    <a:pt x="285692" y="256287"/>
                    <a:pt x="295217" y="338837"/>
                    <a:pt x="290455" y="377995"/>
                  </a:cubicBezTo>
                  <a:cubicBezTo>
                    <a:pt x="285692" y="417153"/>
                    <a:pt x="241772" y="451020"/>
                    <a:pt x="246005" y="454195"/>
                  </a:cubicBezTo>
                  <a:cubicBezTo>
                    <a:pt x="250238" y="457370"/>
                    <a:pt x="286751" y="406570"/>
                    <a:pt x="315855" y="397045"/>
                  </a:cubicBezTo>
                  <a:cubicBezTo>
                    <a:pt x="344959" y="387520"/>
                    <a:pt x="425392" y="399691"/>
                    <a:pt x="426980" y="397045"/>
                  </a:cubicBezTo>
                  <a:close/>
                </a:path>
              </a:pathLst>
            </a:custGeom>
            <a:gradFill flip="none" rotWithShape="1">
              <a:gsLst>
                <a:gs pos="44240">
                  <a:srgbClr val="C78C91"/>
                </a:gs>
                <a:gs pos="23000">
                  <a:srgbClr val="D4AAA6"/>
                </a:gs>
                <a:gs pos="66000">
                  <a:srgbClr val="F2D1D3"/>
                </a:gs>
                <a:gs pos="80000">
                  <a:srgbClr val="BA5958">
                    <a:alpha val="75000"/>
                  </a:srgbClr>
                </a:gs>
              </a:gsLst>
              <a:path path="shape">
                <a:fillToRect l="50000" t="50000" r="50000" b="50000"/>
              </a:path>
              <a:tileRect/>
            </a:gra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Freeform 145"/>
            <p:cNvSpPr/>
            <p:nvPr/>
          </p:nvSpPr>
          <p:spPr>
            <a:xfrm rot="11271926">
              <a:off x="9174854" y="6215145"/>
              <a:ext cx="247334" cy="442417"/>
            </a:xfrm>
            <a:custGeom>
              <a:avLst/>
              <a:gdLst>
                <a:gd name="connsiteX0" fmla="*/ 298 w 189039"/>
                <a:gd name="connsiteY0" fmla="*/ 314787 h 343435"/>
                <a:gd name="connsiteX1" fmla="*/ 41573 w 189039"/>
                <a:gd name="connsiteY1" fmla="*/ 343362 h 343435"/>
                <a:gd name="connsiteX2" fmla="*/ 130473 w 189039"/>
                <a:gd name="connsiteY2" fmla="*/ 321137 h 343435"/>
                <a:gd name="connsiteX3" fmla="*/ 165398 w 189039"/>
                <a:gd name="connsiteY3" fmla="*/ 267162 h 343435"/>
                <a:gd name="connsiteX4" fmla="*/ 184448 w 189039"/>
                <a:gd name="connsiteY4" fmla="*/ 210012 h 343435"/>
                <a:gd name="connsiteX5" fmla="*/ 187623 w 189039"/>
                <a:gd name="connsiteY5" fmla="*/ 117937 h 343435"/>
                <a:gd name="connsiteX6" fmla="*/ 165398 w 189039"/>
                <a:gd name="connsiteY6" fmla="*/ 44912 h 343435"/>
                <a:gd name="connsiteX7" fmla="*/ 152698 w 189039"/>
                <a:gd name="connsiteY7" fmla="*/ 462 h 343435"/>
                <a:gd name="connsiteX8" fmla="*/ 117773 w 189039"/>
                <a:gd name="connsiteY8" fmla="*/ 22687 h 343435"/>
                <a:gd name="connsiteX9" fmla="*/ 105073 w 189039"/>
                <a:gd name="connsiteY9" fmla="*/ 38562 h 343435"/>
                <a:gd name="connsiteX10" fmla="*/ 101898 w 189039"/>
                <a:gd name="connsiteY10" fmla="*/ 136987 h 343435"/>
                <a:gd name="connsiteX11" fmla="*/ 60623 w 189039"/>
                <a:gd name="connsiteY11" fmla="*/ 203662 h 343435"/>
                <a:gd name="connsiteX12" fmla="*/ 298 w 189039"/>
                <a:gd name="connsiteY12" fmla="*/ 314787 h 34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9039" h="343435">
                  <a:moveTo>
                    <a:pt x="298" y="314787"/>
                  </a:moveTo>
                  <a:cubicBezTo>
                    <a:pt x="-2877" y="338070"/>
                    <a:pt x="19877" y="342304"/>
                    <a:pt x="41573" y="343362"/>
                  </a:cubicBezTo>
                  <a:cubicBezTo>
                    <a:pt x="63269" y="344420"/>
                    <a:pt x="109836" y="333837"/>
                    <a:pt x="130473" y="321137"/>
                  </a:cubicBezTo>
                  <a:cubicBezTo>
                    <a:pt x="151110" y="308437"/>
                    <a:pt x="156402" y="285683"/>
                    <a:pt x="165398" y="267162"/>
                  </a:cubicBezTo>
                  <a:cubicBezTo>
                    <a:pt x="174394" y="248641"/>
                    <a:pt x="180744" y="234883"/>
                    <a:pt x="184448" y="210012"/>
                  </a:cubicBezTo>
                  <a:cubicBezTo>
                    <a:pt x="188152" y="185141"/>
                    <a:pt x="190798" y="145454"/>
                    <a:pt x="187623" y="117937"/>
                  </a:cubicBezTo>
                  <a:cubicBezTo>
                    <a:pt x="184448" y="90420"/>
                    <a:pt x="171219" y="64491"/>
                    <a:pt x="165398" y="44912"/>
                  </a:cubicBezTo>
                  <a:cubicBezTo>
                    <a:pt x="159577" y="25333"/>
                    <a:pt x="160635" y="4166"/>
                    <a:pt x="152698" y="462"/>
                  </a:cubicBezTo>
                  <a:cubicBezTo>
                    <a:pt x="144761" y="-3242"/>
                    <a:pt x="125710" y="16337"/>
                    <a:pt x="117773" y="22687"/>
                  </a:cubicBezTo>
                  <a:cubicBezTo>
                    <a:pt x="109836" y="29037"/>
                    <a:pt x="107719" y="19512"/>
                    <a:pt x="105073" y="38562"/>
                  </a:cubicBezTo>
                  <a:cubicBezTo>
                    <a:pt x="102427" y="57612"/>
                    <a:pt x="109306" y="109470"/>
                    <a:pt x="101898" y="136987"/>
                  </a:cubicBezTo>
                  <a:cubicBezTo>
                    <a:pt x="94490" y="164504"/>
                    <a:pt x="73852" y="178791"/>
                    <a:pt x="60623" y="203662"/>
                  </a:cubicBezTo>
                  <a:cubicBezTo>
                    <a:pt x="47394" y="228533"/>
                    <a:pt x="3473" y="291504"/>
                    <a:pt x="298" y="314787"/>
                  </a:cubicBezTo>
                  <a:close/>
                </a:path>
              </a:pathLst>
            </a:custGeom>
            <a:gradFill>
              <a:gsLst>
                <a:gs pos="44240">
                  <a:srgbClr val="C78C91"/>
                </a:gs>
                <a:gs pos="23000">
                  <a:srgbClr val="D4AAA6"/>
                </a:gs>
                <a:gs pos="66000">
                  <a:srgbClr val="F2D1D3"/>
                </a:gs>
                <a:gs pos="80000">
                  <a:srgbClr val="BA5958">
                    <a:alpha val="75000"/>
                  </a:srgbClr>
                </a:gs>
              </a:gsLst>
              <a:path path="shape">
                <a:fillToRect l="50000" t="50000" r="50000" b="50000"/>
              </a:path>
            </a:gra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Freeform 146"/>
            <p:cNvSpPr/>
            <p:nvPr/>
          </p:nvSpPr>
          <p:spPr>
            <a:xfrm rot="13044563">
              <a:off x="9339407" y="6555039"/>
              <a:ext cx="339313" cy="320280"/>
            </a:xfrm>
            <a:custGeom>
              <a:avLst/>
              <a:gdLst>
                <a:gd name="connsiteX0" fmla="*/ 4 w 259339"/>
                <a:gd name="connsiteY0" fmla="*/ 118607 h 248624"/>
                <a:gd name="connsiteX1" fmla="*/ 53979 w 259339"/>
                <a:gd name="connsiteY1" fmla="*/ 166232 h 248624"/>
                <a:gd name="connsiteX2" fmla="*/ 117479 w 259339"/>
                <a:gd name="connsiteY2" fmla="*/ 239257 h 248624"/>
                <a:gd name="connsiteX3" fmla="*/ 155579 w 259339"/>
                <a:gd name="connsiteY3" fmla="*/ 245607 h 248624"/>
                <a:gd name="connsiteX4" fmla="*/ 212729 w 259339"/>
                <a:gd name="connsiteY4" fmla="*/ 220207 h 248624"/>
                <a:gd name="connsiteX5" fmla="*/ 257179 w 259339"/>
                <a:gd name="connsiteY5" fmla="*/ 220207 h 248624"/>
                <a:gd name="connsiteX6" fmla="*/ 247654 w 259339"/>
                <a:gd name="connsiteY6" fmla="*/ 166232 h 248624"/>
                <a:gd name="connsiteX7" fmla="*/ 206379 w 259339"/>
                <a:gd name="connsiteY7" fmla="*/ 90032 h 248624"/>
                <a:gd name="connsiteX8" fmla="*/ 168279 w 259339"/>
                <a:gd name="connsiteY8" fmla="*/ 48757 h 248624"/>
                <a:gd name="connsiteX9" fmla="*/ 133354 w 259339"/>
                <a:gd name="connsiteY9" fmla="*/ 1132 h 248624"/>
                <a:gd name="connsiteX10" fmla="*/ 92079 w 259339"/>
                <a:gd name="connsiteY10" fmla="*/ 13832 h 248624"/>
                <a:gd name="connsiteX11" fmla="*/ 63504 w 259339"/>
                <a:gd name="connsiteY11" fmla="*/ 1132 h 248624"/>
                <a:gd name="connsiteX12" fmla="*/ 50804 w 259339"/>
                <a:gd name="connsiteY12" fmla="*/ 39232 h 248624"/>
                <a:gd name="connsiteX13" fmla="*/ 4 w 259339"/>
                <a:gd name="connsiteY13" fmla="*/ 118607 h 248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9339" h="248624">
                  <a:moveTo>
                    <a:pt x="4" y="118607"/>
                  </a:moveTo>
                  <a:cubicBezTo>
                    <a:pt x="533" y="139774"/>
                    <a:pt x="34400" y="146124"/>
                    <a:pt x="53979" y="166232"/>
                  </a:cubicBezTo>
                  <a:cubicBezTo>
                    <a:pt x="73558" y="186340"/>
                    <a:pt x="100546" y="226028"/>
                    <a:pt x="117479" y="239257"/>
                  </a:cubicBezTo>
                  <a:cubicBezTo>
                    <a:pt x="134412" y="252486"/>
                    <a:pt x="139704" y="248782"/>
                    <a:pt x="155579" y="245607"/>
                  </a:cubicBezTo>
                  <a:cubicBezTo>
                    <a:pt x="171454" y="242432"/>
                    <a:pt x="195796" y="224440"/>
                    <a:pt x="212729" y="220207"/>
                  </a:cubicBezTo>
                  <a:cubicBezTo>
                    <a:pt x="229662" y="215974"/>
                    <a:pt x="251358" y="229203"/>
                    <a:pt x="257179" y="220207"/>
                  </a:cubicBezTo>
                  <a:cubicBezTo>
                    <a:pt x="263000" y="211211"/>
                    <a:pt x="256121" y="187928"/>
                    <a:pt x="247654" y="166232"/>
                  </a:cubicBezTo>
                  <a:cubicBezTo>
                    <a:pt x="239187" y="144536"/>
                    <a:pt x="219608" y="109611"/>
                    <a:pt x="206379" y="90032"/>
                  </a:cubicBezTo>
                  <a:cubicBezTo>
                    <a:pt x="193150" y="70453"/>
                    <a:pt x="180450" y="63574"/>
                    <a:pt x="168279" y="48757"/>
                  </a:cubicBezTo>
                  <a:cubicBezTo>
                    <a:pt x="156108" y="33940"/>
                    <a:pt x="146054" y="6953"/>
                    <a:pt x="133354" y="1132"/>
                  </a:cubicBezTo>
                  <a:cubicBezTo>
                    <a:pt x="120654" y="-4689"/>
                    <a:pt x="103721" y="13832"/>
                    <a:pt x="92079" y="13832"/>
                  </a:cubicBezTo>
                  <a:cubicBezTo>
                    <a:pt x="80437" y="13832"/>
                    <a:pt x="70383" y="-3101"/>
                    <a:pt x="63504" y="1132"/>
                  </a:cubicBezTo>
                  <a:cubicBezTo>
                    <a:pt x="56625" y="5365"/>
                    <a:pt x="56625" y="23886"/>
                    <a:pt x="50804" y="39232"/>
                  </a:cubicBezTo>
                  <a:cubicBezTo>
                    <a:pt x="44983" y="54578"/>
                    <a:pt x="-525" y="97440"/>
                    <a:pt x="4" y="118607"/>
                  </a:cubicBezTo>
                  <a:close/>
                </a:path>
              </a:pathLst>
            </a:custGeom>
            <a:gradFill>
              <a:gsLst>
                <a:gs pos="44240">
                  <a:srgbClr val="C78C91"/>
                </a:gs>
                <a:gs pos="23000">
                  <a:srgbClr val="D4AAA6"/>
                </a:gs>
                <a:gs pos="66000">
                  <a:srgbClr val="F2D1D3"/>
                </a:gs>
                <a:gs pos="80000">
                  <a:srgbClr val="BA5958">
                    <a:alpha val="75000"/>
                  </a:srgbClr>
                </a:gs>
              </a:gsLst>
              <a:path path="shape">
                <a:fillToRect l="50000" t="50000" r="50000" b="50000"/>
              </a:path>
            </a:gra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Freeform 147"/>
            <p:cNvSpPr/>
            <p:nvPr/>
          </p:nvSpPr>
          <p:spPr>
            <a:xfrm rot="13398748">
              <a:off x="9944869" y="6215458"/>
              <a:ext cx="869983" cy="708961"/>
            </a:xfrm>
            <a:custGeom>
              <a:avLst/>
              <a:gdLst>
                <a:gd name="connsiteX0" fmla="*/ 1070 w 664934"/>
                <a:gd name="connsiteY0" fmla="*/ 373888 h 550345"/>
                <a:gd name="connsiteX1" fmla="*/ 55045 w 664934"/>
                <a:gd name="connsiteY1" fmla="*/ 446913 h 550345"/>
                <a:gd name="connsiteX2" fmla="*/ 77270 w 664934"/>
                <a:gd name="connsiteY2" fmla="*/ 513588 h 550345"/>
                <a:gd name="connsiteX3" fmla="*/ 121720 w 664934"/>
                <a:gd name="connsiteY3" fmla="*/ 529463 h 550345"/>
                <a:gd name="connsiteX4" fmla="*/ 213795 w 664934"/>
                <a:gd name="connsiteY4" fmla="*/ 535813 h 550345"/>
                <a:gd name="connsiteX5" fmla="*/ 270945 w 664934"/>
                <a:gd name="connsiteY5" fmla="*/ 538988 h 550345"/>
                <a:gd name="connsiteX6" fmla="*/ 340795 w 664934"/>
                <a:gd name="connsiteY6" fmla="*/ 548513 h 550345"/>
                <a:gd name="connsiteX7" fmla="*/ 404295 w 664934"/>
                <a:gd name="connsiteY7" fmla="*/ 548513 h 550345"/>
                <a:gd name="connsiteX8" fmla="*/ 432870 w 664934"/>
                <a:gd name="connsiteY8" fmla="*/ 529463 h 550345"/>
                <a:gd name="connsiteX9" fmla="*/ 461445 w 664934"/>
                <a:gd name="connsiteY9" fmla="*/ 475488 h 550345"/>
                <a:gd name="connsiteX10" fmla="*/ 470970 w 664934"/>
                <a:gd name="connsiteY10" fmla="*/ 437388 h 550345"/>
                <a:gd name="connsiteX11" fmla="*/ 480495 w 664934"/>
                <a:gd name="connsiteY11" fmla="*/ 367538 h 550345"/>
                <a:gd name="connsiteX12" fmla="*/ 490020 w 664934"/>
                <a:gd name="connsiteY12" fmla="*/ 313563 h 550345"/>
                <a:gd name="connsiteX13" fmla="*/ 509070 w 664934"/>
                <a:gd name="connsiteY13" fmla="*/ 392938 h 550345"/>
                <a:gd name="connsiteX14" fmla="*/ 528120 w 664934"/>
                <a:gd name="connsiteY14" fmla="*/ 405638 h 550345"/>
                <a:gd name="connsiteX15" fmla="*/ 563045 w 664934"/>
                <a:gd name="connsiteY15" fmla="*/ 405638 h 550345"/>
                <a:gd name="connsiteX16" fmla="*/ 601145 w 664934"/>
                <a:gd name="connsiteY16" fmla="*/ 383413 h 550345"/>
                <a:gd name="connsiteX17" fmla="*/ 617020 w 664934"/>
                <a:gd name="connsiteY17" fmla="*/ 373888 h 550345"/>
                <a:gd name="connsiteX18" fmla="*/ 648770 w 664934"/>
                <a:gd name="connsiteY18" fmla="*/ 345313 h 550345"/>
                <a:gd name="connsiteX19" fmla="*/ 658295 w 664934"/>
                <a:gd name="connsiteY19" fmla="*/ 278638 h 550345"/>
                <a:gd name="connsiteX20" fmla="*/ 661470 w 664934"/>
                <a:gd name="connsiteY20" fmla="*/ 221488 h 550345"/>
                <a:gd name="connsiteX21" fmla="*/ 651945 w 664934"/>
                <a:gd name="connsiteY21" fmla="*/ 192913 h 550345"/>
                <a:gd name="connsiteX22" fmla="*/ 524945 w 664934"/>
                <a:gd name="connsiteY22" fmla="*/ 192913 h 550345"/>
                <a:gd name="connsiteX23" fmla="*/ 410645 w 664934"/>
                <a:gd name="connsiteY23" fmla="*/ 177038 h 550345"/>
                <a:gd name="connsiteX24" fmla="*/ 382070 w 664934"/>
                <a:gd name="connsiteY24" fmla="*/ 170688 h 550345"/>
                <a:gd name="connsiteX25" fmla="*/ 270945 w 664934"/>
                <a:gd name="connsiteY25" fmla="*/ 126238 h 550345"/>
                <a:gd name="connsiteX26" fmla="*/ 251895 w 664934"/>
                <a:gd name="connsiteY26" fmla="*/ 116713 h 550345"/>
                <a:gd name="connsiteX27" fmla="*/ 216970 w 664934"/>
                <a:gd name="connsiteY27" fmla="*/ 78613 h 550345"/>
                <a:gd name="connsiteX28" fmla="*/ 194745 w 664934"/>
                <a:gd name="connsiteY28" fmla="*/ 43688 h 550345"/>
                <a:gd name="connsiteX29" fmla="*/ 178870 w 664934"/>
                <a:gd name="connsiteY29" fmla="*/ 8763 h 550345"/>
                <a:gd name="connsiteX30" fmla="*/ 153470 w 664934"/>
                <a:gd name="connsiteY30" fmla="*/ 8763 h 550345"/>
                <a:gd name="connsiteX31" fmla="*/ 201095 w 664934"/>
                <a:gd name="connsiteY31" fmla="*/ 107188 h 550345"/>
                <a:gd name="connsiteX32" fmla="*/ 213795 w 664934"/>
                <a:gd name="connsiteY32" fmla="*/ 246888 h 550345"/>
                <a:gd name="connsiteX33" fmla="*/ 239195 w 664934"/>
                <a:gd name="connsiteY33" fmla="*/ 307213 h 550345"/>
                <a:gd name="connsiteX34" fmla="*/ 289995 w 664934"/>
                <a:gd name="connsiteY34" fmla="*/ 358013 h 550345"/>
                <a:gd name="connsiteX35" fmla="*/ 324920 w 664934"/>
                <a:gd name="connsiteY35" fmla="*/ 392938 h 550345"/>
                <a:gd name="connsiteX36" fmla="*/ 226495 w 664934"/>
                <a:gd name="connsiteY36" fmla="*/ 310388 h 550345"/>
                <a:gd name="connsiteX37" fmla="*/ 109020 w 664934"/>
                <a:gd name="connsiteY37" fmla="*/ 354838 h 550345"/>
                <a:gd name="connsiteX38" fmla="*/ 1070 w 664934"/>
                <a:gd name="connsiteY38" fmla="*/ 373888 h 550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664934" h="550345">
                  <a:moveTo>
                    <a:pt x="1070" y="373888"/>
                  </a:moveTo>
                  <a:cubicBezTo>
                    <a:pt x="-7926" y="389234"/>
                    <a:pt x="42345" y="423630"/>
                    <a:pt x="55045" y="446913"/>
                  </a:cubicBezTo>
                  <a:cubicBezTo>
                    <a:pt x="67745" y="470196"/>
                    <a:pt x="66157" y="499830"/>
                    <a:pt x="77270" y="513588"/>
                  </a:cubicBezTo>
                  <a:cubicBezTo>
                    <a:pt x="88383" y="527346"/>
                    <a:pt x="98966" y="525759"/>
                    <a:pt x="121720" y="529463"/>
                  </a:cubicBezTo>
                  <a:cubicBezTo>
                    <a:pt x="144474" y="533167"/>
                    <a:pt x="213795" y="535813"/>
                    <a:pt x="213795" y="535813"/>
                  </a:cubicBezTo>
                  <a:cubicBezTo>
                    <a:pt x="238666" y="537401"/>
                    <a:pt x="249778" y="536871"/>
                    <a:pt x="270945" y="538988"/>
                  </a:cubicBezTo>
                  <a:cubicBezTo>
                    <a:pt x="292112" y="541105"/>
                    <a:pt x="318570" y="546926"/>
                    <a:pt x="340795" y="548513"/>
                  </a:cubicBezTo>
                  <a:cubicBezTo>
                    <a:pt x="363020" y="550100"/>
                    <a:pt x="388949" y="551688"/>
                    <a:pt x="404295" y="548513"/>
                  </a:cubicBezTo>
                  <a:cubicBezTo>
                    <a:pt x="419641" y="545338"/>
                    <a:pt x="423345" y="541634"/>
                    <a:pt x="432870" y="529463"/>
                  </a:cubicBezTo>
                  <a:cubicBezTo>
                    <a:pt x="442395" y="517292"/>
                    <a:pt x="455095" y="490834"/>
                    <a:pt x="461445" y="475488"/>
                  </a:cubicBezTo>
                  <a:cubicBezTo>
                    <a:pt x="467795" y="460142"/>
                    <a:pt x="467795" y="455380"/>
                    <a:pt x="470970" y="437388"/>
                  </a:cubicBezTo>
                  <a:cubicBezTo>
                    <a:pt x="474145" y="419396"/>
                    <a:pt x="477320" y="388176"/>
                    <a:pt x="480495" y="367538"/>
                  </a:cubicBezTo>
                  <a:cubicBezTo>
                    <a:pt x="483670" y="346900"/>
                    <a:pt x="485258" y="309330"/>
                    <a:pt x="490020" y="313563"/>
                  </a:cubicBezTo>
                  <a:cubicBezTo>
                    <a:pt x="494782" y="317796"/>
                    <a:pt x="502720" y="377592"/>
                    <a:pt x="509070" y="392938"/>
                  </a:cubicBezTo>
                  <a:cubicBezTo>
                    <a:pt x="515420" y="408284"/>
                    <a:pt x="519124" y="403521"/>
                    <a:pt x="528120" y="405638"/>
                  </a:cubicBezTo>
                  <a:cubicBezTo>
                    <a:pt x="537116" y="407755"/>
                    <a:pt x="550874" y="409342"/>
                    <a:pt x="563045" y="405638"/>
                  </a:cubicBezTo>
                  <a:cubicBezTo>
                    <a:pt x="575216" y="401934"/>
                    <a:pt x="592149" y="388705"/>
                    <a:pt x="601145" y="383413"/>
                  </a:cubicBezTo>
                  <a:cubicBezTo>
                    <a:pt x="610141" y="378121"/>
                    <a:pt x="609083" y="380238"/>
                    <a:pt x="617020" y="373888"/>
                  </a:cubicBezTo>
                  <a:cubicBezTo>
                    <a:pt x="624957" y="367538"/>
                    <a:pt x="641891" y="361188"/>
                    <a:pt x="648770" y="345313"/>
                  </a:cubicBezTo>
                  <a:cubicBezTo>
                    <a:pt x="655649" y="329438"/>
                    <a:pt x="656178" y="299275"/>
                    <a:pt x="658295" y="278638"/>
                  </a:cubicBezTo>
                  <a:cubicBezTo>
                    <a:pt x="660412" y="258001"/>
                    <a:pt x="662528" y="235775"/>
                    <a:pt x="661470" y="221488"/>
                  </a:cubicBezTo>
                  <a:cubicBezTo>
                    <a:pt x="660412" y="207201"/>
                    <a:pt x="674699" y="197676"/>
                    <a:pt x="651945" y="192913"/>
                  </a:cubicBezTo>
                  <a:cubicBezTo>
                    <a:pt x="629191" y="188150"/>
                    <a:pt x="565162" y="195559"/>
                    <a:pt x="524945" y="192913"/>
                  </a:cubicBezTo>
                  <a:cubicBezTo>
                    <a:pt x="484728" y="190267"/>
                    <a:pt x="434458" y="180742"/>
                    <a:pt x="410645" y="177038"/>
                  </a:cubicBezTo>
                  <a:cubicBezTo>
                    <a:pt x="386833" y="173334"/>
                    <a:pt x="405353" y="179155"/>
                    <a:pt x="382070" y="170688"/>
                  </a:cubicBezTo>
                  <a:cubicBezTo>
                    <a:pt x="358787" y="162221"/>
                    <a:pt x="292641" y="135234"/>
                    <a:pt x="270945" y="126238"/>
                  </a:cubicBezTo>
                  <a:cubicBezTo>
                    <a:pt x="249249" y="117242"/>
                    <a:pt x="260891" y="124650"/>
                    <a:pt x="251895" y="116713"/>
                  </a:cubicBezTo>
                  <a:cubicBezTo>
                    <a:pt x="242899" y="108775"/>
                    <a:pt x="226495" y="90784"/>
                    <a:pt x="216970" y="78613"/>
                  </a:cubicBezTo>
                  <a:cubicBezTo>
                    <a:pt x="207445" y="66442"/>
                    <a:pt x="201095" y="55330"/>
                    <a:pt x="194745" y="43688"/>
                  </a:cubicBezTo>
                  <a:cubicBezTo>
                    <a:pt x="188395" y="32046"/>
                    <a:pt x="185749" y="14584"/>
                    <a:pt x="178870" y="8763"/>
                  </a:cubicBezTo>
                  <a:cubicBezTo>
                    <a:pt x="171991" y="2942"/>
                    <a:pt x="149766" y="-7641"/>
                    <a:pt x="153470" y="8763"/>
                  </a:cubicBezTo>
                  <a:cubicBezTo>
                    <a:pt x="157174" y="25167"/>
                    <a:pt x="191041" y="67501"/>
                    <a:pt x="201095" y="107188"/>
                  </a:cubicBezTo>
                  <a:cubicBezTo>
                    <a:pt x="211149" y="146875"/>
                    <a:pt x="207445" y="213550"/>
                    <a:pt x="213795" y="246888"/>
                  </a:cubicBezTo>
                  <a:cubicBezTo>
                    <a:pt x="220145" y="280225"/>
                    <a:pt x="226495" y="288692"/>
                    <a:pt x="239195" y="307213"/>
                  </a:cubicBezTo>
                  <a:cubicBezTo>
                    <a:pt x="251895" y="325734"/>
                    <a:pt x="289995" y="358013"/>
                    <a:pt x="289995" y="358013"/>
                  </a:cubicBezTo>
                  <a:cubicBezTo>
                    <a:pt x="304282" y="372300"/>
                    <a:pt x="335503" y="400875"/>
                    <a:pt x="324920" y="392938"/>
                  </a:cubicBezTo>
                  <a:cubicBezTo>
                    <a:pt x="314337" y="385001"/>
                    <a:pt x="262478" y="316738"/>
                    <a:pt x="226495" y="310388"/>
                  </a:cubicBezTo>
                  <a:cubicBezTo>
                    <a:pt x="190512" y="304038"/>
                    <a:pt x="139182" y="343726"/>
                    <a:pt x="109020" y="354838"/>
                  </a:cubicBezTo>
                  <a:cubicBezTo>
                    <a:pt x="78858" y="365950"/>
                    <a:pt x="10066" y="358542"/>
                    <a:pt x="1070" y="373888"/>
                  </a:cubicBezTo>
                  <a:close/>
                </a:path>
              </a:pathLst>
            </a:custGeom>
            <a:gradFill>
              <a:gsLst>
                <a:gs pos="44240">
                  <a:srgbClr val="C78C91"/>
                </a:gs>
                <a:gs pos="23000">
                  <a:srgbClr val="D4AAA6"/>
                </a:gs>
                <a:gs pos="66000">
                  <a:srgbClr val="F2D1D3"/>
                </a:gs>
                <a:gs pos="80000">
                  <a:srgbClr val="BA5958">
                    <a:alpha val="75000"/>
                  </a:srgbClr>
                </a:gs>
              </a:gsLst>
              <a:path path="shape">
                <a:fillToRect l="50000" t="50000" r="50000" b="50000"/>
              </a:path>
            </a:gra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Freeform 148"/>
            <p:cNvSpPr/>
            <p:nvPr/>
          </p:nvSpPr>
          <p:spPr>
            <a:xfrm rot="8770033">
              <a:off x="9546615" y="6177504"/>
              <a:ext cx="547620" cy="514330"/>
            </a:xfrm>
            <a:custGeom>
              <a:avLst/>
              <a:gdLst>
                <a:gd name="connsiteX0" fmla="*/ 5581 w 418550"/>
                <a:gd name="connsiteY0" fmla="*/ 106252 h 399259"/>
                <a:gd name="connsiteX1" fmla="*/ 24631 w 418550"/>
                <a:gd name="connsiteY1" fmla="*/ 201502 h 399259"/>
                <a:gd name="connsiteX2" fmla="*/ 84956 w 418550"/>
                <a:gd name="connsiteY2" fmla="*/ 287227 h 399259"/>
                <a:gd name="connsiteX3" fmla="*/ 119881 w 418550"/>
                <a:gd name="connsiteY3" fmla="*/ 344377 h 399259"/>
                <a:gd name="connsiteX4" fmla="*/ 129406 w 418550"/>
                <a:gd name="connsiteY4" fmla="*/ 392002 h 399259"/>
                <a:gd name="connsiteX5" fmla="*/ 215131 w 418550"/>
                <a:gd name="connsiteY5" fmla="*/ 395177 h 399259"/>
                <a:gd name="connsiteX6" fmla="*/ 297681 w 418550"/>
                <a:gd name="connsiteY6" fmla="*/ 353902 h 399259"/>
                <a:gd name="connsiteX7" fmla="*/ 389756 w 418550"/>
                <a:gd name="connsiteY7" fmla="*/ 252302 h 399259"/>
                <a:gd name="connsiteX8" fmla="*/ 418331 w 418550"/>
                <a:gd name="connsiteY8" fmla="*/ 172927 h 399259"/>
                <a:gd name="connsiteX9" fmla="*/ 402456 w 418550"/>
                <a:gd name="connsiteY9" fmla="*/ 23702 h 399259"/>
                <a:gd name="connsiteX10" fmla="*/ 392931 w 418550"/>
                <a:gd name="connsiteY10" fmla="*/ 7827 h 399259"/>
                <a:gd name="connsiteX11" fmla="*/ 297681 w 418550"/>
                <a:gd name="connsiteY11" fmla="*/ 99902 h 399259"/>
                <a:gd name="connsiteX12" fmla="*/ 269106 w 418550"/>
                <a:gd name="connsiteY12" fmla="*/ 122127 h 399259"/>
                <a:gd name="connsiteX13" fmla="*/ 272281 w 418550"/>
                <a:gd name="connsiteY13" fmla="*/ 245952 h 399259"/>
                <a:gd name="connsiteX14" fmla="*/ 265931 w 418550"/>
                <a:gd name="connsiteY14" fmla="*/ 277702 h 399259"/>
                <a:gd name="connsiteX15" fmla="*/ 246881 w 418550"/>
                <a:gd name="connsiteY15" fmla="*/ 131652 h 399259"/>
                <a:gd name="connsiteX16" fmla="*/ 202431 w 418550"/>
                <a:gd name="connsiteY16" fmla="*/ 141177 h 399259"/>
                <a:gd name="connsiteX17" fmla="*/ 119881 w 418550"/>
                <a:gd name="connsiteY17" fmla="*/ 144352 h 399259"/>
                <a:gd name="connsiteX18" fmla="*/ 5581 w 418550"/>
                <a:gd name="connsiteY18" fmla="*/ 106252 h 399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18550" h="399259">
                  <a:moveTo>
                    <a:pt x="5581" y="106252"/>
                  </a:moveTo>
                  <a:cubicBezTo>
                    <a:pt x="-10294" y="115777"/>
                    <a:pt x="11402" y="171340"/>
                    <a:pt x="24631" y="201502"/>
                  </a:cubicBezTo>
                  <a:cubicBezTo>
                    <a:pt x="37860" y="231664"/>
                    <a:pt x="69081" y="263415"/>
                    <a:pt x="84956" y="287227"/>
                  </a:cubicBezTo>
                  <a:cubicBezTo>
                    <a:pt x="100831" y="311040"/>
                    <a:pt x="112473" y="326915"/>
                    <a:pt x="119881" y="344377"/>
                  </a:cubicBezTo>
                  <a:cubicBezTo>
                    <a:pt x="127289" y="361839"/>
                    <a:pt x="113531" y="383535"/>
                    <a:pt x="129406" y="392002"/>
                  </a:cubicBezTo>
                  <a:cubicBezTo>
                    <a:pt x="145281" y="400469"/>
                    <a:pt x="187085" y="401527"/>
                    <a:pt x="215131" y="395177"/>
                  </a:cubicBezTo>
                  <a:cubicBezTo>
                    <a:pt x="243177" y="388827"/>
                    <a:pt x="268577" y="377714"/>
                    <a:pt x="297681" y="353902"/>
                  </a:cubicBezTo>
                  <a:cubicBezTo>
                    <a:pt x="326785" y="330090"/>
                    <a:pt x="369648" y="282465"/>
                    <a:pt x="389756" y="252302"/>
                  </a:cubicBezTo>
                  <a:cubicBezTo>
                    <a:pt x="409864" y="222139"/>
                    <a:pt x="416214" y="211027"/>
                    <a:pt x="418331" y="172927"/>
                  </a:cubicBezTo>
                  <a:cubicBezTo>
                    <a:pt x="420448" y="134827"/>
                    <a:pt x="406689" y="51219"/>
                    <a:pt x="402456" y="23702"/>
                  </a:cubicBezTo>
                  <a:cubicBezTo>
                    <a:pt x="398223" y="-3815"/>
                    <a:pt x="410394" y="-4873"/>
                    <a:pt x="392931" y="7827"/>
                  </a:cubicBezTo>
                  <a:cubicBezTo>
                    <a:pt x="375469" y="20527"/>
                    <a:pt x="318318" y="80852"/>
                    <a:pt x="297681" y="99902"/>
                  </a:cubicBezTo>
                  <a:cubicBezTo>
                    <a:pt x="277044" y="118952"/>
                    <a:pt x="273339" y="97785"/>
                    <a:pt x="269106" y="122127"/>
                  </a:cubicBezTo>
                  <a:cubicBezTo>
                    <a:pt x="264873" y="146469"/>
                    <a:pt x="272810" y="220023"/>
                    <a:pt x="272281" y="245952"/>
                  </a:cubicBezTo>
                  <a:cubicBezTo>
                    <a:pt x="271752" y="271881"/>
                    <a:pt x="270164" y="296752"/>
                    <a:pt x="265931" y="277702"/>
                  </a:cubicBezTo>
                  <a:cubicBezTo>
                    <a:pt x="261698" y="258652"/>
                    <a:pt x="257464" y="154406"/>
                    <a:pt x="246881" y="131652"/>
                  </a:cubicBezTo>
                  <a:cubicBezTo>
                    <a:pt x="236298" y="108898"/>
                    <a:pt x="223598" y="139060"/>
                    <a:pt x="202431" y="141177"/>
                  </a:cubicBezTo>
                  <a:cubicBezTo>
                    <a:pt x="181264" y="143294"/>
                    <a:pt x="150573" y="147527"/>
                    <a:pt x="119881" y="144352"/>
                  </a:cubicBezTo>
                  <a:cubicBezTo>
                    <a:pt x="89189" y="141177"/>
                    <a:pt x="21456" y="96727"/>
                    <a:pt x="5581" y="106252"/>
                  </a:cubicBezTo>
                  <a:close/>
                </a:path>
              </a:pathLst>
            </a:custGeom>
            <a:gradFill>
              <a:gsLst>
                <a:gs pos="44240">
                  <a:srgbClr val="C78C91"/>
                </a:gs>
                <a:gs pos="23000">
                  <a:srgbClr val="D4AAA6"/>
                </a:gs>
                <a:gs pos="66000">
                  <a:srgbClr val="F2D1D3"/>
                </a:gs>
                <a:gs pos="80000">
                  <a:srgbClr val="BA5958">
                    <a:alpha val="75000"/>
                  </a:srgbClr>
                </a:gs>
              </a:gsLst>
              <a:path path="shape">
                <a:fillToRect l="50000" t="50000" r="50000" b="50000"/>
              </a:path>
            </a:gra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Freeform 149"/>
            <p:cNvSpPr/>
            <p:nvPr/>
          </p:nvSpPr>
          <p:spPr>
            <a:xfrm rot="10362853">
              <a:off x="9713027" y="6549616"/>
              <a:ext cx="1216422" cy="1251077"/>
            </a:xfrm>
            <a:custGeom>
              <a:avLst/>
              <a:gdLst>
                <a:gd name="connsiteX0" fmla="*/ 2463 w 929720"/>
                <a:gd name="connsiteY0" fmla="*/ 279569 h 971174"/>
                <a:gd name="connsiteX1" fmla="*/ 56438 w 929720"/>
                <a:gd name="connsiteY1" fmla="*/ 247819 h 971174"/>
                <a:gd name="connsiteX2" fmla="*/ 132638 w 929720"/>
                <a:gd name="connsiteY2" fmla="*/ 238294 h 971174"/>
                <a:gd name="connsiteX3" fmla="*/ 97713 w 929720"/>
                <a:gd name="connsiteY3" fmla="*/ 171619 h 971174"/>
                <a:gd name="connsiteX4" fmla="*/ 154863 w 929720"/>
                <a:gd name="connsiteY4" fmla="*/ 155744 h 971174"/>
                <a:gd name="connsiteX5" fmla="*/ 158038 w 929720"/>
                <a:gd name="connsiteY5" fmla="*/ 114469 h 971174"/>
                <a:gd name="connsiteX6" fmla="*/ 173913 w 929720"/>
                <a:gd name="connsiteY6" fmla="*/ 216069 h 971174"/>
                <a:gd name="connsiteX7" fmla="*/ 227888 w 929720"/>
                <a:gd name="connsiteY7" fmla="*/ 273219 h 971174"/>
                <a:gd name="connsiteX8" fmla="*/ 316788 w 929720"/>
                <a:gd name="connsiteY8" fmla="*/ 295444 h 971174"/>
                <a:gd name="connsiteX9" fmla="*/ 402513 w 929720"/>
                <a:gd name="connsiteY9" fmla="*/ 330369 h 971174"/>
                <a:gd name="connsiteX10" fmla="*/ 437438 w 929720"/>
                <a:gd name="connsiteY10" fmla="*/ 397044 h 971174"/>
                <a:gd name="connsiteX11" fmla="*/ 481888 w 929720"/>
                <a:gd name="connsiteY11" fmla="*/ 425619 h 971174"/>
                <a:gd name="connsiteX12" fmla="*/ 542213 w 929720"/>
                <a:gd name="connsiteY12" fmla="*/ 470069 h 971174"/>
                <a:gd name="connsiteX13" fmla="*/ 577138 w 929720"/>
                <a:gd name="connsiteY13" fmla="*/ 508169 h 971174"/>
                <a:gd name="connsiteX14" fmla="*/ 602538 w 929720"/>
                <a:gd name="connsiteY14" fmla="*/ 558969 h 971174"/>
                <a:gd name="connsiteX15" fmla="*/ 627938 w 929720"/>
                <a:gd name="connsiteY15" fmla="*/ 644694 h 971174"/>
                <a:gd name="connsiteX16" fmla="*/ 688263 w 929720"/>
                <a:gd name="connsiteY16" fmla="*/ 755819 h 971174"/>
                <a:gd name="connsiteX17" fmla="*/ 748588 w 929720"/>
                <a:gd name="connsiteY17" fmla="*/ 787569 h 971174"/>
                <a:gd name="connsiteX18" fmla="*/ 599363 w 929720"/>
                <a:gd name="connsiteY18" fmla="*/ 705019 h 971174"/>
                <a:gd name="connsiteX19" fmla="*/ 504113 w 929720"/>
                <a:gd name="connsiteY19" fmla="*/ 739944 h 971174"/>
                <a:gd name="connsiteX20" fmla="*/ 450138 w 929720"/>
                <a:gd name="connsiteY20" fmla="*/ 774869 h 971174"/>
                <a:gd name="connsiteX21" fmla="*/ 345363 w 929720"/>
                <a:gd name="connsiteY21" fmla="*/ 746294 h 971174"/>
                <a:gd name="connsiteX22" fmla="*/ 281863 w 929720"/>
                <a:gd name="connsiteY22" fmla="*/ 711369 h 971174"/>
                <a:gd name="connsiteX23" fmla="*/ 224713 w 929720"/>
                <a:gd name="connsiteY23" fmla="*/ 647869 h 971174"/>
                <a:gd name="connsiteX24" fmla="*/ 126288 w 929720"/>
                <a:gd name="connsiteY24" fmla="*/ 571669 h 971174"/>
                <a:gd name="connsiteX25" fmla="*/ 97713 w 929720"/>
                <a:gd name="connsiteY25" fmla="*/ 619294 h 971174"/>
                <a:gd name="connsiteX26" fmla="*/ 164388 w 929720"/>
                <a:gd name="connsiteY26" fmla="*/ 755819 h 971174"/>
                <a:gd name="connsiteX27" fmla="*/ 259638 w 929720"/>
                <a:gd name="connsiteY27" fmla="*/ 841544 h 971174"/>
                <a:gd name="connsiteX28" fmla="*/ 796213 w 929720"/>
                <a:gd name="connsiteY28" fmla="*/ 965369 h 971174"/>
                <a:gd name="connsiteX29" fmla="*/ 878763 w 929720"/>
                <a:gd name="connsiteY29" fmla="*/ 936794 h 971174"/>
                <a:gd name="connsiteX30" fmla="*/ 929563 w 929720"/>
                <a:gd name="connsiteY30" fmla="*/ 812969 h 971174"/>
                <a:gd name="connsiteX31" fmla="*/ 862888 w 929720"/>
                <a:gd name="connsiteY31" fmla="*/ 689144 h 971174"/>
                <a:gd name="connsiteX32" fmla="*/ 773988 w 929720"/>
                <a:gd name="connsiteY32" fmla="*/ 574844 h 971174"/>
                <a:gd name="connsiteX33" fmla="*/ 739063 w 929720"/>
                <a:gd name="connsiteY33" fmla="*/ 470069 h 971174"/>
                <a:gd name="connsiteX34" fmla="*/ 666038 w 929720"/>
                <a:gd name="connsiteY34" fmla="*/ 400219 h 971174"/>
                <a:gd name="connsiteX35" fmla="*/ 624763 w 929720"/>
                <a:gd name="connsiteY35" fmla="*/ 365294 h 971174"/>
                <a:gd name="connsiteX36" fmla="*/ 519988 w 929720"/>
                <a:gd name="connsiteY36" fmla="*/ 292269 h 971174"/>
                <a:gd name="connsiteX37" fmla="*/ 475538 w 929720"/>
                <a:gd name="connsiteY37" fmla="*/ 197019 h 971174"/>
                <a:gd name="connsiteX38" fmla="*/ 405688 w 929720"/>
                <a:gd name="connsiteY38" fmla="*/ 152569 h 971174"/>
                <a:gd name="connsiteX39" fmla="*/ 253288 w 929720"/>
                <a:gd name="connsiteY39" fmla="*/ 41444 h 971174"/>
                <a:gd name="connsiteX40" fmla="*/ 161213 w 929720"/>
                <a:gd name="connsiteY40" fmla="*/ 169 h 971174"/>
                <a:gd name="connsiteX41" fmla="*/ 69138 w 929720"/>
                <a:gd name="connsiteY41" fmla="*/ 54144 h 971174"/>
                <a:gd name="connsiteX42" fmla="*/ 46913 w 929720"/>
                <a:gd name="connsiteY42" fmla="*/ 143044 h 971174"/>
                <a:gd name="connsiteX43" fmla="*/ 43738 w 929720"/>
                <a:gd name="connsiteY43" fmla="*/ 193844 h 971174"/>
                <a:gd name="connsiteX44" fmla="*/ 11988 w 929720"/>
                <a:gd name="connsiteY44" fmla="*/ 225594 h 971174"/>
                <a:gd name="connsiteX45" fmla="*/ 2463 w 929720"/>
                <a:gd name="connsiteY45" fmla="*/ 279569 h 971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929720" h="971174">
                  <a:moveTo>
                    <a:pt x="2463" y="279569"/>
                  </a:moveTo>
                  <a:cubicBezTo>
                    <a:pt x="9871" y="283273"/>
                    <a:pt x="34742" y="254698"/>
                    <a:pt x="56438" y="247819"/>
                  </a:cubicBezTo>
                  <a:cubicBezTo>
                    <a:pt x="78134" y="240940"/>
                    <a:pt x="125759" y="250994"/>
                    <a:pt x="132638" y="238294"/>
                  </a:cubicBezTo>
                  <a:cubicBezTo>
                    <a:pt x="139517" y="225594"/>
                    <a:pt x="94009" y="185377"/>
                    <a:pt x="97713" y="171619"/>
                  </a:cubicBezTo>
                  <a:cubicBezTo>
                    <a:pt x="101417" y="157861"/>
                    <a:pt x="144809" y="165269"/>
                    <a:pt x="154863" y="155744"/>
                  </a:cubicBezTo>
                  <a:cubicBezTo>
                    <a:pt x="164917" y="146219"/>
                    <a:pt x="154863" y="104415"/>
                    <a:pt x="158038" y="114469"/>
                  </a:cubicBezTo>
                  <a:cubicBezTo>
                    <a:pt x="161213" y="124523"/>
                    <a:pt x="162271" y="189611"/>
                    <a:pt x="173913" y="216069"/>
                  </a:cubicBezTo>
                  <a:cubicBezTo>
                    <a:pt x="185555" y="242527"/>
                    <a:pt x="204076" y="259990"/>
                    <a:pt x="227888" y="273219"/>
                  </a:cubicBezTo>
                  <a:cubicBezTo>
                    <a:pt x="251700" y="286448"/>
                    <a:pt x="287684" y="285919"/>
                    <a:pt x="316788" y="295444"/>
                  </a:cubicBezTo>
                  <a:cubicBezTo>
                    <a:pt x="345892" y="304969"/>
                    <a:pt x="382405" y="313436"/>
                    <a:pt x="402513" y="330369"/>
                  </a:cubicBezTo>
                  <a:cubicBezTo>
                    <a:pt x="422621" y="347302"/>
                    <a:pt x="424209" y="381169"/>
                    <a:pt x="437438" y="397044"/>
                  </a:cubicBezTo>
                  <a:cubicBezTo>
                    <a:pt x="450667" y="412919"/>
                    <a:pt x="464426" y="413448"/>
                    <a:pt x="481888" y="425619"/>
                  </a:cubicBezTo>
                  <a:cubicBezTo>
                    <a:pt x="499350" y="437790"/>
                    <a:pt x="526338" y="456311"/>
                    <a:pt x="542213" y="470069"/>
                  </a:cubicBezTo>
                  <a:cubicBezTo>
                    <a:pt x="558088" y="483827"/>
                    <a:pt x="567084" y="493352"/>
                    <a:pt x="577138" y="508169"/>
                  </a:cubicBezTo>
                  <a:cubicBezTo>
                    <a:pt x="587192" y="522986"/>
                    <a:pt x="594071" y="536215"/>
                    <a:pt x="602538" y="558969"/>
                  </a:cubicBezTo>
                  <a:cubicBezTo>
                    <a:pt x="611005" y="581723"/>
                    <a:pt x="613651" y="611886"/>
                    <a:pt x="627938" y="644694"/>
                  </a:cubicBezTo>
                  <a:cubicBezTo>
                    <a:pt x="642226" y="677502"/>
                    <a:pt x="668155" y="732007"/>
                    <a:pt x="688263" y="755819"/>
                  </a:cubicBezTo>
                  <a:cubicBezTo>
                    <a:pt x="708371" y="779631"/>
                    <a:pt x="763405" y="796036"/>
                    <a:pt x="748588" y="787569"/>
                  </a:cubicBezTo>
                  <a:cubicBezTo>
                    <a:pt x="733771" y="779102"/>
                    <a:pt x="640109" y="712956"/>
                    <a:pt x="599363" y="705019"/>
                  </a:cubicBezTo>
                  <a:cubicBezTo>
                    <a:pt x="558617" y="697082"/>
                    <a:pt x="528984" y="728302"/>
                    <a:pt x="504113" y="739944"/>
                  </a:cubicBezTo>
                  <a:cubicBezTo>
                    <a:pt x="479242" y="751586"/>
                    <a:pt x="476596" y="773811"/>
                    <a:pt x="450138" y="774869"/>
                  </a:cubicBezTo>
                  <a:cubicBezTo>
                    <a:pt x="423680" y="775927"/>
                    <a:pt x="373409" y="756877"/>
                    <a:pt x="345363" y="746294"/>
                  </a:cubicBezTo>
                  <a:cubicBezTo>
                    <a:pt x="317317" y="735711"/>
                    <a:pt x="301971" y="727773"/>
                    <a:pt x="281863" y="711369"/>
                  </a:cubicBezTo>
                  <a:cubicBezTo>
                    <a:pt x="261755" y="694965"/>
                    <a:pt x="250642" y="671152"/>
                    <a:pt x="224713" y="647869"/>
                  </a:cubicBezTo>
                  <a:cubicBezTo>
                    <a:pt x="198784" y="624586"/>
                    <a:pt x="147455" y="576431"/>
                    <a:pt x="126288" y="571669"/>
                  </a:cubicBezTo>
                  <a:cubicBezTo>
                    <a:pt x="105121" y="566907"/>
                    <a:pt x="91363" y="588602"/>
                    <a:pt x="97713" y="619294"/>
                  </a:cubicBezTo>
                  <a:cubicBezTo>
                    <a:pt x="104063" y="649986"/>
                    <a:pt x="137401" y="718777"/>
                    <a:pt x="164388" y="755819"/>
                  </a:cubicBezTo>
                  <a:cubicBezTo>
                    <a:pt x="191375" y="792861"/>
                    <a:pt x="154334" y="806619"/>
                    <a:pt x="259638" y="841544"/>
                  </a:cubicBezTo>
                  <a:cubicBezTo>
                    <a:pt x="364942" y="876469"/>
                    <a:pt x="693026" y="949494"/>
                    <a:pt x="796213" y="965369"/>
                  </a:cubicBezTo>
                  <a:cubicBezTo>
                    <a:pt x="899400" y="981244"/>
                    <a:pt x="856538" y="962194"/>
                    <a:pt x="878763" y="936794"/>
                  </a:cubicBezTo>
                  <a:cubicBezTo>
                    <a:pt x="900988" y="911394"/>
                    <a:pt x="932209" y="854244"/>
                    <a:pt x="929563" y="812969"/>
                  </a:cubicBezTo>
                  <a:cubicBezTo>
                    <a:pt x="926917" y="771694"/>
                    <a:pt x="888817" y="728831"/>
                    <a:pt x="862888" y="689144"/>
                  </a:cubicBezTo>
                  <a:cubicBezTo>
                    <a:pt x="836959" y="649457"/>
                    <a:pt x="794626" y="611357"/>
                    <a:pt x="773988" y="574844"/>
                  </a:cubicBezTo>
                  <a:cubicBezTo>
                    <a:pt x="753351" y="538332"/>
                    <a:pt x="757055" y="499173"/>
                    <a:pt x="739063" y="470069"/>
                  </a:cubicBezTo>
                  <a:cubicBezTo>
                    <a:pt x="721071" y="440965"/>
                    <a:pt x="685088" y="417681"/>
                    <a:pt x="666038" y="400219"/>
                  </a:cubicBezTo>
                  <a:cubicBezTo>
                    <a:pt x="646988" y="382757"/>
                    <a:pt x="649105" y="383286"/>
                    <a:pt x="624763" y="365294"/>
                  </a:cubicBezTo>
                  <a:cubicBezTo>
                    <a:pt x="600421" y="347302"/>
                    <a:pt x="544859" y="320315"/>
                    <a:pt x="519988" y="292269"/>
                  </a:cubicBezTo>
                  <a:cubicBezTo>
                    <a:pt x="495117" y="264223"/>
                    <a:pt x="494588" y="220302"/>
                    <a:pt x="475538" y="197019"/>
                  </a:cubicBezTo>
                  <a:cubicBezTo>
                    <a:pt x="456488" y="173736"/>
                    <a:pt x="442730" y="178498"/>
                    <a:pt x="405688" y="152569"/>
                  </a:cubicBezTo>
                  <a:cubicBezTo>
                    <a:pt x="368646" y="126640"/>
                    <a:pt x="294034" y="66844"/>
                    <a:pt x="253288" y="41444"/>
                  </a:cubicBezTo>
                  <a:cubicBezTo>
                    <a:pt x="212542" y="16044"/>
                    <a:pt x="191905" y="-1948"/>
                    <a:pt x="161213" y="169"/>
                  </a:cubicBezTo>
                  <a:cubicBezTo>
                    <a:pt x="130521" y="2286"/>
                    <a:pt x="88188" y="30332"/>
                    <a:pt x="69138" y="54144"/>
                  </a:cubicBezTo>
                  <a:cubicBezTo>
                    <a:pt x="50088" y="77956"/>
                    <a:pt x="51146" y="119761"/>
                    <a:pt x="46913" y="143044"/>
                  </a:cubicBezTo>
                  <a:cubicBezTo>
                    <a:pt x="42680" y="166327"/>
                    <a:pt x="49559" y="180086"/>
                    <a:pt x="43738" y="193844"/>
                  </a:cubicBezTo>
                  <a:cubicBezTo>
                    <a:pt x="37917" y="207602"/>
                    <a:pt x="17809" y="212894"/>
                    <a:pt x="11988" y="225594"/>
                  </a:cubicBezTo>
                  <a:cubicBezTo>
                    <a:pt x="6167" y="238294"/>
                    <a:pt x="-4945" y="275865"/>
                    <a:pt x="2463" y="279569"/>
                  </a:cubicBezTo>
                  <a:close/>
                </a:path>
              </a:pathLst>
            </a:custGeom>
            <a:gradFill>
              <a:gsLst>
                <a:gs pos="44240">
                  <a:srgbClr val="C78C91"/>
                </a:gs>
                <a:gs pos="23000">
                  <a:srgbClr val="D4AAA6"/>
                </a:gs>
                <a:gs pos="66000">
                  <a:srgbClr val="F2D1D3"/>
                </a:gs>
                <a:gs pos="80000">
                  <a:srgbClr val="BA5958">
                    <a:alpha val="75000"/>
                  </a:srgbClr>
                </a:gs>
              </a:gsLst>
              <a:path path="shape">
                <a:fillToRect l="50000" t="50000" r="50000" b="50000"/>
              </a:path>
            </a:gra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1" name="Freeform 150"/>
            <p:cNvSpPr/>
            <p:nvPr/>
          </p:nvSpPr>
          <p:spPr>
            <a:xfrm rot="7405472">
              <a:off x="9261586" y="6778087"/>
              <a:ext cx="1336773" cy="695504"/>
            </a:xfrm>
            <a:custGeom>
              <a:avLst/>
              <a:gdLst>
                <a:gd name="connsiteX0" fmla="*/ 177 w 1021705"/>
                <a:gd name="connsiteY0" fmla="*/ 197507 h 539899"/>
                <a:gd name="connsiteX1" fmla="*/ 60502 w 1021705"/>
                <a:gd name="connsiteY1" fmla="*/ 143532 h 539899"/>
                <a:gd name="connsiteX2" fmla="*/ 171627 w 1021705"/>
                <a:gd name="connsiteY2" fmla="*/ 76857 h 539899"/>
                <a:gd name="connsiteX3" fmla="*/ 314502 w 1021705"/>
                <a:gd name="connsiteY3" fmla="*/ 16532 h 539899"/>
                <a:gd name="connsiteX4" fmla="*/ 422452 w 1021705"/>
                <a:gd name="connsiteY4" fmla="*/ 41932 h 539899"/>
                <a:gd name="connsiteX5" fmla="*/ 485952 w 1021705"/>
                <a:gd name="connsiteY5" fmla="*/ 114957 h 539899"/>
                <a:gd name="connsiteX6" fmla="*/ 501827 w 1021705"/>
                <a:gd name="connsiteY6" fmla="*/ 216557 h 539899"/>
                <a:gd name="connsiteX7" fmla="*/ 505002 w 1021705"/>
                <a:gd name="connsiteY7" fmla="*/ 226082 h 539899"/>
                <a:gd name="connsiteX8" fmla="*/ 524052 w 1021705"/>
                <a:gd name="connsiteY8" fmla="*/ 156232 h 539899"/>
                <a:gd name="connsiteX9" fmla="*/ 606602 w 1021705"/>
                <a:gd name="connsiteY9" fmla="*/ 130832 h 539899"/>
                <a:gd name="connsiteX10" fmla="*/ 689152 w 1021705"/>
                <a:gd name="connsiteY10" fmla="*/ 156232 h 539899"/>
                <a:gd name="connsiteX11" fmla="*/ 800277 w 1021705"/>
                <a:gd name="connsiteY11" fmla="*/ 229257 h 539899"/>
                <a:gd name="connsiteX12" fmla="*/ 860602 w 1021705"/>
                <a:gd name="connsiteY12" fmla="*/ 349907 h 539899"/>
                <a:gd name="connsiteX13" fmla="*/ 860602 w 1021705"/>
                <a:gd name="connsiteY13" fmla="*/ 375307 h 539899"/>
                <a:gd name="connsiteX14" fmla="*/ 866952 w 1021705"/>
                <a:gd name="connsiteY14" fmla="*/ 334032 h 539899"/>
                <a:gd name="connsiteX15" fmla="*/ 905052 w 1021705"/>
                <a:gd name="connsiteY15" fmla="*/ 334032 h 539899"/>
                <a:gd name="connsiteX16" fmla="*/ 847902 w 1021705"/>
                <a:gd name="connsiteY16" fmla="*/ 295932 h 539899"/>
                <a:gd name="connsiteX17" fmla="*/ 765352 w 1021705"/>
                <a:gd name="connsiteY17" fmla="*/ 184807 h 539899"/>
                <a:gd name="connsiteX18" fmla="*/ 628827 w 1021705"/>
                <a:gd name="connsiteY18" fmla="*/ 127657 h 539899"/>
                <a:gd name="connsiteX19" fmla="*/ 530402 w 1021705"/>
                <a:gd name="connsiteY19" fmla="*/ 134007 h 539899"/>
                <a:gd name="connsiteX20" fmla="*/ 501827 w 1021705"/>
                <a:gd name="connsiteY20" fmla="*/ 114957 h 539899"/>
                <a:gd name="connsiteX21" fmla="*/ 466902 w 1021705"/>
                <a:gd name="connsiteY21" fmla="*/ 60982 h 539899"/>
                <a:gd name="connsiteX22" fmla="*/ 549452 w 1021705"/>
                <a:gd name="connsiteY22" fmla="*/ 19707 h 539899"/>
                <a:gd name="connsiteX23" fmla="*/ 625652 w 1021705"/>
                <a:gd name="connsiteY23" fmla="*/ 657 h 539899"/>
                <a:gd name="connsiteX24" fmla="*/ 705027 w 1021705"/>
                <a:gd name="connsiteY24" fmla="*/ 41932 h 539899"/>
                <a:gd name="connsiteX25" fmla="*/ 771702 w 1021705"/>
                <a:gd name="connsiteY25" fmla="*/ 86382 h 539899"/>
                <a:gd name="connsiteX26" fmla="*/ 835202 w 1021705"/>
                <a:gd name="connsiteY26" fmla="*/ 99082 h 539899"/>
                <a:gd name="connsiteX27" fmla="*/ 917752 w 1021705"/>
                <a:gd name="connsiteY27" fmla="*/ 194332 h 539899"/>
                <a:gd name="connsiteX28" fmla="*/ 1003477 w 1021705"/>
                <a:gd name="connsiteY28" fmla="*/ 267357 h 539899"/>
                <a:gd name="connsiteX29" fmla="*/ 1016177 w 1021705"/>
                <a:gd name="connsiteY29" fmla="*/ 429282 h 539899"/>
                <a:gd name="connsiteX30" fmla="*/ 933627 w 1021705"/>
                <a:gd name="connsiteY30" fmla="*/ 530882 h 539899"/>
                <a:gd name="connsiteX31" fmla="*/ 828852 w 1021705"/>
                <a:gd name="connsiteY31" fmla="*/ 527707 h 539899"/>
                <a:gd name="connsiteX32" fmla="*/ 708202 w 1021705"/>
                <a:gd name="connsiteY32" fmla="*/ 467382 h 539899"/>
                <a:gd name="connsiteX33" fmla="*/ 654227 w 1021705"/>
                <a:gd name="connsiteY33" fmla="*/ 391182 h 539899"/>
                <a:gd name="connsiteX34" fmla="*/ 663752 w 1021705"/>
                <a:gd name="connsiteY34" fmla="*/ 305457 h 539899"/>
                <a:gd name="connsiteX35" fmla="*/ 641527 w 1021705"/>
                <a:gd name="connsiteY35" fmla="*/ 280057 h 539899"/>
                <a:gd name="connsiteX36" fmla="*/ 597077 w 1021705"/>
                <a:gd name="connsiteY36" fmla="*/ 368957 h 539899"/>
                <a:gd name="connsiteX37" fmla="*/ 508177 w 1021705"/>
                <a:gd name="connsiteY37" fmla="*/ 400707 h 539899"/>
                <a:gd name="connsiteX38" fmla="*/ 400227 w 1021705"/>
                <a:gd name="connsiteY38" fmla="*/ 400707 h 539899"/>
                <a:gd name="connsiteX39" fmla="*/ 346252 w 1021705"/>
                <a:gd name="connsiteY39" fmla="*/ 327682 h 539899"/>
                <a:gd name="connsiteX40" fmla="*/ 333552 w 1021705"/>
                <a:gd name="connsiteY40" fmla="*/ 257832 h 539899"/>
                <a:gd name="connsiteX41" fmla="*/ 298627 w 1021705"/>
                <a:gd name="connsiteY41" fmla="*/ 229257 h 539899"/>
                <a:gd name="connsiteX42" fmla="*/ 289102 w 1021705"/>
                <a:gd name="connsiteY42" fmla="*/ 219732 h 539899"/>
                <a:gd name="connsiteX43" fmla="*/ 343077 w 1021705"/>
                <a:gd name="connsiteY43" fmla="*/ 191157 h 539899"/>
                <a:gd name="connsiteX44" fmla="*/ 247827 w 1021705"/>
                <a:gd name="connsiteY44" fmla="*/ 222907 h 539899"/>
                <a:gd name="connsiteX45" fmla="*/ 89077 w 1021705"/>
                <a:gd name="connsiteY45" fmla="*/ 321332 h 539899"/>
                <a:gd name="connsiteX46" fmla="*/ 44627 w 1021705"/>
                <a:gd name="connsiteY46" fmla="*/ 356257 h 539899"/>
                <a:gd name="connsiteX47" fmla="*/ 177 w 1021705"/>
                <a:gd name="connsiteY47" fmla="*/ 197507 h 539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1021705" h="539899">
                  <a:moveTo>
                    <a:pt x="177" y="197507"/>
                  </a:moveTo>
                  <a:cubicBezTo>
                    <a:pt x="2823" y="162053"/>
                    <a:pt x="31927" y="163640"/>
                    <a:pt x="60502" y="143532"/>
                  </a:cubicBezTo>
                  <a:cubicBezTo>
                    <a:pt x="89077" y="123424"/>
                    <a:pt x="129294" y="98024"/>
                    <a:pt x="171627" y="76857"/>
                  </a:cubicBezTo>
                  <a:cubicBezTo>
                    <a:pt x="213960" y="55690"/>
                    <a:pt x="272698" y="22353"/>
                    <a:pt x="314502" y="16532"/>
                  </a:cubicBezTo>
                  <a:cubicBezTo>
                    <a:pt x="356306" y="10711"/>
                    <a:pt x="393877" y="25528"/>
                    <a:pt x="422452" y="41932"/>
                  </a:cubicBezTo>
                  <a:cubicBezTo>
                    <a:pt x="451027" y="58336"/>
                    <a:pt x="472723" y="85853"/>
                    <a:pt x="485952" y="114957"/>
                  </a:cubicBezTo>
                  <a:cubicBezTo>
                    <a:pt x="499181" y="144061"/>
                    <a:pt x="501827" y="216557"/>
                    <a:pt x="501827" y="216557"/>
                  </a:cubicBezTo>
                  <a:cubicBezTo>
                    <a:pt x="505002" y="235078"/>
                    <a:pt x="501298" y="236136"/>
                    <a:pt x="505002" y="226082"/>
                  </a:cubicBezTo>
                  <a:cubicBezTo>
                    <a:pt x="508706" y="216028"/>
                    <a:pt x="507119" y="172107"/>
                    <a:pt x="524052" y="156232"/>
                  </a:cubicBezTo>
                  <a:cubicBezTo>
                    <a:pt x="540985" y="140357"/>
                    <a:pt x="579085" y="130832"/>
                    <a:pt x="606602" y="130832"/>
                  </a:cubicBezTo>
                  <a:cubicBezTo>
                    <a:pt x="634119" y="130832"/>
                    <a:pt x="656873" y="139828"/>
                    <a:pt x="689152" y="156232"/>
                  </a:cubicBezTo>
                  <a:cubicBezTo>
                    <a:pt x="721431" y="172636"/>
                    <a:pt x="771702" y="196978"/>
                    <a:pt x="800277" y="229257"/>
                  </a:cubicBezTo>
                  <a:cubicBezTo>
                    <a:pt x="828852" y="261536"/>
                    <a:pt x="850548" y="325565"/>
                    <a:pt x="860602" y="349907"/>
                  </a:cubicBezTo>
                  <a:cubicBezTo>
                    <a:pt x="870656" y="374249"/>
                    <a:pt x="859544" y="377953"/>
                    <a:pt x="860602" y="375307"/>
                  </a:cubicBezTo>
                  <a:cubicBezTo>
                    <a:pt x="861660" y="372661"/>
                    <a:pt x="859544" y="340911"/>
                    <a:pt x="866952" y="334032"/>
                  </a:cubicBezTo>
                  <a:cubicBezTo>
                    <a:pt x="874360" y="327153"/>
                    <a:pt x="908227" y="340382"/>
                    <a:pt x="905052" y="334032"/>
                  </a:cubicBezTo>
                  <a:cubicBezTo>
                    <a:pt x="901877" y="327682"/>
                    <a:pt x="871185" y="320803"/>
                    <a:pt x="847902" y="295932"/>
                  </a:cubicBezTo>
                  <a:cubicBezTo>
                    <a:pt x="824619" y="271061"/>
                    <a:pt x="801864" y="212853"/>
                    <a:pt x="765352" y="184807"/>
                  </a:cubicBezTo>
                  <a:cubicBezTo>
                    <a:pt x="728840" y="156761"/>
                    <a:pt x="667985" y="136124"/>
                    <a:pt x="628827" y="127657"/>
                  </a:cubicBezTo>
                  <a:cubicBezTo>
                    <a:pt x="589669" y="119190"/>
                    <a:pt x="551569" y="136124"/>
                    <a:pt x="530402" y="134007"/>
                  </a:cubicBezTo>
                  <a:cubicBezTo>
                    <a:pt x="509235" y="131890"/>
                    <a:pt x="512410" y="127128"/>
                    <a:pt x="501827" y="114957"/>
                  </a:cubicBezTo>
                  <a:cubicBezTo>
                    <a:pt x="491244" y="102786"/>
                    <a:pt x="458965" y="76857"/>
                    <a:pt x="466902" y="60982"/>
                  </a:cubicBezTo>
                  <a:cubicBezTo>
                    <a:pt x="474839" y="45107"/>
                    <a:pt x="522994" y="29761"/>
                    <a:pt x="549452" y="19707"/>
                  </a:cubicBezTo>
                  <a:cubicBezTo>
                    <a:pt x="575910" y="9653"/>
                    <a:pt x="599723" y="-3047"/>
                    <a:pt x="625652" y="657"/>
                  </a:cubicBezTo>
                  <a:cubicBezTo>
                    <a:pt x="651581" y="4361"/>
                    <a:pt x="680685" y="27645"/>
                    <a:pt x="705027" y="41932"/>
                  </a:cubicBezTo>
                  <a:cubicBezTo>
                    <a:pt x="729369" y="56219"/>
                    <a:pt x="750006" y="76857"/>
                    <a:pt x="771702" y="86382"/>
                  </a:cubicBezTo>
                  <a:cubicBezTo>
                    <a:pt x="793398" y="95907"/>
                    <a:pt x="810860" y="81090"/>
                    <a:pt x="835202" y="99082"/>
                  </a:cubicBezTo>
                  <a:cubicBezTo>
                    <a:pt x="859544" y="117074"/>
                    <a:pt x="889706" y="166286"/>
                    <a:pt x="917752" y="194332"/>
                  </a:cubicBezTo>
                  <a:cubicBezTo>
                    <a:pt x="945798" y="222378"/>
                    <a:pt x="987073" y="228199"/>
                    <a:pt x="1003477" y="267357"/>
                  </a:cubicBezTo>
                  <a:cubicBezTo>
                    <a:pt x="1019881" y="306515"/>
                    <a:pt x="1027819" y="385361"/>
                    <a:pt x="1016177" y="429282"/>
                  </a:cubicBezTo>
                  <a:cubicBezTo>
                    <a:pt x="1004535" y="473203"/>
                    <a:pt x="964848" y="514478"/>
                    <a:pt x="933627" y="530882"/>
                  </a:cubicBezTo>
                  <a:cubicBezTo>
                    <a:pt x="902406" y="547286"/>
                    <a:pt x="866423" y="538290"/>
                    <a:pt x="828852" y="527707"/>
                  </a:cubicBezTo>
                  <a:cubicBezTo>
                    <a:pt x="791281" y="517124"/>
                    <a:pt x="737306" y="490136"/>
                    <a:pt x="708202" y="467382"/>
                  </a:cubicBezTo>
                  <a:cubicBezTo>
                    <a:pt x="679098" y="444628"/>
                    <a:pt x="661635" y="418169"/>
                    <a:pt x="654227" y="391182"/>
                  </a:cubicBezTo>
                  <a:cubicBezTo>
                    <a:pt x="646819" y="364195"/>
                    <a:pt x="665869" y="323978"/>
                    <a:pt x="663752" y="305457"/>
                  </a:cubicBezTo>
                  <a:cubicBezTo>
                    <a:pt x="661635" y="286936"/>
                    <a:pt x="652639" y="269474"/>
                    <a:pt x="641527" y="280057"/>
                  </a:cubicBezTo>
                  <a:cubicBezTo>
                    <a:pt x="630415" y="290640"/>
                    <a:pt x="619302" y="348849"/>
                    <a:pt x="597077" y="368957"/>
                  </a:cubicBezTo>
                  <a:cubicBezTo>
                    <a:pt x="574852" y="389065"/>
                    <a:pt x="540985" y="395415"/>
                    <a:pt x="508177" y="400707"/>
                  </a:cubicBezTo>
                  <a:cubicBezTo>
                    <a:pt x="475369" y="405999"/>
                    <a:pt x="427215" y="412878"/>
                    <a:pt x="400227" y="400707"/>
                  </a:cubicBezTo>
                  <a:cubicBezTo>
                    <a:pt x="373240" y="388536"/>
                    <a:pt x="357365" y="351495"/>
                    <a:pt x="346252" y="327682"/>
                  </a:cubicBezTo>
                  <a:cubicBezTo>
                    <a:pt x="335140" y="303870"/>
                    <a:pt x="341490" y="274236"/>
                    <a:pt x="333552" y="257832"/>
                  </a:cubicBezTo>
                  <a:cubicBezTo>
                    <a:pt x="325615" y="241428"/>
                    <a:pt x="298627" y="229257"/>
                    <a:pt x="298627" y="229257"/>
                  </a:cubicBezTo>
                  <a:cubicBezTo>
                    <a:pt x="291219" y="222907"/>
                    <a:pt x="281694" y="226082"/>
                    <a:pt x="289102" y="219732"/>
                  </a:cubicBezTo>
                  <a:cubicBezTo>
                    <a:pt x="296510" y="213382"/>
                    <a:pt x="349956" y="190628"/>
                    <a:pt x="343077" y="191157"/>
                  </a:cubicBezTo>
                  <a:cubicBezTo>
                    <a:pt x="336198" y="191686"/>
                    <a:pt x="290160" y="201211"/>
                    <a:pt x="247827" y="222907"/>
                  </a:cubicBezTo>
                  <a:cubicBezTo>
                    <a:pt x="205494" y="244603"/>
                    <a:pt x="122944" y="299107"/>
                    <a:pt x="89077" y="321332"/>
                  </a:cubicBezTo>
                  <a:cubicBezTo>
                    <a:pt x="55210" y="343557"/>
                    <a:pt x="64206" y="375307"/>
                    <a:pt x="44627" y="356257"/>
                  </a:cubicBezTo>
                  <a:cubicBezTo>
                    <a:pt x="25048" y="337207"/>
                    <a:pt x="-2469" y="232961"/>
                    <a:pt x="177" y="197507"/>
                  </a:cubicBezTo>
                  <a:close/>
                </a:path>
              </a:pathLst>
            </a:custGeom>
            <a:gradFill>
              <a:gsLst>
                <a:gs pos="44240">
                  <a:srgbClr val="C78C91"/>
                </a:gs>
                <a:gs pos="23000">
                  <a:srgbClr val="D4AAA6"/>
                </a:gs>
                <a:gs pos="66000">
                  <a:srgbClr val="F2D1D3"/>
                </a:gs>
                <a:gs pos="80000">
                  <a:srgbClr val="BA5958">
                    <a:alpha val="75000"/>
                  </a:srgbClr>
                </a:gs>
              </a:gsLst>
              <a:path path="shape">
                <a:fillToRect l="50000" t="50000" r="50000" b="50000"/>
              </a:path>
            </a:gra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Freeform 151"/>
            <p:cNvSpPr/>
            <p:nvPr/>
          </p:nvSpPr>
          <p:spPr>
            <a:xfrm rot="8743568">
              <a:off x="9053663" y="6965960"/>
              <a:ext cx="1785660" cy="817937"/>
            </a:xfrm>
            <a:custGeom>
              <a:avLst/>
              <a:gdLst>
                <a:gd name="connsiteX0" fmla="*/ 426980 w 1364792"/>
                <a:gd name="connsiteY0" fmla="*/ 397045 h 634940"/>
                <a:gd name="connsiteX1" fmla="*/ 325380 w 1364792"/>
                <a:gd name="connsiteY1" fmla="*/ 381170 h 634940"/>
                <a:gd name="connsiteX2" fmla="*/ 299980 w 1364792"/>
                <a:gd name="connsiteY2" fmla="*/ 346245 h 634940"/>
                <a:gd name="connsiteX3" fmla="*/ 303155 w 1364792"/>
                <a:gd name="connsiteY3" fmla="*/ 285920 h 634940"/>
                <a:gd name="connsiteX4" fmla="*/ 293630 w 1364792"/>
                <a:gd name="connsiteY4" fmla="*/ 238295 h 634940"/>
                <a:gd name="connsiteX5" fmla="*/ 309505 w 1364792"/>
                <a:gd name="connsiteY5" fmla="*/ 219245 h 634940"/>
                <a:gd name="connsiteX6" fmla="*/ 331730 w 1364792"/>
                <a:gd name="connsiteY6" fmla="*/ 238295 h 634940"/>
                <a:gd name="connsiteX7" fmla="*/ 388880 w 1364792"/>
                <a:gd name="connsiteY7" fmla="*/ 212895 h 634940"/>
                <a:gd name="connsiteX8" fmla="*/ 506355 w 1364792"/>
                <a:gd name="connsiteY8" fmla="*/ 222420 h 634940"/>
                <a:gd name="connsiteX9" fmla="*/ 560330 w 1364792"/>
                <a:gd name="connsiteY9" fmla="*/ 311320 h 634940"/>
                <a:gd name="connsiteX10" fmla="*/ 566680 w 1364792"/>
                <a:gd name="connsiteY10" fmla="*/ 387520 h 634940"/>
                <a:gd name="connsiteX11" fmla="*/ 553980 w 1364792"/>
                <a:gd name="connsiteY11" fmla="*/ 504995 h 634940"/>
                <a:gd name="connsiteX12" fmla="*/ 515880 w 1364792"/>
                <a:gd name="connsiteY12" fmla="*/ 546270 h 634940"/>
                <a:gd name="connsiteX13" fmla="*/ 461905 w 1364792"/>
                <a:gd name="connsiteY13" fmla="*/ 517695 h 634940"/>
                <a:gd name="connsiteX14" fmla="*/ 395230 w 1364792"/>
                <a:gd name="connsiteY14" fmla="*/ 508170 h 634940"/>
                <a:gd name="connsiteX15" fmla="*/ 328555 w 1364792"/>
                <a:gd name="connsiteY15" fmla="*/ 533570 h 634940"/>
                <a:gd name="connsiteX16" fmla="*/ 192030 w 1364792"/>
                <a:gd name="connsiteY16" fmla="*/ 616120 h 634940"/>
                <a:gd name="connsiteX17" fmla="*/ 176155 w 1364792"/>
                <a:gd name="connsiteY17" fmla="*/ 628820 h 634940"/>
                <a:gd name="connsiteX18" fmla="*/ 74555 w 1364792"/>
                <a:gd name="connsiteY18" fmla="*/ 536745 h 634940"/>
                <a:gd name="connsiteX19" fmla="*/ 55505 w 1364792"/>
                <a:gd name="connsiteY19" fmla="*/ 431970 h 634940"/>
                <a:gd name="connsiteX20" fmla="*/ 84080 w 1364792"/>
                <a:gd name="connsiteY20" fmla="*/ 330370 h 634940"/>
                <a:gd name="connsiteX21" fmla="*/ 14230 w 1364792"/>
                <a:gd name="connsiteY21" fmla="*/ 292270 h 634940"/>
                <a:gd name="connsiteX22" fmla="*/ 4705 w 1364792"/>
                <a:gd name="connsiteY22" fmla="*/ 114470 h 634940"/>
                <a:gd name="connsiteX23" fmla="*/ 71380 w 1364792"/>
                <a:gd name="connsiteY23" fmla="*/ 35095 h 634940"/>
                <a:gd name="connsiteX24" fmla="*/ 230130 w 1364792"/>
                <a:gd name="connsiteY24" fmla="*/ 170 h 634940"/>
                <a:gd name="connsiteX25" fmla="*/ 404755 w 1364792"/>
                <a:gd name="connsiteY25" fmla="*/ 47795 h 634940"/>
                <a:gd name="connsiteX26" fmla="*/ 484130 w 1364792"/>
                <a:gd name="connsiteY26" fmla="*/ 82720 h 634940"/>
                <a:gd name="connsiteX27" fmla="*/ 627005 w 1364792"/>
                <a:gd name="connsiteY27" fmla="*/ 57320 h 634940"/>
                <a:gd name="connsiteX28" fmla="*/ 706380 w 1364792"/>
                <a:gd name="connsiteY28" fmla="*/ 85895 h 634940"/>
                <a:gd name="connsiteX29" fmla="*/ 785755 w 1364792"/>
                <a:gd name="connsiteY29" fmla="*/ 120820 h 634940"/>
                <a:gd name="connsiteX30" fmla="*/ 922280 w 1364792"/>
                <a:gd name="connsiteY30" fmla="*/ 190670 h 634940"/>
                <a:gd name="connsiteX31" fmla="*/ 1014355 w 1364792"/>
                <a:gd name="connsiteY31" fmla="*/ 270045 h 634940"/>
                <a:gd name="connsiteX32" fmla="*/ 1144530 w 1364792"/>
                <a:gd name="connsiteY32" fmla="*/ 295445 h 634940"/>
                <a:gd name="connsiteX33" fmla="*/ 1271530 w 1364792"/>
                <a:gd name="connsiteY33" fmla="*/ 298620 h 634940"/>
                <a:gd name="connsiteX34" fmla="*/ 1347730 w 1364792"/>
                <a:gd name="connsiteY34" fmla="*/ 400220 h 634940"/>
                <a:gd name="connsiteX35" fmla="*/ 1357255 w 1364792"/>
                <a:gd name="connsiteY35" fmla="*/ 451020 h 634940"/>
                <a:gd name="connsiteX36" fmla="*/ 1255655 w 1364792"/>
                <a:gd name="connsiteY36" fmla="*/ 460545 h 634940"/>
                <a:gd name="connsiteX37" fmla="*/ 1169930 w 1364792"/>
                <a:gd name="connsiteY37" fmla="*/ 431970 h 634940"/>
                <a:gd name="connsiteX38" fmla="*/ 1090555 w 1364792"/>
                <a:gd name="connsiteY38" fmla="*/ 454195 h 634940"/>
                <a:gd name="connsiteX39" fmla="*/ 1027055 w 1364792"/>
                <a:gd name="connsiteY39" fmla="*/ 441495 h 634940"/>
                <a:gd name="connsiteX40" fmla="*/ 944505 w 1364792"/>
                <a:gd name="connsiteY40" fmla="*/ 384345 h 634940"/>
                <a:gd name="connsiteX41" fmla="*/ 903230 w 1364792"/>
                <a:gd name="connsiteY41" fmla="*/ 377995 h 634940"/>
                <a:gd name="connsiteX42" fmla="*/ 779405 w 1364792"/>
                <a:gd name="connsiteY42" fmla="*/ 292270 h 634940"/>
                <a:gd name="connsiteX43" fmla="*/ 738130 w 1364792"/>
                <a:gd name="connsiteY43" fmla="*/ 270045 h 634940"/>
                <a:gd name="connsiteX44" fmla="*/ 633355 w 1364792"/>
                <a:gd name="connsiteY44" fmla="*/ 247820 h 634940"/>
                <a:gd name="connsiteX45" fmla="*/ 534930 w 1364792"/>
                <a:gd name="connsiteY45" fmla="*/ 231945 h 634940"/>
                <a:gd name="connsiteX46" fmla="*/ 493655 w 1364792"/>
                <a:gd name="connsiteY46" fmla="*/ 219245 h 634940"/>
                <a:gd name="connsiteX47" fmla="*/ 322205 w 1364792"/>
                <a:gd name="connsiteY47" fmla="*/ 216070 h 634940"/>
                <a:gd name="connsiteX48" fmla="*/ 223780 w 1364792"/>
                <a:gd name="connsiteY48" fmla="*/ 155745 h 634940"/>
                <a:gd name="connsiteX49" fmla="*/ 274580 w 1364792"/>
                <a:gd name="connsiteY49" fmla="*/ 219245 h 634940"/>
                <a:gd name="connsiteX50" fmla="*/ 290455 w 1364792"/>
                <a:gd name="connsiteY50" fmla="*/ 377995 h 634940"/>
                <a:gd name="connsiteX51" fmla="*/ 246005 w 1364792"/>
                <a:gd name="connsiteY51" fmla="*/ 454195 h 634940"/>
                <a:gd name="connsiteX52" fmla="*/ 315855 w 1364792"/>
                <a:gd name="connsiteY52" fmla="*/ 397045 h 634940"/>
                <a:gd name="connsiteX53" fmla="*/ 426980 w 1364792"/>
                <a:gd name="connsiteY53" fmla="*/ 397045 h 634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364792" h="634940">
                  <a:moveTo>
                    <a:pt x="426980" y="397045"/>
                  </a:moveTo>
                  <a:cubicBezTo>
                    <a:pt x="428568" y="394399"/>
                    <a:pt x="346547" y="389637"/>
                    <a:pt x="325380" y="381170"/>
                  </a:cubicBezTo>
                  <a:cubicBezTo>
                    <a:pt x="304213" y="372703"/>
                    <a:pt x="303684" y="362120"/>
                    <a:pt x="299980" y="346245"/>
                  </a:cubicBezTo>
                  <a:cubicBezTo>
                    <a:pt x="296276" y="330370"/>
                    <a:pt x="304213" y="303911"/>
                    <a:pt x="303155" y="285920"/>
                  </a:cubicBezTo>
                  <a:cubicBezTo>
                    <a:pt x="302097" y="267929"/>
                    <a:pt x="292572" y="249407"/>
                    <a:pt x="293630" y="238295"/>
                  </a:cubicBezTo>
                  <a:cubicBezTo>
                    <a:pt x="294688" y="227183"/>
                    <a:pt x="303155" y="219245"/>
                    <a:pt x="309505" y="219245"/>
                  </a:cubicBezTo>
                  <a:cubicBezTo>
                    <a:pt x="315855" y="219245"/>
                    <a:pt x="318501" y="239353"/>
                    <a:pt x="331730" y="238295"/>
                  </a:cubicBezTo>
                  <a:cubicBezTo>
                    <a:pt x="344959" y="237237"/>
                    <a:pt x="359776" y="215541"/>
                    <a:pt x="388880" y="212895"/>
                  </a:cubicBezTo>
                  <a:lnTo>
                    <a:pt x="506355" y="222420"/>
                  </a:lnTo>
                  <a:cubicBezTo>
                    <a:pt x="534930" y="238824"/>
                    <a:pt x="550276" y="283803"/>
                    <a:pt x="560330" y="311320"/>
                  </a:cubicBezTo>
                  <a:cubicBezTo>
                    <a:pt x="570384" y="338837"/>
                    <a:pt x="567738" y="355241"/>
                    <a:pt x="566680" y="387520"/>
                  </a:cubicBezTo>
                  <a:cubicBezTo>
                    <a:pt x="565622" y="419799"/>
                    <a:pt x="562447" y="478537"/>
                    <a:pt x="553980" y="504995"/>
                  </a:cubicBezTo>
                  <a:cubicBezTo>
                    <a:pt x="545513" y="531453"/>
                    <a:pt x="531226" y="544153"/>
                    <a:pt x="515880" y="546270"/>
                  </a:cubicBezTo>
                  <a:cubicBezTo>
                    <a:pt x="500534" y="548387"/>
                    <a:pt x="482013" y="524045"/>
                    <a:pt x="461905" y="517695"/>
                  </a:cubicBezTo>
                  <a:cubicBezTo>
                    <a:pt x="441797" y="511345"/>
                    <a:pt x="417455" y="505524"/>
                    <a:pt x="395230" y="508170"/>
                  </a:cubicBezTo>
                  <a:cubicBezTo>
                    <a:pt x="373005" y="510816"/>
                    <a:pt x="362422" y="515578"/>
                    <a:pt x="328555" y="533570"/>
                  </a:cubicBezTo>
                  <a:cubicBezTo>
                    <a:pt x="294688" y="551562"/>
                    <a:pt x="217430" y="600245"/>
                    <a:pt x="192030" y="616120"/>
                  </a:cubicBezTo>
                  <a:cubicBezTo>
                    <a:pt x="166630" y="631995"/>
                    <a:pt x="195734" y="642049"/>
                    <a:pt x="176155" y="628820"/>
                  </a:cubicBezTo>
                  <a:cubicBezTo>
                    <a:pt x="156576" y="615591"/>
                    <a:pt x="94663" y="569553"/>
                    <a:pt x="74555" y="536745"/>
                  </a:cubicBezTo>
                  <a:cubicBezTo>
                    <a:pt x="54447" y="503937"/>
                    <a:pt x="53917" y="466366"/>
                    <a:pt x="55505" y="431970"/>
                  </a:cubicBezTo>
                  <a:cubicBezTo>
                    <a:pt x="57092" y="397574"/>
                    <a:pt x="90959" y="353653"/>
                    <a:pt x="84080" y="330370"/>
                  </a:cubicBezTo>
                  <a:cubicBezTo>
                    <a:pt x="77201" y="307087"/>
                    <a:pt x="27459" y="328253"/>
                    <a:pt x="14230" y="292270"/>
                  </a:cubicBezTo>
                  <a:cubicBezTo>
                    <a:pt x="1001" y="256287"/>
                    <a:pt x="-4820" y="157332"/>
                    <a:pt x="4705" y="114470"/>
                  </a:cubicBezTo>
                  <a:cubicBezTo>
                    <a:pt x="14230" y="71608"/>
                    <a:pt x="33809" y="54145"/>
                    <a:pt x="71380" y="35095"/>
                  </a:cubicBezTo>
                  <a:cubicBezTo>
                    <a:pt x="108951" y="16045"/>
                    <a:pt x="174568" y="-1947"/>
                    <a:pt x="230130" y="170"/>
                  </a:cubicBezTo>
                  <a:cubicBezTo>
                    <a:pt x="285692" y="2287"/>
                    <a:pt x="362422" y="34037"/>
                    <a:pt x="404755" y="47795"/>
                  </a:cubicBezTo>
                  <a:cubicBezTo>
                    <a:pt x="447088" y="61553"/>
                    <a:pt x="447088" y="81132"/>
                    <a:pt x="484130" y="82720"/>
                  </a:cubicBezTo>
                  <a:cubicBezTo>
                    <a:pt x="521172" y="84307"/>
                    <a:pt x="589963" y="56791"/>
                    <a:pt x="627005" y="57320"/>
                  </a:cubicBezTo>
                  <a:cubicBezTo>
                    <a:pt x="664047" y="57849"/>
                    <a:pt x="679922" y="75312"/>
                    <a:pt x="706380" y="85895"/>
                  </a:cubicBezTo>
                  <a:cubicBezTo>
                    <a:pt x="732838" y="96478"/>
                    <a:pt x="749772" y="103358"/>
                    <a:pt x="785755" y="120820"/>
                  </a:cubicBezTo>
                  <a:cubicBezTo>
                    <a:pt x="821738" y="138282"/>
                    <a:pt x="884180" y="165799"/>
                    <a:pt x="922280" y="190670"/>
                  </a:cubicBezTo>
                  <a:cubicBezTo>
                    <a:pt x="960380" y="215541"/>
                    <a:pt x="977313" y="252583"/>
                    <a:pt x="1014355" y="270045"/>
                  </a:cubicBezTo>
                  <a:cubicBezTo>
                    <a:pt x="1051397" y="287507"/>
                    <a:pt x="1101668" y="290682"/>
                    <a:pt x="1144530" y="295445"/>
                  </a:cubicBezTo>
                  <a:cubicBezTo>
                    <a:pt x="1187393" y="300207"/>
                    <a:pt x="1237663" y="281157"/>
                    <a:pt x="1271530" y="298620"/>
                  </a:cubicBezTo>
                  <a:cubicBezTo>
                    <a:pt x="1305397" y="316082"/>
                    <a:pt x="1333443" y="374820"/>
                    <a:pt x="1347730" y="400220"/>
                  </a:cubicBezTo>
                  <a:cubicBezTo>
                    <a:pt x="1362017" y="425620"/>
                    <a:pt x="1372601" y="440966"/>
                    <a:pt x="1357255" y="451020"/>
                  </a:cubicBezTo>
                  <a:cubicBezTo>
                    <a:pt x="1341909" y="461074"/>
                    <a:pt x="1286876" y="463720"/>
                    <a:pt x="1255655" y="460545"/>
                  </a:cubicBezTo>
                  <a:cubicBezTo>
                    <a:pt x="1224434" y="457370"/>
                    <a:pt x="1197447" y="433028"/>
                    <a:pt x="1169930" y="431970"/>
                  </a:cubicBezTo>
                  <a:cubicBezTo>
                    <a:pt x="1142413" y="430912"/>
                    <a:pt x="1114368" y="452607"/>
                    <a:pt x="1090555" y="454195"/>
                  </a:cubicBezTo>
                  <a:cubicBezTo>
                    <a:pt x="1066742" y="455783"/>
                    <a:pt x="1051397" y="453137"/>
                    <a:pt x="1027055" y="441495"/>
                  </a:cubicBezTo>
                  <a:cubicBezTo>
                    <a:pt x="1002713" y="429853"/>
                    <a:pt x="965143" y="394928"/>
                    <a:pt x="944505" y="384345"/>
                  </a:cubicBezTo>
                  <a:cubicBezTo>
                    <a:pt x="923868" y="373762"/>
                    <a:pt x="930747" y="393341"/>
                    <a:pt x="903230" y="377995"/>
                  </a:cubicBezTo>
                  <a:cubicBezTo>
                    <a:pt x="875713" y="362649"/>
                    <a:pt x="806922" y="310262"/>
                    <a:pt x="779405" y="292270"/>
                  </a:cubicBezTo>
                  <a:cubicBezTo>
                    <a:pt x="751888" y="274278"/>
                    <a:pt x="762472" y="277453"/>
                    <a:pt x="738130" y="270045"/>
                  </a:cubicBezTo>
                  <a:cubicBezTo>
                    <a:pt x="713788" y="262637"/>
                    <a:pt x="667222" y="254170"/>
                    <a:pt x="633355" y="247820"/>
                  </a:cubicBezTo>
                  <a:cubicBezTo>
                    <a:pt x="599488" y="241470"/>
                    <a:pt x="558213" y="236707"/>
                    <a:pt x="534930" y="231945"/>
                  </a:cubicBezTo>
                  <a:cubicBezTo>
                    <a:pt x="511647" y="227182"/>
                    <a:pt x="529109" y="221891"/>
                    <a:pt x="493655" y="219245"/>
                  </a:cubicBezTo>
                  <a:cubicBezTo>
                    <a:pt x="458201" y="216599"/>
                    <a:pt x="367184" y="226653"/>
                    <a:pt x="322205" y="216070"/>
                  </a:cubicBezTo>
                  <a:cubicBezTo>
                    <a:pt x="277226" y="205487"/>
                    <a:pt x="231717" y="155216"/>
                    <a:pt x="223780" y="155745"/>
                  </a:cubicBezTo>
                  <a:cubicBezTo>
                    <a:pt x="215842" y="156274"/>
                    <a:pt x="263468" y="182203"/>
                    <a:pt x="274580" y="219245"/>
                  </a:cubicBezTo>
                  <a:cubicBezTo>
                    <a:pt x="285692" y="256287"/>
                    <a:pt x="295217" y="338837"/>
                    <a:pt x="290455" y="377995"/>
                  </a:cubicBezTo>
                  <a:cubicBezTo>
                    <a:pt x="285692" y="417153"/>
                    <a:pt x="241772" y="451020"/>
                    <a:pt x="246005" y="454195"/>
                  </a:cubicBezTo>
                  <a:cubicBezTo>
                    <a:pt x="250238" y="457370"/>
                    <a:pt x="286751" y="406570"/>
                    <a:pt x="315855" y="397045"/>
                  </a:cubicBezTo>
                  <a:cubicBezTo>
                    <a:pt x="344959" y="387520"/>
                    <a:pt x="425392" y="399691"/>
                    <a:pt x="426980" y="397045"/>
                  </a:cubicBezTo>
                  <a:close/>
                </a:path>
              </a:pathLst>
            </a:custGeom>
            <a:gradFill flip="none" rotWithShape="1">
              <a:gsLst>
                <a:gs pos="44240">
                  <a:srgbClr val="C78C91"/>
                </a:gs>
                <a:gs pos="23000">
                  <a:srgbClr val="D4AAA6"/>
                </a:gs>
                <a:gs pos="66000">
                  <a:srgbClr val="F2D1D3"/>
                </a:gs>
                <a:gs pos="80000">
                  <a:srgbClr val="BA5958">
                    <a:alpha val="75000"/>
                  </a:srgbClr>
                </a:gs>
              </a:gsLst>
              <a:path path="shape">
                <a:fillToRect l="50000" t="50000" r="50000" b="50000"/>
              </a:path>
              <a:tileRect/>
            </a:gra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Freeform 152"/>
            <p:cNvSpPr/>
            <p:nvPr/>
          </p:nvSpPr>
          <p:spPr>
            <a:xfrm rot="13770190">
              <a:off x="10286371" y="6482963"/>
              <a:ext cx="864101" cy="1324486"/>
            </a:xfrm>
            <a:custGeom>
              <a:avLst/>
              <a:gdLst>
                <a:gd name="connsiteX0" fmla="*/ 41309 w 660438"/>
                <a:gd name="connsiteY0" fmla="*/ 404 h 1028159"/>
                <a:gd name="connsiteX1" fmla="*/ 149259 w 660438"/>
                <a:gd name="connsiteY1" fmla="*/ 48029 h 1028159"/>
                <a:gd name="connsiteX2" fmla="*/ 203234 w 660438"/>
                <a:gd name="connsiteY2" fmla="*/ 82954 h 1028159"/>
                <a:gd name="connsiteX3" fmla="*/ 222284 w 660438"/>
                <a:gd name="connsiteY3" fmla="*/ 60729 h 1028159"/>
                <a:gd name="connsiteX4" fmla="*/ 295309 w 660438"/>
                <a:gd name="connsiteY4" fmla="*/ 92479 h 1028159"/>
                <a:gd name="connsiteX5" fmla="*/ 342934 w 660438"/>
                <a:gd name="connsiteY5" fmla="*/ 63904 h 1028159"/>
                <a:gd name="connsiteX6" fmla="*/ 444534 w 660438"/>
                <a:gd name="connsiteY6" fmla="*/ 22629 h 1028159"/>
                <a:gd name="connsiteX7" fmla="*/ 542959 w 660438"/>
                <a:gd name="connsiteY7" fmla="*/ 60729 h 1028159"/>
                <a:gd name="connsiteX8" fmla="*/ 542959 w 660438"/>
                <a:gd name="connsiteY8" fmla="*/ 175029 h 1028159"/>
                <a:gd name="connsiteX9" fmla="*/ 476284 w 660438"/>
                <a:gd name="connsiteY9" fmla="*/ 279804 h 1028159"/>
                <a:gd name="connsiteX10" fmla="*/ 355634 w 660438"/>
                <a:gd name="connsiteY10" fmla="*/ 343304 h 1028159"/>
                <a:gd name="connsiteX11" fmla="*/ 428659 w 660438"/>
                <a:gd name="connsiteY11" fmla="*/ 330604 h 1028159"/>
                <a:gd name="connsiteX12" fmla="*/ 577884 w 660438"/>
                <a:gd name="connsiteY12" fmla="*/ 381404 h 1028159"/>
                <a:gd name="connsiteX13" fmla="*/ 660434 w 660438"/>
                <a:gd name="connsiteY13" fmla="*/ 517929 h 1028159"/>
                <a:gd name="connsiteX14" fmla="*/ 574709 w 660438"/>
                <a:gd name="connsiteY14" fmla="*/ 721129 h 1028159"/>
                <a:gd name="connsiteX15" fmla="*/ 203234 w 660438"/>
                <a:gd name="connsiteY15" fmla="*/ 860829 h 1028159"/>
                <a:gd name="connsiteX16" fmla="*/ 479459 w 660438"/>
                <a:gd name="connsiteY16" fmla="*/ 768754 h 1028159"/>
                <a:gd name="connsiteX17" fmla="*/ 504859 w 660438"/>
                <a:gd name="connsiteY17" fmla="*/ 832254 h 1028159"/>
                <a:gd name="connsiteX18" fmla="*/ 454059 w 660438"/>
                <a:gd name="connsiteY18" fmla="*/ 943379 h 1028159"/>
                <a:gd name="connsiteX19" fmla="*/ 304834 w 660438"/>
                <a:gd name="connsiteY19" fmla="*/ 1019579 h 1028159"/>
                <a:gd name="connsiteX20" fmla="*/ 142909 w 660438"/>
                <a:gd name="connsiteY20" fmla="*/ 1016404 h 1028159"/>
                <a:gd name="connsiteX21" fmla="*/ 28609 w 660438"/>
                <a:gd name="connsiteY21" fmla="*/ 930679 h 1028159"/>
                <a:gd name="connsiteX22" fmla="*/ 34 w 660438"/>
                <a:gd name="connsiteY22" fmla="*/ 841779 h 1028159"/>
                <a:gd name="connsiteX23" fmla="*/ 31784 w 660438"/>
                <a:gd name="connsiteY23" fmla="*/ 708429 h 1028159"/>
                <a:gd name="connsiteX24" fmla="*/ 209584 w 660438"/>
                <a:gd name="connsiteY24" fmla="*/ 622704 h 1028159"/>
                <a:gd name="connsiteX25" fmla="*/ 406434 w 660438"/>
                <a:gd name="connsiteY25" fmla="*/ 587779 h 1028159"/>
                <a:gd name="connsiteX26" fmla="*/ 447709 w 660438"/>
                <a:gd name="connsiteY26" fmla="*/ 549679 h 1028159"/>
                <a:gd name="connsiteX27" fmla="*/ 400084 w 660438"/>
                <a:gd name="connsiteY27" fmla="*/ 505229 h 1028159"/>
                <a:gd name="connsiteX28" fmla="*/ 238159 w 660438"/>
                <a:gd name="connsiteY28" fmla="*/ 498879 h 1028159"/>
                <a:gd name="connsiteX29" fmla="*/ 123859 w 660438"/>
                <a:gd name="connsiteY29" fmla="*/ 406804 h 1028159"/>
                <a:gd name="connsiteX30" fmla="*/ 127034 w 660438"/>
                <a:gd name="connsiteY30" fmla="*/ 324254 h 1028159"/>
                <a:gd name="connsiteX31" fmla="*/ 196884 w 660438"/>
                <a:gd name="connsiteY31" fmla="*/ 248054 h 1028159"/>
                <a:gd name="connsiteX32" fmla="*/ 377859 w 660438"/>
                <a:gd name="connsiteY32" fmla="*/ 194079 h 1028159"/>
                <a:gd name="connsiteX33" fmla="*/ 177834 w 660438"/>
                <a:gd name="connsiteY33" fmla="*/ 241704 h 1028159"/>
                <a:gd name="connsiteX34" fmla="*/ 63534 w 660438"/>
                <a:gd name="connsiteY34" fmla="*/ 197254 h 1028159"/>
                <a:gd name="connsiteX35" fmla="*/ 73059 w 660438"/>
                <a:gd name="connsiteY35" fmla="*/ 121054 h 1028159"/>
                <a:gd name="connsiteX36" fmla="*/ 117509 w 660438"/>
                <a:gd name="connsiteY36" fmla="*/ 86129 h 1028159"/>
                <a:gd name="connsiteX37" fmla="*/ 142909 w 660438"/>
                <a:gd name="connsiteY37" fmla="*/ 76604 h 1028159"/>
                <a:gd name="connsiteX38" fmla="*/ 41309 w 660438"/>
                <a:gd name="connsiteY38" fmla="*/ 404 h 1028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660438" h="1028159">
                  <a:moveTo>
                    <a:pt x="41309" y="404"/>
                  </a:moveTo>
                  <a:cubicBezTo>
                    <a:pt x="42367" y="-4358"/>
                    <a:pt x="122272" y="34271"/>
                    <a:pt x="149259" y="48029"/>
                  </a:cubicBezTo>
                  <a:cubicBezTo>
                    <a:pt x="176247" y="61787"/>
                    <a:pt x="191063" y="80837"/>
                    <a:pt x="203234" y="82954"/>
                  </a:cubicBezTo>
                  <a:cubicBezTo>
                    <a:pt x="215405" y="85071"/>
                    <a:pt x="206938" y="59142"/>
                    <a:pt x="222284" y="60729"/>
                  </a:cubicBezTo>
                  <a:cubicBezTo>
                    <a:pt x="237630" y="62317"/>
                    <a:pt x="275201" y="91950"/>
                    <a:pt x="295309" y="92479"/>
                  </a:cubicBezTo>
                  <a:cubicBezTo>
                    <a:pt x="315417" y="93008"/>
                    <a:pt x="318063" y="75546"/>
                    <a:pt x="342934" y="63904"/>
                  </a:cubicBezTo>
                  <a:cubicBezTo>
                    <a:pt x="367805" y="52262"/>
                    <a:pt x="411197" y="23158"/>
                    <a:pt x="444534" y="22629"/>
                  </a:cubicBezTo>
                  <a:cubicBezTo>
                    <a:pt x="477871" y="22100"/>
                    <a:pt x="526555" y="35329"/>
                    <a:pt x="542959" y="60729"/>
                  </a:cubicBezTo>
                  <a:cubicBezTo>
                    <a:pt x="559363" y="86129"/>
                    <a:pt x="554071" y="138517"/>
                    <a:pt x="542959" y="175029"/>
                  </a:cubicBezTo>
                  <a:cubicBezTo>
                    <a:pt x="531847" y="211541"/>
                    <a:pt x="507505" y="251758"/>
                    <a:pt x="476284" y="279804"/>
                  </a:cubicBezTo>
                  <a:cubicBezTo>
                    <a:pt x="445063" y="307850"/>
                    <a:pt x="363572" y="334837"/>
                    <a:pt x="355634" y="343304"/>
                  </a:cubicBezTo>
                  <a:cubicBezTo>
                    <a:pt x="347697" y="351771"/>
                    <a:pt x="391617" y="324254"/>
                    <a:pt x="428659" y="330604"/>
                  </a:cubicBezTo>
                  <a:cubicBezTo>
                    <a:pt x="465701" y="336954"/>
                    <a:pt x="539255" y="350183"/>
                    <a:pt x="577884" y="381404"/>
                  </a:cubicBezTo>
                  <a:cubicBezTo>
                    <a:pt x="616513" y="412625"/>
                    <a:pt x="660963" y="461308"/>
                    <a:pt x="660434" y="517929"/>
                  </a:cubicBezTo>
                  <a:cubicBezTo>
                    <a:pt x="659905" y="574550"/>
                    <a:pt x="650909" y="663979"/>
                    <a:pt x="574709" y="721129"/>
                  </a:cubicBezTo>
                  <a:cubicBezTo>
                    <a:pt x="498509" y="778279"/>
                    <a:pt x="219109" y="852892"/>
                    <a:pt x="203234" y="860829"/>
                  </a:cubicBezTo>
                  <a:cubicBezTo>
                    <a:pt x="187359" y="868766"/>
                    <a:pt x="429188" y="773516"/>
                    <a:pt x="479459" y="768754"/>
                  </a:cubicBezTo>
                  <a:cubicBezTo>
                    <a:pt x="529730" y="763992"/>
                    <a:pt x="509092" y="803150"/>
                    <a:pt x="504859" y="832254"/>
                  </a:cubicBezTo>
                  <a:cubicBezTo>
                    <a:pt x="500626" y="861358"/>
                    <a:pt x="487396" y="912158"/>
                    <a:pt x="454059" y="943379"/>
                  </a:cubicBezTo>
                  <a:cubicBezTo>
                    <a:pt x="420722" y="974600"/>
                    <a:pt x="356692" y="1007408"/>
                    <a:pt x="304834" y="1019579"/>
                  </a:cubicBezTo>
                  <a:cubicBezTo>
                    <a:pt x="252976" y="1031750"/>
                    <a:pt x="188946" y="1031221"/>
                    <a:pt x="142909" y="1016404"/>
                  </a:cubicBezTo>
                  <a:cubicBezTo>
                    <a:pt x="96872" y="1001587"/>
                    <a:pt x="52421" y="959783"/>
                    <a:pt x="28609" y="930679"/>
                  </a:cubicBezTo>
                  <a:cubicBezTo>
                    <a:pt x="4797" y="901575"/>
                    <a:pt x="-495" y="878821"/>
                    <a:pt x="34" y="841779"/>
                  </a:cubicBezTo>
                  <a:cubicBezTo>
                    <a:pt x="563" y="804737"/>
                    <a:pt x="-3141" y="744941"/>
                    <a:pt x="31784" y="708429"/>
                  </a:cubicBezTo>
                  <a:cubicBezTo>
                    <a:pt x="66709" y="671917"/>
                    <a:pt x="147142" y="642812"/>
                    <a:pt x="209584" y="622704"/>
                  </a:cubicBezTo>
                  <a:cubicBezTo>
                    <a:pt x="272026" y="602596"/>
                    <a:pt x="366747" y="599950"/>
                    <a:pt x="406434" y="587779"/>
                  </a:cubicBezTo>
                  <a:cubicBezTo>
                    <a:pt x="446121" y="575608"/>
                    <a:pt x="448767" y="563437"/>
                    <a:pt x="447709" y="549679"/>
                  </a:cubicBezTo>
                  <a:cubicBezTo>
                    <a:pt x="446651" y="535921"/>
                    <a:pt x="435009" y="513696"/>
                    <a:pt x="400084" y="505229"/>
                  </a:cubicBezTo>
                  <a:cubicBezTo>
                    <a:pt x="365159" y="496762"/>
                    <a:pt x="284197" y="515283"/>
                    <a:pt x="238159" y="498879"/>
                  </a:cubicBezTo>
                  <a:cubicBezTo>
                    <a:pt x="192121" y="482475"/>
                    <a:pt x="142380" y="435908"/>
                    <a:pt x="123859" y="406804"/>
                  </a:cubicBezTo>
                  <a:cubicBezTo>
                    <a:pt x="105338" y="377700"/>
                    <a:pt x="114863" y="350712"/>
                    <a:pt x="127034" y="324254"/>
                  </a:cubicBezTo>
                  <a:cubicBezTo>
                    <a:pt x="139205" y="297796"/>
                    <a:pt x="155080" y="269750"/>
                    <a:pt x="196884" y="248054"/>
                  </a:cubicBezTo>
                  <a:cubicBezTo>
                    <a:pt x="238688" y="226358"/>
                    <a:pt x="381034" y="195137"/>
                    <a:pt x="377859" y="194079"/>
                  </a:cubicBezTo>
                  <a:cubicBezTo>
                    <a:pt x="374684" y="193021"/>
                    <a:pt x="230221" y="241175"/>
                    <a:pt x="177834" y="241704"/>
                  </a:cubicBezTo>
                  <a:cubicBezTo>
                    <a:pt x="125447" y="242233"/>
                    <a:pt x="80996" y="217362"/>
                    <a:pt x="63534" y="197254"/>
                  </a:cubicBezTo>
                  <a:cubicBezTo>
                    <a:pt x="46072" y="177146"/>
                    <a:pt x="64063" y="139575"/>
                    <a:pt x="73059" y="121054"/>
                  </a:cubicBezTo>
                  <a:cubicBezTo>
                    <a:pt x="82055" y="102533"/>
                    <a:pt x="105867" y="93537"/>
                    <a:pt x="117509" y="86129"/>
                  </a:cubicBezTo>
                  <a:cubicBezTo>
                    <a:pt x="129151" y="78721"/>
                    <a:pt x="151905" y="90891"/>
                    <a:pt x="142909" y="76604"/>
                  </a:cubicBezTo>
                  <a:cubicBezTo>
                    <a:pt x="133913" y="62317"/>
                    <a:pt x="40251" y="5166"/>
                    <a:pt x="41309" y="404"/>
                  </a:cubicBezTo>
                  <a:close/>
                </a:path>
              </a:pathLst>
            </a:custGeom>
            <a:gradFill>
              <a:gsLst>
                <a:gs pos="44240">
                  <a:srgbClr val="C78C91"/>
                </a:gs>
                <a:gs pos="23000">
                  <a:srgbClr val="D4AAA6"/>
                </a:gs>
                <a:gs pos="66000">
                  <a:srgbClr val="F2D1D3"/>
                </a:gs>
                <a:gs pos="80000">
                  <a:srgbClr val="BA5958">
                    <a:alpha val="75000"/>
                  </a:srgbClr>
                </a:gs>
              </a:gsLst>
              <a:path path="shape">
                <a:fillToRect l="50000" t="50000" r="50000" b="50000"/>
              </a:path>
            </a:gra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Freeform 153"/>
            <p:cNvSpPr/>
            <p:nvPr/>
          </p:nvSpPr>
          <p:spPr>
            <a:xfrm>
              <a:off x="9215751" y="7377095"/>
              <a:ext cx="869983" cy="708961"/>
            </a:xfrm>
            <a:custGeom>
              <a:avLst/>
              <a:gdLst>
                <a:gd name="connsiteX0" fmla="*/ 1070 w 664934"/>
                <a:gd name="connsiteY0" fmla="*/ 373888 h 550345"/>
                <a:gd name="connsiteX1" fmla="*/ 55045 w 664934"/>
                <a:gd name="connsiteY1" fmla="*/ 446913 h 550345"/>
                <a:gd name="connsiteX2" fmla="*/ 77270 w 664934"/>
                <a:gd name="connsiteY2" fmla="*/ 513588 h 550345"/>
                <a:gd name="connsiteX3" fmla="*/ 121720 w 664934"/>
                <a:gd name="connsiteY3" fmla="*/ 529463 h 550345"/>
                <a:gd name="connsiteX4" fmla="*/ 213795 w 664934"/>
                <a:gd name="connsiteY4" fmla="*/ 535813 h 550345"/>
                <a:gd name="connsiteX5" fmla="*/ 270945 w 664934"/>
                <a:gd name="connsiteY5" fmla="*/ 538988 h 550345"/>
                <a:gd name="connsiteX6" fmla="*/ 340795 w 664934"/>
                <a:gd name="connsiteY6" fmla="*/ 548513 h 550345"/>
                <a:gd name="connsiteX7" fmla="*/ 404295 w 664934"/>
                <a:gd name="connsiteY7" fmla="*/ 548513 h 550345"/>
                <a:gd name="connsiteX8" fmla="*/ 432870 w 664934"/>
                <a:gd name="connsiteY8" fmla="*/ 529463 h 550345"/>
                <a:gd name="connsiteX9" fmla="*/ 461445 w 664934"/>
                <a:gd name="connsiteY9" fmla="*/ 475488 h 550345"/>
                <a:gd name="connsiteX10" fmla="*/ 470970 w 664934"/>
                <a:gd name="connsiteY10" fmla="*/ 437388 h 550345"/>
                <a:gd name="connsiteX11" fmla="*/ 480495 w 664934"/>
                <a:gd name="connsiteY11" fmla="*/ 367538 h 550345"/>
                <a:gd name="connsiteX12" fmla="*/ 490020 w 664934"/>
                <a:gd name="connsiteY12" fmla="*/ 313563 h 550345"/>
                <a:gd name="connsiteX13" fmla="*/ 509070 w 664934"/>
                <a:gd name="connsiteY13" fmla="*/ 392938 h 550345"/>
                <a:gd name="connsiteX14" fmla="*/ 528120 w 664934"/>
                <a:gd name="connsiteY14" fmla="*/ 405638 h 550345"/>
                <a:gd name="connsiteX15" fmla="*/ 563045 w 664934"/>
                <a:gd name="connsiteY15" fmla="*/ 405638 h 550345"/>
                <a:gd name="connsiteX16" fmla="*/ 601145 w 664934"/>
                <a:gd name="connsiteY16" fmla="*/ 383413 h 550345"/>
                <a:gd name="connsiteX17" fmla="*/ 617020 w 664934"/>
                <a:gd name="connsiteY17" fmla="*/ 373888 h 550345"/>
                <a:gd name="connsiteX18" fmla="*/ 648770 w 664934"/>
                <a:gd name="connsiteY18" fmla="*/ 345313 h 550345"/>
                <a:gd name="connsiteX19" fmla="*/ 658295 w 664934"/>
                <a:gd name="connsiteY19" fmla="*/ 278638 h 550345"/>
                <a:gd name="connsiteX20" fmla="*/ 661470 w 664934"/>
                <a:gd name="connsiteY20" fmla="*/ 221488 h 550345"/>
                <a:gd name="connsiteX21" fmla="*/ 651945 w 664934"/>
                <a:gd name="connsiteY21" fmla="*/ 192913 h 550345"/>
                <a:gd name="connsiteX22" fmla="*/ 524945 w 664934"/>
                <a:gd name="connsiteY22" fmla="*/ 192913 h 550345"/>
                <a:gd name="connsiteX23" fmla="*/ 410645 w 664934"/>
                <a:gd name="connsiteY23" fmla="*/ 177038 h 550345"/>
                <a:gd name="connsiteX24" fmla="*/ 382070 w 664934"/>
                <a:gd name="connsiteY24" fmla="*/ 170688 h 550345"/>
                <a:gd name="connsiteX25" fmla="*/ 270945 w 664934"/>
                <a:gd name="connsiteY25" fmla="*/ 126238 h 550345"/>
                <a:gd name="connsiteX26" fmla="*/ 251895 w 664934"/>
                <a:gd name="connsiteY26" fmla="*/ 116713 h 550345"/>
                <a:gd name="connsiteX27" fmla="*/ 216970 w 664934"/>
                <a:gd name="connsiteY27" fmla="*/ 78613 h 550345"/>
                <a:gd name="connsiteX28" fmla="*/ 194745 w 664934"/>
                <a:gd name="connsiteY28" fmla="*/ 43688 h 550345"/>
                <a:gd name="connsiteX29" fmla="*/ 178870 w 664934"/>
                <a:gd name="connsiteY29" fmla="*/ 8763 h 550345"/>
                <a:gd name="connsiteX30" fmla="*/ 153470 w 664934"/>
                <a:gd name="connsiteY30" fmla="*/ 8763 h 550345"/>
                <a:gd name="connsiteX31" fmla="*/ 201095 w 664934"/>
                <a:gd name="connsiteY31" fmla="*/ 107188 h 550345"/>
                <a:gd name="connsiteX32" fmla="*/ 213795 w 664934"/>
                <a:gd name="connsiteY32" fmla="*/ 246888 h 550345"/>
                <a:gd name="connsiteX33" fmla="*/ 239195 w 664934"/>
                <a:gd name="connsiteY33" fmla="*/ 307213 h 550345"/>
                <a:gd name="connsiteX34" fmla="*/ 289995 w 664934"/>
                <a:gd name="connsiteY34" fmla="*/ 358013 h 550345"/>
                <a:gd name="connsiteX35" fmla="*/ 324920 w 664934"/>
                <a:gd name="connsiteY35" fmla="*/ 392938 h 550345"/>
                <a:gd name="connsiteX36" fmla="*/ 226495 w 664934"/>
                <a:gd name="connsiteY36" fmla="*/ 310388 h 550345"/>
                <a:gd name="connsiteX37" fmla="*/ 109020 w 664934"/>
                <a:gd name="connsiteY37" fmla="*/ 354838 h 550345"/>
                <a:gd name="connsiteX38" fmla="*/ 1070 w 664934"/>
                <a:gd name="connsiteY38" fmla="*/ 373888 h 550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664934" h="550345">
                  <a:moveTo>
                    <a:pt x="1070" y="373888"/>
                  </a:moveTo>
                  <a:cubicBezTo>
                    <a:pt x="-7926" y="389234"/>
                    <a:pt x="42345" y="423630"/>
                    <a:pt x="55045" y="446913"/>
                  </a:cubicBezTo>
                  <a:cubicBezTo>
                    <a:pt x="67745" y="470196"/>
                    <a:pt x="66157" y="499830"/>
                    <a:pt x="77270" y="513588"/>
                  </a:cubicBezTo>
                  <a:cubicBezTo>
                    <a:pt x="88383" y="527346"/>
                    <a:pt x="98966" y="525759"/>
                    <a:pt x="121720" y="529463"/>
                  </a:cubicBezTo>
                  <a:cubicBezTo>
                    <a:pt x="144474" y="533167"/>
                    <a:pt x="213795" y="535813"/>
                    <a:pt x="213795" y="535813"/>
                  </a:cubicBezTo>
                  <a:cubicBezTo>
                    <a:pt x="238666" y="537401"/>
                    <a:pt x="249778" y="536871"/>
                    <a:pt x="270945" y="538988"/>
                  </a:cubicBezTo>
                  <a:cubicBezTo>
                    <a:pt x="292112" y="541105"/>
                    <a:pt x="318570" y="546926"/>
                    <a:pt x="340795" y="548513"/>
                  </a:cubicBezTo>
                  <a:cubicBezTo>
                    <a:pt x="363020" y="550100"/>
                    <a:pt x="388949" y="551688"/>
                    <a:pt x="404295" y="548513"/>
                  </a:cubicBezTo>
                  <a:cubicBezTo>
                    <a:pt x="419641" y="545338"/>
                    <a:pt x="423345" y="541634"/>
                    <a:pt x="432870" y="529463"/>
                  </a:cubicBezTo>
                  <a:cubicBezTo>
                    <a:pt x="442395" y="517292"/>
                    <a:pt x="455095" y="490834"/>
                    <a:pt x="461445" y="475488"/>
                  </a:cubicBezTo>
                  <a:cubicBezTo>
                    <a:pt x="467795" y="460142"/>
                    <a:pt x="467795" y="455380"/>
                    <a:pt x="470970" y="437388"/>
                  </a:cubicBezTo>
                  <a:cubicBezTo>
                    <a:pt x="474145" y="419396"/>
                    <a:pt x="477320" y="388176"/>
                    <a:pt x="480495" y="367538"/>
                  </a:cubicBezTo>
                  <a:cubicBezTo>
                    <a:pt x="483670" y="346900"/>
                    <a:pt x="485258" y="309330"/>
                    <a:pt x="490020" y="313563"/>
                  </a:cubicBezTo>
                  <a:cubicBezTo>
                    <a:pt x="494782" y="317796"/>
                    <a:pt x="502720" y="377592"/>
                    <a:pt x="509070" y="392938"/>
                  </a:cubicBezTo>
                  <a:cubicBezTo>
                    <a:pt x="515420" y="408284"/>
                    <a:pt x="519124" y="403521"/>
                    <a:pt x="528120" y="405638"/>
                  </a:cubicBezTo>
                  <a:cubicBezTo>
                    <a:pt x="537116" y="407755"/>
                    <a:pt x="550874" y="409342"/>
                    <a:pt x="563045" y="405638"/>
                  </a:cubicBezTo>
                  <a:cubicBezTo>
                    <a:pt x="575216" y="401934"/>
                    <a:pt x="592149" y="388705"/>
                    <a:pt x="601145" y="383413"/>
                  </a:cubicBezTo>
                  <a:cubicBezTo>
                    <a:pt x="610141" y="378121"/>
                    <a:pt x="609083" y="380238"/>
                    <a:pt x="617020" y="373888"/>
                  </a:cubicBezTo>
                  <a:cubicBezTo>
                    <a:pt x="624957" y="367538"/>
                    <a:pt x="641891" y="361188"/>
                    <a:pt x="648770" y="345313"/>
                  </a:cubicBezTo>
                  <a:cubicBezTo>
                    <a:pt x="655649" y="329438"/>
                    <a:pt x="656178" y="299275"/>
                    <a:pt x="658295" y="278638"/>
                  </a:cubicBezTo>
                  <a:cubicBezTo>
                    <a:pt x="660412" y="258001"/>
                    <a:pt x="662528" y="235775"/>
                    <a:pt x="661470" y="221488"/>
                  </a:cubicBezTo>
                  <a:cubicBezTo>
                    <a:pt x="660412" y="207201"/>
                    <a:pt x="674699" y="197676"/>
                    <a:pt x="651945" y="192913"/>
                  </a:cubicBezTo>
                  <a:cubicBezTo>
                    <a:pt x="629191" y="188150"/>
                    <a:pt x="565162" y="195559"/>
                    <a:pt x="524945" y="192913"/>
                  </a:cubicBezTo>
                  <a:cubicBezTo>
                    <a:pt x="484728" y="190267"/>
                    <a:pt x="434458" y="180742"/>
                    <a:pt x="410645" y="177038"/>
                  </a:cubicBezTo>
                  <a:cubicBezTo>
                    <a:pt x="386833" y="173334"/>
                    <a:pt x="405353" y="179155"/>
                    <a:pt x="382070" y="170688"/>
                  </a:cubicBezTo>
                  <a:cubicBezTo>
                    <a:pt x="358787" y="162221"/>
                    <a:pt x="292641" y="135234"/>
                    <a:pt x="270945" y="126238"/>
                  </a:cubicBezTo>
                  <a:cubicBezTo>
                    <a:pt x="249249" y="117242"/>
                    <a:pt x="260891" y="124650"/>
                    <a:pt x="251895" y="116713"/>
                  </a:cubicBezTo>
                  <a:cubicBezTo>
                    <a:pt x="242899" y="108775"/>
                    <a:pt x="226495" y="90784"/>
                    <a:pt x="216970" y="78613"/>
                  </a:cubicBezTo>
                  <a:cubicBezTo>
                    <a:pt x="207445" y="66442"/>
                    <a:pt x="201095" y="55330"/>
                    <a:pt x="194745" y="43688"/>
                  </a:cubicBezTo>
                  <a:cubicBezTo>
                    <a:pt x="188395" y="32046"/>
                    <a:pt x="185749" y="14584"/>
                    <a:pt x="178870" y="8763"/>
                  </a:cubicBezTo>
                  <a:cubicBezTo>
                    <a:pt x="171991" y="2942"/>
                    <a:pt x="149766" y="-7641"/>
                    <a:pt x="153470" y="8763"/>
                  </a:cubicBezTo>
                  <a:cubicBezTo>
                    <a:pt x="157174" y="25167"/>
                    <a:pt x="191041" y="67501"/>
                    <a:pt x="201095" y="107188"/>
                  </a:cubicBezTo>
                  <a:cubicBezTo>
                    <a:pt x="211149" y="146875"/>
                    <a:pt x="207445" y="213550"/>
                    <a:pt x="213795" y="246888"/>
                  </a:cubicBezTo>
                  <a:cubicBezTo>
                    <a:pt x="220145" y="280225"/>
                    <a:pt x="226495" y="288692"/>
                    <a:pt x="239195" y="307213"/>
                  </a:cubicBezTo>
                  <a:cubicBezTo>
                    <a:pt x="251895" y="325734"/>
                    <a:pt x="289995" y="358013"/>
                    <a:pt x="289995" y="358013"/>
                  </a:cubicBezTo>
                  <a:cubicBezTo>
                    <a:pt x="304282" y="372300"/>
                    <a:pt x="335503" y="400875"/>
                    <a:pt x="324920" y="392938"/>
                  </a:cubicBezTo>
                  <a:cubicBezTo>
                    <a:pt x="314337" y="385001"/>
                    <a:pt x="262478" y="316738"/>
                    <a:pt x="226495" y="310388"/>
                  </a:cubicBezTo>
                  <a:cubicBezTo>
                    <a:pt x="190512" y="304038"/>
                    <a:pt x="139182" y="343726"/>
                    <a:pt x="109020" y="354838"/>
                  </a:cubicBezTo>
                  <a:cubicBezTo>
                    <a:pt x="78858" y="365950"/>
                    <a:pt x="10066" y="358542"/>
                    <a:pt x="1070" y="373888"/>
                  </a:cubicBezTo>
                  <a:close/>
                </a:path>
              </a:pathLst>
            </a:custGeom>
            <a:gradFill>
              <a:gsLst>
                <a:gs pos="44240">
                  <a:srgbClr val="C78C91"/>
                </a:gs>
                <a:gs pos="23000">
                  <a:srgbClr val="D4AAA6"/>
                </a:gs>
                <a:gs pos="66000">
                  <a:srgbClr val="F2D1D3"/>
                </a:gs>
                <a:gs pos="80000">
                  <a:srgbClr val="BA5958">
                    <a:alpha val="75000"/>
                  </a:srgbClr>
                </a:gs>
              </a:gsLst>
              <a:path path="shape">
                <a:fillToRect l="50000" t="50000" r="50000" b="50000"/>
              </a:path>
            </a:gra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Freeform 154"/>
            <p:cNvSpPr/>
            <p:nvPr/>
          </p:nvSpPr>
          <p:spPr>
            <a:xfrm>
              <a:off x="9146141" y="7379609"/>
              <a:ext cx="247334" cy="442417"/>
            </a:xfrm>
            <a:custGeom>
              <a:avLst/>
              <a:gdLst>
                <a:gd name="connsiteX0" fmla="*/ 298 w 189039"/>
                <a:gd name="connsiteY0" fmla="*/ 314787 h 343435"/>
                <a:gd name="connsiteX1" fmla="*/ 41573 w 189039"/>
                <a:gd name="connsiteY1" fmla="*/ 343362 h 343435"/>
                <a:gd name="connsiteX2" fmla="*/ 130473 w 189039"/>
                <a:gd name="connsiteY2" fmla="*/ 321137 h 343435"/>
                <a:gd name="connsiteX3" fmla="*/ 165398 w 189039"/>
                <a:gd name="connsiteY3" fmla="*/ 267162 h 343435"/>
                <a:gd name="connsiteX4" fmla="*/ 184448 w 189039"/>
                <a:gd name="connsiteY4" fmla="*/ 210012 h 343435"/>
                <a:gd name="connsiteX5" fmla="*/ 187623 w 189039"/>
                <a:gd name="connsiteY5" fmla="*/ 117937 h 343435"/>
                <a:gd name="connsiteX6" fmla="*/ 165398 w 189039"/>
                <a:gd name="connsiteY6" fmla="*/ 44912 h 343435"/>
                <a:gd name="connsiteX7" fmla="*/ 152698 w 189039"/>
                <a:gd name="connsiteY7" fmla="*/ 462 h 343435"/>
                <a:gd name="connsiteX8" fmla="*/ 117773 w 189039"/>
                <a:gd name="connsiteY8" fmla="*/ 22687 h 343435"/>
                <a:gd name="connsiteX9" fmla="*/ 105073 w 189039"/>
                <a:gd name="connsiteY9" fmla="*/ 38562 h 343435"/>
                <a:gd name="connsiteX10" fmla="*/ 101898 w 189039"/>
                <a:gd name="connsiteY10" fmla="*/ 136987 h 343435"/>
                <a:gd name="connsiteX11" fmla="*/ 60623 w 189039"/>
                <a:gd name="connsiteY11" fmla="*/ 203662 h 343435"/>
                <a:gd name="connsiteX12" fmla="*/ 298 w 189039"/>
                <a:gd name="connsiteY12" fmla="*/ 314787 h 34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9039" h="343435">
                  <a:moveTo>
                    <a:pt x="298" y="314787"/>
                  </a:moveTo>
                  <a:cubicBezTo>
                    <a:pt x="-2877" y="338070"/>
                    <a:pt x="19877" y="342304"/>
                    <a:pt x="41573" y="343362"/>
                  </a:cubicBezTo>
                  <a:cubicBezTo>
                    <a:pt x="63269" y="344420"/>
                    <a:pt x="109836" y="333837"/>
                    <a:pt x="130473" y="321137"/>
                  </a:cubicBezTo>
                  <a:cubicBezTo>
                    <a:pt x="151110" y="308437"/>
                    <a:pt x="156402" y="285683"/>
                    <a:pt x="165398" y="267162"/>
                  </a:cubicBezTo>
                  <a:cubicBezTo>
                    <a:pt x="174394" y="248641"/>
                    <a:pt x="180744" y="234883"/>
                    <a:pt x="184448" y="210012"/>
                  </a:cubicBezTo>
                  <a:cubicBezTo>
                    <a:pt x="188152" y="185141"/>
                    <a:pt x="190798" y="145454"/>
                    <a:pt x="187623" y="117937"/>
                  </a:cubicBezTo>
                  <a:cubicBezTo>
                    <a:pt x="184448" y="90420"/>
                    <a:pt x="171219" y="64491"/>
                    <a:pt x="165398" y="44912"/>
                  </a:cubicBezTo>
                  <a:cubicBezTo>
                    <a:pt x="159577" y="25333"/>
                    <a:pt x="160635" y="4166"/>
                    <a:pt x="152698" y="462"/>
                  </a:cubicBezTo>
                  <a:cubicBezTo>
                    <a:pt x="144761" y="-3242"/>
                    <a:pt x="125710" y="16337"/>
                    <a:pt x="117773" y="22687"/>
                  </a:cubicBezTo>
                  <a:cubicBezTo>
                    <a:pt x="109836" y="29037"/>
                    <a:pt x="107719" y="19512"/>
                    <a:pt x="105073" y="38562"/>
                  </a:cubicBezTo>
                  <a:cubicBezTo>
                    <a:pt x="102427" y="57612"/>
                    <a:pt x="109306" y="109470"/>
                    <a:pt x="101898" y="136987"/>
                  </a:cubicBezTo>
                  <a:cubicBezTo>
                    <a:pt x="94490" y="164504"/>
                    <a:pt x="73852" y="178791"/>
                    <a:pt x="60623" y="203662"/>
                  </a:cubicBezTo>
                  <a:cubicBezTo>
                    <a:pt x="47394" y="228533"/>
                    <a:pt x="3473" y="291504"/>
                    <a:pt x="298" y="314787"/>
                  </a:cubicBezTo>
                  <a:close/>
                </a:path>
              </a:pathLst>
            </a:custGeom>
            <a:gradFill>
              <a:gsLst>
                <a:gs pos="44240">
                  <a:srgbClr val="C78C91"/>
                </a:gs>
                <a:gs pos="23000">
                  <a:srgbClr val="D4AAA6"/>
                </a:gs>
                <a:gs pos="66000">
                  <a:srgbClr val="F2D1D3"/>
                </a:gs>
                <a:gs pos="80000">
                  <a:srgbClr val="BA5958">
                    <a:alpha val="75000"/>
                  </a:srgbClr>
                </a:gs>
              </a:gsLst>
              <a:path path="shape">
                <a:fillToRect l="50000" t="50000" r="50000" b="50000"/>
              </a:path>
            </a:gra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Freeform 155"/>
            <p:cNvSpPr/>
            <p:nvPr/>
          </p:nvSpPr>
          <p:spPr>
            <a:xfrm>
              <a:off x="9008809" y="6736700"/>
              <a:ext cx="361914" cy="476596"/>
            </a:xfrm>
            <a:custGeom>
              <a:avLst/>
              <a:gdLst>
                <a:gd name="connsiteX0" fmla="*/ 487 w 276613"/>
                <a:gd name="connsiteY0" fmla="*/ 64558 h 369967"/>
                <a:gd name="connsiteX1" fmla="*/ 35412 w 276613"/>
                <a:gd name="connsiteY1" fmla="*/ 4233 h 369967"/>
                <a:gd name="connsiteX2" fmla="*/ 89387 w 276613"/>
                <a:gd name="connsiteY2" fmla="*/ 10583 h 369967"/>
                <a:gd name="connsiteX3" fmla="*/ 137012 w 276613"/>
                <a:gd name="connsiteY3" fmla="*/ 55033 h 369967"/>
                <a:gd name="connsiteX4" fmla="*/ 149712 w 276613"/>
                <a:gd name="connsiteY4" fmla="*/ 89958 h 369967"/>
                <a:gd name="connsiteX5" fmla="*/ 127487 w 276613"/>
                <a:gd name="connsiteY5" fmla="*/ 128058 h 369967"/>
                <a:gd name="connsiteX6" fmla="*/ 152887 w 276613"/>
                <a:gd name="connsiteY6" fmla="*/ 185208 h 369967"/>
                <a:gd name="connsiteX7" fmla="*/ 210037 w 276613"/>
                <a:gd name="connsiteY7" fmla="*/ 245533 h 369967"/>
                <a:gd name="connsiteX8" fmla="*/ 260837 w 276613"/>
                <a:gd name="connsiteY8" fmla="*/ 293158 h 369967"/>
                <a:gd name="connsiteX9" fmla="*/ 273537 w 276613"/>
                <a:gd name="connsiteY9" fmla="*/ 309033 h 369967"/>
                <a:gd name="connsiteX10" fmla="*/ 210037 w 276613"/>
                <a:gd name="connsiteY10" fmla="*/ 340783 h 369967"/>
                <a:gd name="connsiteX11" fmla="*/ 168762 w 276613"/>
                <a:gd name="connsiteY11" fmla="*/ 363008 h 369967"/>
                <a:gd name="connsiteX12" fmla="*/ 133837 w 276613"/>
                <a:gd name="connsiteY12" fmla="*/ 369358 h 369967"/>
                <a:gd name="connsiteX13" fmla="*/ 102087 w 276613"/>
                <a:gd name="connsiteY13" fmla="*/ 350308 h 369967"/>
                <a:gd name="connsiteX14" fmla="*/ 114787 w 276613"/>
                <a:gd name="connsiteY14" fmla="*/ 299508 h 369967"/>
                <a:gd name="connsiteX15" fmla="*/ 95737 w 276613"/>
                <a:gd name="connsiteY15" fmla="*/ 207433 h 369967"/>
                <a:gd name="connsiteX16" fmla="*/ 60812 w 276613"/>
                <a:gd name="connsiteY16" fmla="*/ 166158 h 369967"/>
                <a:gd name="connsiteX17" fmla="*/ 487 w 276613"/>
                <a:gd name="connsiteY17" fmla="*/ 64558 h 369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76613" h="369967">
                  <a:moveTo>
                    <a:pt x="487" y="64558"/>
                  </a:moveTo>
                  <a:cubicBezTo>
                    <a:pt x="-3746" y="37570"/>
                    <a:pt x="20595" y="13229"/>
                    <a:pt x="35412" y="4233"/>
                  </a:cubicBezTo>
                  <a:cubicBezTo>
                    <a:pt x="50229" y="-4763"/>
                    <a:pt x="72454" y="2116"/>
                    <a:pt x="89387" y="10583"/>
                  </a:cubicBezTo>
                  <a:cubicBezTo>
                    <a:pt x="106320" y="19050"/>
                    <a:pt x="126958" y="41804"/>
                    <a:pt x="137012" y="55033"/>
                  </a:cubicBezTo>
                  <a:cubicBezTo>
                    <a:pt x="147066" y="68262"/>
                    <a:pt x="151299" y="77787"/>
                    <a:pt x="149712" y="89958"/>
                  </a:cubicBezTo>
                  <a:cubicBezTo>
                    <a:pt x="148125" y="102129"/>
                    <a:pt x="126958" y="112183"/>
                    <a:pt x="127487" y="128058"/>
                  </a:cubicBezTo>
                  <a:cubicBezTo>
                    <a:pt x="128016" y="143933"/>
                    <a:pt x="139129" y="165629"/>
                    <a:pt x="152887" y="185208"/>
                  </a:cubicBezTo>
                  <a:cubicBezTo>
                    <a:pt x="166645" y="204787"/>
                    <a:pt x="192045" y="227541"/>
                    <a:pt x="210037" y="245533"/>
                  </a:cubicBezTo>
                  <a:cubicBezTo>
                    <a:pt x="228029" y="263525"/>
                    <a:pt x="250254" y="282575"/>
                    <a:pt x="260837" y="293158"/>
                  </a:cubicBezTo>
                  <a:cubicBezTo>
                    <a:pt x="271420" y="303741"/>
                    <a:pt x="282004" y="301096"/>
                    <a:pt x="273537" y="309033"/>
                  </a:cubicBezTo>
                  <a:cubicBezTo>
                    <a:pt x="265070" y="316971"/>
                    <a:pt x="227500" y="331787"/>
                    <a:pt x="210037" y="340783"/>
                  </a:cubicBezTo>
                  <a:cubicBezTo>
                    <a:pt x="192575" y="349779"/>
                    <a:pt x="181462" y="358245"/>
                    <a:pt x="168762" y="363008"/>
                  </a:cubicBezTo>
                  <a:cubicBezTo>
                    <a:pt x="156062" y="367771"/>
                    <a:pt x="144949" y="371475"/>
                    <a:pt x="133837" y="369358"/>
                  </a:cubicBezTo>
                  <a:cubicBezTo>
                    <a:pt x="122725" y="367241"/>
                    <a:pt x="105262" y="361950"/>
                    <a:pt x="102087" y="350308"/>
                  </a:cubicBezTo>
                  <a:cubicBezTo>
                    <a:pt x="98912" y="338666"/>
                    <a:pt x="115845" y="323320"/>
                    <a:pt x="114787" y="299508"/>
                  </a:cubicBezTo>
                  <a:cubicBezTo>
                    <a:pt x="113729" y="275696"/>
                    <a:pt x="104733" y="229658"/>
                    <a:pt x="95737" y="207433"/>
                  </a:cubicBezTo>
                  <a:cubicBezTo>
                    <a:pt x="86741" y="185208"/>
                    <a:pt x="72983" y="183620"/>
                    <a:pt x="60812" y="166158"/>
                  </a:cubicBezTo>
                  <a:cubicBezTo>
                    <a:pt x="48641" y="148696"/>
                    <a:pt x="4720" y="91546"/>
                    <a:pt x="487" y="64558"/>
                  </a:cubicBezTo>
                  <a:close/>
                </a:path>
              </a:pathLst>
            </a:custGeom>
            <a:gradFill>
              <a:gsLst>
                <a:gs pos="44240">
                  <a:srgbClr val="C78C91"/>
                </a:gs>
                <a:gs pos="23000">
                  <a:srgbClr val="D4AAA6"/>
                </a:gs>
                <a:gs pos="66000">
                  <a:srgbClr val="F2D1D3"/>
                </a:gs>
                <a:gs pos="80000">
                  <a:srgbClr val="BA5958">
                    <a:alpha val="75000"/>
                  </a:srgbClr>
                </a:gs>
              </a:gsLst>
              <a:path path="shape">
                <a:fillToRect l="50000" t="50000" r="50000" b="50000"/>
              </a:path>
            </a:gra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" name="Freeform 156"/>
            <p:cNvSpPr/>
            <p:nvPr/>
          </p:nvSpPr>
          <p:spPr>
            <a:xfrm>
              <a:off x="9009229" y="6350901"/>
              <a:ext cx="168233" cy="408533"/>
            </a:xfrm>
            <a:custGeom>
              <a:avLst/>
              <a:gdLst>
                <a:gd name="connsiteX0" fmla="*/ 47791 w 128582"/>
                <a:gd name="connsiteY0" fmla="*/ 2092 h 317132"/>
                <a:gd name="connsiteX1" fmla="*/ 114466 w 128582"/>
                <a:gd name="connsiteY1" fmla="*/ 27492 h 317132"/>
                <a:gd name="connsiteX2" fmla="*/ 123991 w 128582"/>
                <a:gd name="connsiteY2" fmla="*/ 40192 h 317132"/>
                <a:gd name="connsiteX3" fmla="*/ 101766 w 128582"/>
                <a:gd name="connsiteY3" fmla="*/ 75117 h 317132"/>
                <a:gd name="connsiteX4" fmla="*/ 89066 w 128582"/>
                <a:gd name="connsiteY4" fmla="*/ 122742 h 317132"/>
                <a:gd name="connsiteX5" fmla="*/ 89066 w 128582"/>
                <a:gd name="connsiteY5" fmla="*/ 179892 h 317132"/>
                <a:gd name="connsiteX6" fmla="*/ 104941 w 128582"/>
                <a:gd name="connsiteY6" fmla="*/ 249742 h 317132"/>
                <a:gd name="connsiteX7" fmla="*/ 123991 w 128582"/>
                <a:gd name="connsiteY7" fmla="*/ 287842 h 317132"/>
                <a:gd name="connsiteX8" fmla="*/ 127166 w 128582"/>
                <a:gd name="connsiteY8" fmla="*/ 303717 h 317132"/>
                <a:gd name="connsiteX9" fmla="*/ 104941 w 128582"/>
                <a:gd name="connsiteY9" fmla="*/ 316417 h 317132"/>
                <a:gd name="connsiteX10" fmla="*/ 28741 w 128582"/>
                <a:gd name="connsiteY10" fmla="*/ 281492 h 317132"/>
                <a:gd name="connsiteX11" fmla="*/ 31916 w 128582"/>
                <a:gd name="connsiteY11" fmla="*/ 211642 h 317132"/>
                <a:gd name="connsiteX12" fmla="*/ 166 w 128582"/>
                <a:gd name="connsiteY12" fmla="*/ 151317 h 317132"/>
                <a:gd name="connsiteX13" fmla="*/ 47791 w 128582"/>
                <a:gd name="connsiteY13" fmla="*/ 87817 h 317132"/>
                <a:gd name="connsiteX14" fmla="*/ 47791 w 128582"/>
                <a:gd name="connsiteY14" fmla="*/ 2092 h 317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8582" h="317132">
                  <a:moveTo>
                    <a:pt x="47791" y="2092"/>
                  </a:moveTo>
                  <a:cubicBezTo>
                    <a:pt x="58903" y="-7962"/>
                    <a:pt x="101766" y="21142"/>
                    <a:pt x="114466" y="27492"/>
                  </a:cubicBezTo>
                  <a:cubicBezTo>
                    <a:pt x="127166" y="33842"/>
                    <a:pt x="126108" y="32255"/>
                    <a:pt x="123991" y="40192"/>
                  </a:cubicBezTo>
                  <a:cubicBezTo>
                    <a:pt x="121874" y="48129"/>
                    <a:pt x="107587" y="61359"/>
                    <a:pt x="101766" y="75117"/>
                  </a:cubicBezTo>
                  <a:cubicBezTo>
                    <a:pt x="95945" y="88875"/>
                    <a:pt x="91183" y="105280"/>
                    <a:pt x="89066" y="122742"/>
                  </a:cubicBezTo>
                  <a:cubicBezTo>
                    <a:pt x="86949" y="140204"/>
                    <a:pt x="86420" y="158725"/>
                    <a:pt x="89066" y="179892"/>
                  </a:cubicBezTo>
                  <a:cubicBezTo>
                    <a:pt x="91712" y="201059"/>
                    <a:pt x="99120" y="231750"/>
                    <a:pt x="104941" y="249742"/>
                  </a:cubicBezTo>
                  <a:cubicBezTo>
                    <a:pt x="110762" y="267734"/>
                    <a:pt x="120287" y="278846"/>
                    <a:pt x="123991" y="287842"/>
                  </a:cubicBezTo>
                  <a:cubicBezTo>
                    <a:pt x="127695" y="296838"/>
                    <a:pt x="130341" y="298955"/>
                    <a:pt x="127166" y="303717"/>
                  </a:cubicBezTo>
                  <a:cubicBezTo>
                    <a:pt x="123991" y="308479"/>
                    <a:pt x="121345" y="320121"/>
                    <a:pt x="104941" y="316417"/>
                  </a:cubicBezTo>
                  <a:cubicBezTo>
                    <a:pt x="88537" y="312713"/>
                    <a:pt x="40912" y="298954"/>
                    <a:pt x="28741" y="281492"/>
                  </a:cubicBezTo>
                  <a:cubicBezTo>
                    <a:pt x="16570" y="264030"/>
                    <a:pt x="36678" y="233338"/>
                    <a:pt x="31916" y="211642"/>
                  </a:cubicBezTo>
                  <a:cubicBezTo>
                    <a:pt x="27154" y="189946"/>
                    <a:pt x="-2480" y="171954"/>
                    <a:pt x="166" y="151317"/>
                  </a:cubicBezTo>
                  <a:cubicBezTo>
                    <a:pt x="2812" y="130680"/>
                    <a:pt x="39854" y="109513"/>
                    <a:pt x="47791" y="87817"/>
                  </a:cubicBezTo>
                  <a:cubicBezTo>
                    <a:pt x="55728" y="66121"/>
                    <a:pt x="36679" y="12146"/>
                    <a:pt x="47791" y="2092"/>
                  </a:cubicBezTo>
                  <a:close/>
                </a:path>
              </a:pathLst>
            </a:custGeom>
            <a:gradFill>
              <a:gsLst>
                <a:gs pos="44240">
                  <a:srgbClr val="C78C91"/>
                </a:gs>
                <a:gs pos="23000">
                  <a:srgbClr val="D4AAA6"/>
                </a:gs>
                <a:gs pos="66000">
                  <a:srgbClr val="F2D1D3"/>
                </a:gs>
                <a:gs pos="80000">
                  <a:srgbClr val="BA5958">
                    <a:alpha val="75000"/>
                  </a:srgbClr>
                </a:gs>
              </a:gsLst>
              <a:path path="shape">
                <a:fillToRect l="50000" t="50000" r="50000" b="50000"/>
              </a:path>
            </a:gra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Freeform 157"/>
            <p:cNvSpPr/>
            <p:nvPr/>
          </p:nvSpPr>
          <p:spPr>
            <a:xfrm>
              <a:off x="9050956" y="6118654"/>
              <a:ext cx="1678284" cy="413141"/>
            </a:xfrm>
            <a:custGeom>
              <a:avLst/>
              <a:gdLst>
                <a:gd name="connsiteX0" fmla="*/ 19074 w 1282724"/>
                <a:gd name="connsiteY0" fmla="*/ 169678 h 320709"/>
                <a:gd name="connsiteX1" fmla="*/ 69874 w 1282724"/>
                <a:gd name="connsiteY1" fmla="*/ 156978 h 320709"/>
                <a:gd name="connsiteX2" fmla="*/ 107974 w 1282724"/>
                <a:gd name="connsiteY2" fmla="*/ 182378 h 320709"/>
                <a:gd name="connsiteX3" fmla="*/ 130199 w 1282724"/>
                <a:gd name="connsiteY3" fmla="*/ 185553 h 320709"/>
                <a:gd name="connsiteX4" fmla="*/ 203224 w 1282724"/>
                <a:gd name="connsiteY4" fmla="*/ 147453 h 320709"/>
                <a:gd name="connsiteX5" fmla="*/ 282599 w 1282724"/>
                <a:gd name="connsiteY5" fmla="*/ 150628 h 320709"/>
                <a:gd name="connsiteX6" fmla="*/ 371499 w 1282724"/>
                <a:gd name="connsiteY6" fmla="*/ 172853 h 320709"/>
                <a:gd name="connsiteX7" fmla="*/ 409599 w 1282724"/>
                <a:gd name="connsiteY7" fmla="*/ 188728 h 320709"/>
                <a:gd name="connsiteX8" fmla="*/ 428649 w 1282724"/>
                <a:gd name="connsiteY8" fmla="*/ 207778 h 320709"/>
                <a:gd name="connsiteX9" fmla="*/ 441349 w 1282724"/>
                <a:gd name="connsiteY9" fmla="*/ 207778 h 320709"/>
                <a:gd name="connsiteX10" fmla="*/ 473099 w 1282724"/>
                <a:gd name="connsiteY10" fmla="*/ 169678 h 320709"/>
                <a:gd name="connsiteX11" fmla="*/ 495324 w 1282724"/>
                <a:gd name="connsiteY11" fmla="*/ 163328 h 320709"/>
                <a:gd name="connsiteX12" fmla="*/ 568349 w 1282724"/>
                <a:gd name="connsiteY12" fmla="*/ 144278 h 320709"/>
                <a:gd name="connsiteX13" fmla="*/ 679474 w 1282724"/>
                <a:gd name="connsiteY13" fmla="*/ 182378 h 320709"/>
                <a:gd name="connsiteX14" fmla="*/ 717574 w 1282724"/>
                <a:gd name="connsiteY14" fmla="*/ 214128 h 320709"/>
                <a:gd name="connsiteX15" fmla="*/ 777899 w 1282724"/>
                <a:gd name="connsiteY15" fmla="*/ 245878 h 320709"/>
                <a:gd name="connsiteX16" fmla="*/ 847749 w 1282724"/>
                <a:gd name="connsiteY16" fmla="*/ 236353 h 320709"/>
                <a:gd name="connsiteX17" fmla="*/ 908074 w 1282724"/>
                <a:gd name="connsiteY17" fmla="*/ 255403 h 320709"/>
                <a:gd name="connsiteX18" fmla="*/ 971574 w 1282724"/>
                <a:gd name="connsiteY18" fmla="*/ 290328 h 320709"/>
                <a:gd name="connsiteX19" fmla="*/ 1016024 w 1282724"/>
                <a:gd name="connsiteY19" fmla="*/ 318903 h 320709"/>
                <a:gd name="connsiteX20" fmla="*/ 1066824 w 1282724"/>
                <a:gd name="connsiteY20" fmla="*/ 236353 h 320709"/>
                <a:gd name="connsiteX21" fmla="*/ 1155724 w 1282724"/>
                <a:gd name="connsiteY21" fmla="*/ 185553 h 320709"/>
                <a:gd name="connsiteX22" fmla="*/ 1219224 w 1282724"/>
                <a:gd name="connsiteY22" fmla="*/ 166503 h 320709"/>
                <a:gd name="connsiteX23" fmla="*/ 1282724 w 1282724"/>
                <a:gd name="connsiteY23" fmla="*/ 156978 h 320709"/>
                <a:gd name="connsiteX24" fmla="*/ 1219224 w 1282724"/>
                <a:gd name="connsiteY24" fmla="*/ 96653 h 320709"/>
                <a:gd name="connsiteX25" fmla="*/ 1177949 w 1282724"/>
                <a:gd name="connsiteY25" fmla="*/ 90303 h 320709"/>
                <a:gd name="connsiteX26" fmla="*/ 1085874 w 1282724"/>
                <a:gd name="connsiteY26" fmla="*/ 118878 h 320709"/>
                <a:gd name="connsiteX27" fmla="*/ 1006499 w 1282724"/>
                <a:gd name="connsiteY27" fmla="*/ 118878 h 320709"/>
                <a:gd name="connsiteX28" fmla="*/ 952524 w 1282724"/>
                <a:gd name="connsiteY28" fmla="*/ 96653 h 320709"/>
                <a:gd name="connsiteX29" fmla="*/ 911249 w 1282724"/>
                <a:gd name="connsiteY29" fmla="*/ 141103 h 320709"/>
                <a:gd name="connsiteX30" fmla="*/ 787424 w 1282724"/>
                <a:gd name="connsiteY30" fmla="*/ 128403 h 320709"/>
                <a:gd name="connsiteX31" fmla="*/ 749324 w 1282724"/>
                <a:gd name="connsiteY31" fmla="*/ 160153 h 320709"/>
                <a:gd name="connsiteX32" fmla="*/ 701699 w 1282724"/>
                <a:gd name="connsiteY32" fmla="*/ 201428 h 320709"/>
                <a:gd name="connsiteX33" fmla="*/ 758849 w 1282724"/>
                <a:gd name="connsiteY33" fmla="*/ 128403 h 320709"/>
                <a:gd name="connsiteX34" fmla="*/ 711224 w 1282724"/>
                <a:gd name="connsiteY34" fmla="*/ 109353 h 320709"/>
                <a:gd name="connsiteX35" fmla="*/ 682649 w 1282724"/>
                <a:gd name="connsiteY35" fmla="*/ 176028 h 320709"/>
                <a:gd name="connsiteX36" fmla="*/ 711224 w 1282724"/>
                <a:gd name="connsiteY36" fmla="*/ 109353 h 320709"/>
                <a:gd name="connsiteX37" fmla="*/ 666774 w 1282724"/>
                <a:gd name="connsiteY37" fmla="*/ 87128 h 320709"/>
                <a:gd name="connsiteX38" fmla="*/ 587399 w 1282724"/>
                <a:gd name="connsiteY38" fmla="*/ 125228 h 320709"/>
                <a:gd name="connsiteX39" fmla="*/ 498499 w 1282724"/>
                <a:gd name="connsiteY39" fmla="*/ 112528 h 320709"/>
                <a:gd name="connsiteX40" fmla="*/ 428649 w 1282724"/>
                <a:gd name="connsiteY40" fmla="*/ 64903 h 320709"/>
                <a:gd name="connsiteX41" fmla="*/ 381024 w 1282724"/>
                <a:gd name="connsiteY41" fmla="*/ 20453 h 320709"/>
                <a:gd name="connsiteX42" fmla="*/ 292124 w 1282724"/>
                <a:gd name="connsiteY42" fmla="*/ 49028 h 320709"/>
                <a:gd name="connsiteX43" fmla="*/ 190524 w 1282724"/>
                <a:gd name="connsiteY43" fmla="*/ 33153 h 320709"/>
                <a:gd name="connsiteX44" fmla="*/ 69874 w 1282724"/>
                <a:gd name="connsiteY44" fmla="*/ 1403 h 320709"/>
                <a:gd name="connsiteX45" fmla="*/ 22249 w 1282724"/>
                <a:gd name="connsiteY45" fmla="*/ 83953 h 320709"/>
                <a:gd name="connsiteX46" fmla="*/ 24 w 1282724"/>
                <a:gd name="connsiteY46" fmla="*/ 109353 h 320709"/>
                <a:gd name="connsiteX47" fmla="*/ 19074 w 1282724"/>
                <a:gd name="connsiteY47" fmla="*/ 169678 h 320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1282724" h="320709">
                  <a:moveTo>
                    <a:pt x="19074" y="169678"/>
                  </a:moveTo>
                  <a:cubicBezTo>
                    <a:pt x="30716" y="177616"/>
                    <a:pt x="55057" y="154861"/>
                    <a:pt x="69874" y="156978"/>
                  </a:cubicBezTo>
                  <a:cubicBezTo>
                    <a:pt x="84691" y="159095"/>
                    <a:pt x="97920" y="177616"/>
                    <a:pt x="107974" y="182378"/>
                  </a:cubicBezTo>
                  <a:cubicBezTo>
                    <a:pt x="118028" y="187141"/>
                    <a:pt x="114324" y="191374"/>
                    <a:pt x="130199" y="185553"/>
                  </a:cubicBezTo>
                  <a:cubicBezTo>
                    <a:pt x="146074" y="179732"/>
                    <a:pt x="177824" y="153274"/>
                    <a:pt x="203224" y="147453"/>
                  </a:cubicBezTo>
                  <a:cubicBezTo>
                    <a:pt x="228624" y="141632"/>
                    <a:pt x="254553" y="146395"/>
                    <a:pt x="282599" y="150628"/>
                  </a:cubicBezTo>
                  <a:cubicBezTo>
                    <a:pt x="310645" y="154861"/>
                    <a:pt x="350332" y="166503"/>
                    <a:pt x="371499" y="172853"/>
                  </a:cubicBezTo>
                  <a:cubicBezTo>
                    <a:pt x="392666" y="179203"/>
                    <a:pt x="400074" y="182907"/>
                    <a:pt x="409599" y="188728"/>
                  </a:cubicBezTo>
                  <a:cubicBezTo>
                    <a:pt x="419124" y="194549"/>
                    <a:pt x="428649" y="207778"/>
                    <a:pt x="428649" y="207778"/>
                  </a:cubicBezTo>
                  <a:cubicBezTo>
                    <a:pt x="433941" y="210953"/>
                    <a:pt x="433941" y="214128"/>
                    <a:pt x="441349" y="207778"/>
                  </a:cubicBezTo>
                  <a:cubicBezTo>
                    <a:pt x="448757" y="201428"/>
                    <a:pt x="464103" y="177086"/>
                    <a:pt x="473099" y="169678"/>
                  </a:cubicBezTo>
                  <a:cubicBezTo>
                    <a:pt x="482095" y="162270"/>
                    <a:pt x="495324" y="163328"/>
                    <a:pt x="495324" y="163328"/>
                  </a:cubicBezTo>
                  <a:cubicBezTo>
                    <a:pt x="511199" y="159095"/>
                    <a:pt x="537657" y="141103"/>
                    <a:pt x="568349" y="144278"/>
                  </a:cubicBezTo>
                  <a:cubicBezTo>
                    <a:pt x="599041" y="147453"/>
                    <a:pt x="654603" y="170736"/>
                    <a:pt x="679474" y="182378"/>
                  </a:cubicBezTo>
                  <a:cubicBezTo>
                    <a:pt x="704345" y="194020"/>
                    <a:pt x="701170" y="203545"/>
                    <a:pt x="717574" y="214128"/>
                  </a:cubicBezTo>
                  <a:cubicBezTo>
                    <a:pt x="733978" y="224711"/>
                    <a:pt x="756203" y="242174"/>
                    <a:pt x="777899" y="245878"/>
                  </a:cubicBezTo>
                  <a:cubicBezTo>
                    <a:pt x="799595" y="249582"/>
                    <a:pt x="826053" y="234766"/>
                    <a:pt x="847749" y="236353"/>
                  </a:cubicBezTo>
                  <a:cubicBezTo>
                    <a:pt x="869445" y="237940"/>
                    <a:pt x="887437" y="246407"/>
                    <a:pt x="908074" y="255403"/>
                  </a:cubicBezTo>
                  <a:cubicBezTo>
                    <a:pt x="928712" y="264399"/>
                    <a:pt x="953582" y="279745"/>
                    <a:pt x="971574" y="290328"/>
                  </a:cubicBezTo>
                  <a:cubicBezTo>
                    <a:pt x="989566" y="300911"/>
                    <a:pt x="1000149" y="327899"/>
                    <a:pt x="1016024" y="318903"/>
                  </a:cubicBezTo>
                  <a:cubicBezTo>
                    <a:pt x="1031899" y="309907"/>
                    <a:pt x="1043541" y="258578"/>
                    <a:pt x="1066824" y="236353"/>
                  </a:cubicBezTo>
                  <a:cubicBezTo>
                    <a:pt x="1090107" y="214128"/>
                    <a:pt x="1130324" y="197195"/>
                    <a:pt x="1155724" y="185553"/>
                  </a:cubicBezTo>
                  <a:cubicBezTo>
                    <a:pt x="1181124" y="173911"/>
                    <a:pt x="1198057" y="171265"/>
                    <a:pt x="1219224" y="166503"/>
                  </a:cubicBezTo>
                  <a:cubicBezTo>
                    <a:pt x="1240391" y="161741"/>
                    <a:pt x="1282724" y="168620"/>
                    <a:pt x="1282724" y="156978"/>
                  </a:cubicBezTo>
                  <a:cubicBezTo>
                    <a:pt x="1282724" y="145336"/>
                    <a:pt x="1236686" y="107765"/>
                    <a:pt x="1219224" y="96653"/>
                  </a:cubicBezTo>
                  <a:cubicBezTo>
                    <a:pt x="1201762" y="85541"/>
                    <a:pt x="1200174" y="86599"/>
                    <a:pt x="1177949" y="90303"/>
                  </a:cubicBezTo>
                  <a:cubicBezTo>
                    <a:pt x="1155724" y="94007"/>
                    <a:pt x="1114449" y="114116"/>
                    <a:pt x="1085874" y="118878"/>
                  </a:cubicBezTo>
                  <a:cubicBezTo>
                    <a:pt x="1057299" y="123640"/>
                    <a:pt x="1028724" y="122582"/>
                    <a:pt x="1006499" y="118878"/>
                  </a:cubicBezTo>
                  <a:cubicBezTo>
                    <a:pt x="984274" y="115174"/>
                    <a:pt x="968399" y="92949"/>
                    <a:pt x="952524" y="96653"/>
                  </a:cubicBezTo>
                  <a:cubicBezTo>
                    <a:pt x="936649" y="100357"/>
                    <a:pt x="938766" y="135811"/>
                    <a:pt x="911249" y="141103"/>
                  </a:cubicBezTo>
                  <a:cubicBezTo>
                    <a:pt x="883732" y="146395"/>
                    <a:pt x="814412" y="125228"/>
                    <a:pt x="787424" y="128403"/>
                  </a:cubicBezTo>
                  <a:cubicBezTo>
                    <a:pt x="760436" y="131578"/>
                    <a:pt x="763611" y="147982"/>
                    <a:pt x="749324" y="160153"/>
                  </a:cubicBezTo>
                  <a:cubicBezTo>
                    <a:pt x="735037" y="172324"/>
                    <a:pt x="700112" y="206720"/>
                    <a:pt x="701699" y="201428"/>
                  </a:cubicBezTo>
                  <a:cubicBezTo>
                    <a:pt x="703286" y="196136"/>
                    <a:pt x="757262" y="143749"/>
                    <a:pt x="758849" y="128403"/>
                  </a:cubicBezTo>
                  <a:cubicBezTo>
                    <a:pt x="760437" y="113057"/>
                    <a:pt x="723924" y="101416"/>
                    <a:pt x="711224" y="109353"/>
                  </a:cubicBezTo>
                  <a:cubicBezTo>
                    <a:pt x="698524" y="117290"/>
                    <a:pt x="682649" y="176028"/>
                    <a:pt x="682649" y="176028"/>
                  </a:cubicBezTo>
                  <a:cubicBezTo>
                    <a:pt x="682649" y="176028"/>
                    <a:pt x="713870" y="124170"/>
                    <a:pt x="711224" y="109353"/>
                  </a:cubicBezTo>
                  <a:cubicBezTo>
                    <a:pt x="708578" y="94536"/>
                    <a:pt x="687411" y="84482"/>
                    <a:pt x="666774" y="87128"/>
                  </a:cubicBezTo>
                  <a:cubicBezTo>
                    <a:pt x="646137" y="89774"/>
                    <a:pt x="615445" y="120995"/>
                    <a:pt x="587399" y="125228"/>
                  </a:cubicBezTo>
                  <a:cubicBezTo>
                    <a:pt x="559353" y="129461"/>
                    <a:pt x="524957" y="122582"/>
                    <a:pt x="498499" y="112528"/>
                  </a:cubicBezTo>
                  <a:cubicBezTo>
                    <a:pt x="472041" y="102474"/>
                    <a:pt x="448228" y="80249"/>
                    <a:pt x="428649" y="64903"/>
                  </a:cubicBezTo>
                  <a:cubicBezTo>
                    <a:pt x="409070" y="49557"/>
                    <a:pt x="403778" y="23099"/>
                    <a:pt x="381024" y="20453"/>
                  </a:cubicBezTo>
                  <a:cubicBezTo>
                    <a:pt x="358270" y="17807"/>
                    <a:pt x="323874" y="46911"/>
                    <a:pt x="292124" y="49028"/>
                  </a:cubicBezTo>
                  <a:cubicBezTo>
                    <a:pt x="260374" y="51145"/>
                    <a:pt x="227566" y="41090"/>
                    <a:pt x="190524" y="33153"/>
                  </a:cubicBezTo>
                  <a:cubicBezTo>
                    <a:pt x="153482" y="25215"/>
                    <a:pt x="97920" y="-7064"/>
                    <a:pt x="69874" y="1403"/>
                  </a:cubicBezTo>
                  <a:cubicBezTo>
                    <a:pt x="41828" y="9870"/>
                    <a:pt x="33891" y="65961"/>
                    <a:pt x="22249" y="83953"/>
                  </a:cubicBezTo>
                  <a:cubicBezTo>
                    <a:pt x="10607" y="101945"/>
                    <a:pt x="553" y="94536"/>
                    <a:pt x="24" y="109353"/>
                  </a:cubicBezTo>
                  <a:cubicBezTo>
                    <a:pt x="-505" y="124170"/>
                    <a:pt x="7432" y="161740"/>
                    <a:pt x="19074" y="169678"/>
                  </a:cubicBezTo>
                  <a:close/>
                </a:path>
              </a:pathLst>
            </a:custGeom>
            <a:gradFill>
              <a:gsLst>
                <a:gs pos="44240">
                  <a:srgbClr val="C78C91"/>
                </a:gs>
                <a:gs pos="23000">
                  <a:srgbClr val="D4AAA6"/>
                </a:gs>
                <a:gs pos="66000">
                  <a:srgbClr val="F2D1D3"/>
                </a:gs>
                <a:gs pos="80000">
                  <a:srgbClr val="BA5958">
                    <a:alpha val="75000"/>
                  </a:srgbClr>
                </a:gs>
              </a:gsLst>
              <a:path path="shape">
                <a:fillToRect l="50000" t="50000" r="50000" b="50000"/>
              </a:path>
            </a:gra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Freeform 158"/>
            <p:cNvSpPr/>
            <p:nvPr/>
          </p:nvSpPr>
          <p:spPr>
            <a:xfrm>
              <a:off x="11372848" y="7131985"/>
              <a:ext cx="253950" cy="346913"/>
            </a:xfrm>
            <a:custGeom>
              <a:avLst/>
              <a:gdLst>
                <a:gd name="connsiteX0" fmla="*/ 25611 w 194096"/>
                <a:gd name="connsiteY0" fmla="*/ 265710 h 269298"/>
                <a:gd name="connsiteX1" fmla="*/ 108161 w 194096"/>
                <a:gd name="connsiteY1" fmla="*/ 237135 h 269298"/>
                <a:gd name="connsiteX2" fmla="*/ 190711 w 194096"/>
                <a:gd name="connsiteY2" fmla="*/ 202210 h 269298"/>
                <a:gd name="connsiteX3" fmla="*/ 178011 w 194096"/>
                <a:gd name="connsiteY3" fmla="*/ 148235 h 269298"/>
                <a:gd name="connsiteX4" fmla="*/ 193886 w 194096"/>
                <a:gd name="connsiteY4" fmla="*/ 52985 h 269298"/>
                <a:gd name="connsiteX5" fmla="*/ 187536 w 194096"/>
                <a:gd name="connsiteY5" fmla="*/ 5360 h 269298"/>
                <a:gd name="connsiteX6" fmla="*/ 174836 w 194096"/>
                <a:gd name="connsiteY6" fmla="*/ 2185 h 269298"/>
                <a:gd name="connsiteX7" fmla="*/ 120861 w 194096"/>
                <a:gd name="connsiteY7" fmla="*/ 14885 h 269298"/>
                <a:gd name="connsiteX8" fmla="*/ 41486 w 194096"/>
                <a:gd name="connsiteY8" fmla="*/ 37110 h 269298"/>
                <a:gd name="connsiteX9" fmla="*/ 19261 w 194096"/>
                <a:gd name="connsiteY9" fmla="*/ 37110 h 269298"/>
                <a:gd name="connsiteX10" fmla="*/ 211 w 194096"/>
                <a:gd name="connsiteY10" fmla="*/ 100610 h 269298"/>
                <a:gd name="connsiteX11" fmla="*/ 31961 w 194096"/>
                <a:gd name="connsiteY11" fmla="*/ 151410 h 269298"/>
                <a:gd name="connsiteX12" fmla="*/ 25611 w 194096"/>
                <a:gd name="connsiteY12" fmla="*/ 265710 h 269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4096" h="269298">
                  <a:moveTo>
                    <a:pt x="25611" y="265710"/>
                  </a:moveTo>
                  <a:cubicBezTo>
                    <a:pt x="38311" y="279998"/>
                    <a:pt x="80644" y="247718"/>
                    <a:pt x="108161" y="237135"/>
                  </a:cubicBezTo>
                  <a:cubicBezTo>
                    <a:pt x="135678" y="226552"/>
                    <a:pt x="179069" y="217026"/>
                    <a:pt x="190711" y="202210"/>
                  </a:cubicBezTo>
                  <a:cubicBezTo>
                    <a:pt x="202353" y="187394"/>
                    <a:pt x="177482" y="173106"/>
                    <a:pt x="178011" y="148235"/>
                  </a:cubicBezTo>
                  <a:cubicBezTo>
                    <a:pt x="178540" y="123364"/>
                    <a:pt x="192298" y="76798"/>
                    <a:pt x="193886" y="52985"/>
                  </a:cubicBezTo>
                  <a:cubicBezTo>
                    <a:pt x="195474" y="29172"/>
                    <a:pt x="187536" y="5360"/>
                    <a:pt x="187536" y="5360"/>
                  </a:cubicBezTo>
                  <a:cubicBezTo>
                    <a:pt x="184361" y="-3107"/>
                    <a:pt x="185948" y="598"/>
                    <a:pt x="174836" y="2185"/>
                  </a:cubicBezTo>
                  <a:cubicBezTo>
                    <a:pt x="163724" y="3772"/>
                    <a:pt x="143086" y="9064"/>
                    <a:pt x="120861" y="14885"/>
                  </a:cubicBezTo>
                  <a:cubicBezTo>
                    <a:pt x="98636" y="20706"/>
                    <a:pt x="58419" y="33406"/>
                    <a:pt x="41486" y="37110"/>
                  </a:cubicBezTo>
                  <a:cubicBezTo>
                    <a:pt x="24553" y="40814"/>
                    <a:pt x="26140" y="26527"/>
                    <a:pt x="19261" y="37110"/>
                  </a:cubicBezTo>
                  <a:cubicBezTo>
                    <a:pt x="12382" y="47693"/>
                    <a:pt x="-1906" y="81560"/>
                    <a:pt x="211" y="100610"/>
                  </a:cubicBezTo>
                  <a:cubicBezTo>
                    <a:pt x="2328" y="119660"/>
                    <a:pt x="27728" y="129185"/>
                    <a:pt x="31961" y="151410"/>
                  </a:cubicBezTo>
                  <a:cubicBezTo>
                    <a:pt x="36194" y="173635"/>
                    <a:pt x="12911" y="251422"/>
                    <a:pt x="25611" y="265710"/>
                  </a:cubicBezTo>
                  <a:close/>
                </a:path>
              </a:pathLst>
            </a:custGeom>
            <a:gradFill>
              <a:gsLst>
                <a:gs pos="44240">
                  <a:srgbClr val="C78C91"/>
                </a:gs>
                <a:gs pos="23000">
                  <a:srgbClr val="D4AAA6"/>
                </a:gs>
                <a:gs pos="66000">
                  <a:srgbClr val="F2D1D3"/>
                </a:gs>
                <a:gs pos="80000">
                  <a:srgbClr val="BA5958">
                    <a:alpha val="75000"/>
                  </a:srgbClr>
                </a:gs>
              </a:gsLst>
              <a:path path="shape">
                <a:fillToRect l="50000" t="50000" r="50000" b="50000"/>
              </a:path>
            </a:gra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0" name="Freeform 159"/>
            <p:cNvSpPr/>
            <p:nvPr/>
          </p:nvSpPr>
          <p:spPr>
            <a:xfrm>
              <a:off x="11219422" y="7396397"/>
              <a:ext cx="455406" cy="311161"/>
            </a:xfrm>
            <a:custGeom>
              <a:avLst/>
              <a:gdLst>
                <a:gd name="connsiteX0" fmla="*/ 0 w 348070"/>
                <a:gd name="connsiteY0" fmla="*/ 228730 h 241545"/>
                <a:gd name="connsiteX1" fmla="*/ 57150 w 348070"/>
                <a:gd name="connsiteY1" fmla="*/ 196980 h 241545"/>
                <a:gd name="connsiteX2" fmla="*/ 114300 w 348070"/>
                <a:gd name="connsiteY2" fmla="*/ 130305 h 241545"/>
                <a:gd name="connsiteX3" fmla="*/ 149225 w 348070"/>
                <a:gd name="connsiteY3" fmla="*/ 63630 h 241545"/>
                <a:gd name="connsiteX4" fmla="*/ 238125 w 348070"/>
                <a:gd name="connsiteY4" fmla="*/ 22355 h 241545"/>
                <a:gd name="connsiteX5" fmla="*/ 301625 w 348070"/>
                <a:gd name="connsiteY5" fmla="*/ 130 h 241545"/>
                <a:gd name="connsiteX6" fmla="*/ 342900 w 348070"/>
                <a:gd name="connsiteY6" fmla="*/ 31880 h 241545"/>
                <a:gd name="connsiteX7" fmla="*/ 346075 w 348070"/>
                <a:gd name="connsiteY7" fmla="*/ 73155 h 241545"/>
                <a:gd name="connsiteX8" fmla="*/ 330200 w 348070"/>
                <a:gd name="connsiteY8" fmla="*/ 136655 h 241545"/>
                <a:gd name="connsiteX9" fmla="*/ 266700 w 348070"/>
                <a:gd name="connsiteY9" fmla="*/ 206505 h 241545"/>
                <a:gd name="connsiteX10" fmla="*/ 161925 w 348070"/>
                <a:gd name="connsiteY10" fmla="*/ 231905 h 241545"/>
                <a:gd name="connsiteX11" fmla="*/ 57150 w 348070"/>
                <a:gd name="connsiteY11" fmla="*/ 241430 h 241545"/>
                <a:gd name="connsiteX12" fmla="*/ 0 w 348070"/>
                <a:gd name="connsiteY12" fmla="*/ 228730 h 24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48070" h="241545">
                  <a:moveTo>
                    <a:pt x="0" y="228730"/>
                  </a:moveTo>
                  <a:cubicBezTo>
                    <a:pt x="0" y="221322"/>
                    <a:pt x="38100" y="213384"/>
                    <a:pt x="57150" y="196980"/>
                  </a:cubicBezTo>
                  <a:cubicBezTo>
                    <a:pt x="76200" y="180576"/>
                    <a:pt x="98954" y="152530"/>
                    <a:pt x="114300" y="130305"/>
                  </a:cubicBezTo>
                  <a:cubicBezTo>
                    <a:pt x="129646" y="108080"/>
                    <a:pt x="128588" y="81622"/>
                    <a:pt x="149225" y="63630"/>
                  </a:cubicBezTo>
                  <a:cubicBezTo>
                    <a:pt x="169863" y="45638"/>
                    <a:pt x="212725" y="32938"/>
                    <a:pt x="238125" y="22355"/>
                  </a:cubicBezTo>
                  <a:cubicBezTo>
                    <a:pt x="263525" y="11772"/>
                    <a:pt x="284163" y="-1457"/>
                    <a:pt x="301625" y="130"/>
                  </a:cubicBezTo>
                  <a:cubicBezTo>
                    <a:pt x="319087" y="1717"/>
                    <a:pt x="335492" y="19709"/>
                    <a:pt x="342900" y="31880"/>
                  </a:cubicBezTo>
                  <a:cubicBezTo>
                    <a:pt x="350308" y="44051"/>
                    <a:pt x="348192" y="55693"/>
                    <a:pt x="346075" y="73155"/>
                  </a:cubicBezTo>
                  <a:cubicBezTo>
                    <a:pt x="343958" y="90617"/>
                    <a:pt x="343429" y="114430"/>
                    <a:pt x="330200" y="136655"/>
                  </a:cubicBezTo>
                  <a:cubicBezTo>
                    <a:pt x="316971" y="158880"/>
                    <a:pt x="294746" y="190630"/>
                    <a:pt x="266700" y="206505"/>
                  </a:cubicBezTo>
                  <a:cubicBezTo>
                    <a:pt x="238654" y="222380"/>
                    <a:pt x="196850" y="226084"/>
                    <a:pt x="161925" y="231905"/>
                  </a:cubicBezTo>
                  <a:cubicBezTo>
                    <a:pt x="127000" y="237726"/>
                    <a:pt x="80433" y="240372"/>
                    <a:pt x="57150" y="241430"/>
                  </a:cubicBezTo>
                  <a:cubicBezTo>
                    <a:pt x="33867" y="242488"/>
                    <a:pt x="0" y="236138"/>
                    <a:pt x="0" y="228730"/>
                  </a:cubicBezTo>
                  <a:close/>
                </a:path>
              </a:pathLst>
            </a:custGeom>
            <a:gradFill>
              <a:gsLst>
                <a:gs pos="44240">
                  <a:srgbClr val="C78C91"/>
                </a:gs>
                <a:gs pos="23000">
                  <a:srgbClr val="D4AAA6"/>
                </a:gs>
                <a:gs pos="66000">
                  <a:srgbClr val="F2D1D3"/>
                </a:gs>
                <a:gs pos="80000">
                  <a:srgbClr val="BA5958">
                    <a:alpha val="75000"/>
                  </a:srgbClr>
                </a:gs>
              </a:gsLst>
              <a:path path="shape">
                <a:fillToRect l="50000" t="50000" r="50000" b="50000"/>
              </a:path>
            </a:gra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Freeform 160"/>
            <p:cNvSpPr/>
            <p:nvPr/>
          </p:nvSpPr>
          <p:spPr>
            <a:xfrm>
              <a:off x="11152097" y="7578873"/>
              <a:ext cx="525958" cy="468115"/>
            </a:xfrm>
            <a:custGeom>
              <a:avLst/>
              <a:gdLst>
                <a:gd name="connsiteX0" fmla="*/ 657 w 401993"/>
                <a:gd name="connsiteY0" fmla="*/ 128354 h 363384"/>
                <a:gd name="connsiteX1" fmla="*/ 35582 w 401993"/>
                <a:gd name="connsiteY1" fmla="*/ 169629 h 363384"/>
                <a:gd name="connsiteX2" fmla="*/ 73682 w 401993"/>
                <a:gd name="connsiteY2" fmla="*/ 242654 h 363384"/>
                <a:gd name="connsiteX3" fmla="*/ 102257 w 401993"/>
                <a:gd name="connsiteY3" fmla="*/ 309329 h 363384"/>
                <a:gd name="connsiteX4" fmla="*/ 114957 w 401993"/>
                <a:gd name="connsiteY4" fmla="*/ 337904 h 363384"/>
                <a:gd name="connsiteX5" fmla="*/ 149882 w 401993"/>
                <a:gd name="connsiteY5" fmla="*/ 363304 h 363384"/>
                <a:gd name="connsiteX6" fmla="*/ 229257 w 401993"/>
                <a:gd name="connsiteY6" fmla="*/ 344254 h 363384"/>
                <a:gd name="connsiteX7" fmla="*/ 308632 w 401993"/>
                <a:gd name="connsiteY7" fmla="*/ 299804 h 363384"/>
                <a:gd name="connsiteX8" fmla="*/ 334032 w 401993"/>
                <a:gd name="connsiteY8" fmla="*/ 283929 h 363384"/>
                <a:gd name="connsiteX9" fmla="*/ 346732 w 401993"/>
                <a:gd name="connsiteY9" fmla="*/ 223604 h 363384"/>
                <a:gd name="connsiteX10" fmla="*/ 400707 w 401993"/>
                <a:gd name="connsiteY10" fmla="*/ 169629 h 363384"/>
                <a:gd name="connsiteX11" fmla="*/ 384832 w 401993"/>
                <a:gd name="connsiteY11" fmla="*/ 128354 h 363384"/>
                <a:gd name="connsiteX12" fmla="*/ 381657 w 401993"/>
                <a:gd name="connsiteY12" fmla="*/ 74379 h 363384"/>
                <a:gd name="connsiteX13" fmla="*/ 381657 w 401993"/>
                <a:gd name="connsiteY13" fmla="*/ 1354 h 363384"/>
                <a:gd name="connsiteX14" fmla="*/ 334032 w 401993"/>
                <a:gd name="connsiteY14" fmla="*/ 29929 h 363384"/>
                <a:gd name="connsiteX15" fmla="*/ 267357 w 401993"/>
                <a:gd name="connsiteY15" fmla="*/ 68029 h 363384"/>
                <a:gd name="connsiteX16" fmla="*/ 248307 w 401993"/>
                <a:gd name="connsiteY16" fmla="*/ 90254 h 363384"/>
                <a:gd name="connsiteX17" fmla="*/ 270532 w 401993"/>
                <a:gd name="connsiteY17" fmla="*/ 169629 h 363384"/>
                <a:gd name="connsiteX18" fmla="*/ 270532 w 401993"/>
                <a:gd name="connsiteY18" fmla="*/ 245829 h 363384"/>
                <a:gd name="connsiteX19" fmla="*/ 238782 w 401993"/>
                <a:gd name="connsiteY19" fmla="*/ 90254 h 363384"/>
                <a:gd name="connsiteX20" fmla="*/ 175282 w 401993"/>
                <a:gd name="connsiteY20" fmla="*/ 106129 h 363384"/>
                <a:gd name="connsiteX21" fmla="*/ 111782 w 401993"/>
                <a:gd name="connsiteY21" fmla="*/ 99779 h 363384"/>
                <a:gd name="connsiteX22" fmla="*/ 67332 w 401993"/>
                <a:gd name="connsiteY22" fmla="*/ 87079 h 363384"/>
                <a:gd name="connsiteX23" fmla="*/ 657 w 401993"/>
                <a:gd name="connsiteY23" fmla="*/ 128354 h 3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01993" h="363384">
                  <a:moveTo>
                    <a:pt x="657" y="128354"/>
                  </a:moveTo>
                  <a:cubicBezTo>
                    <a:pt x="-4635" y="142112"/>
                    <a:pt x="23411" y="150579"/>
                    <a:pt x="35582" y="169629"/>
                  </a:cubicBezTo>
                  <a:cubicBezTo>
                    <a:pt x="47753" y="188679"/>
                    <a:pt x="62570" y="219371"/>
                    <a:pt x="73682" y="242654"/>
                  </a:cubicBezTo>
                  <a:cubicBezTo>
                    <a:pt x="84794" y="265937"/>
                    <a:pt x="95378" y="293454"/>
                    <a:pt x="102257" y="309329"/>
                  </a:cubicBezTo>
                  <a:cubicBezTo>
                    <a:pt x="109136" y="325204"/>
                    <a:pt x="107020" y="328908"/>
                    <a:pt x="114957" y="337904"/>
                  </a:cubicBezTo>
                  <a:cubicBezTo>
                    <a:pt x="122895" y="346900"/>
                    <a:pt x="130832" y="362246"/>
                    <a:pt x="149882" y="363304"/>
                  </a:cubicBezTo>
                  <a:cubicBezTo>
                    <a:pt x="168932" y="364362"/>
                    <a:pt x="202799" y="354837"/>
                    <a:pt x="229257" y="344254"/>
                  </a:cubicBezTo>
                  <a:cubicBezTo>
                    <a:pt x="255715" y="333671"/>
                    <a:pt x="291170" y="309858"/>
                    <a:pt x="308632" y="299804"/>
                  </a:cubicBezTo>
                  <a:cubicBezTo>
                    <a:pt x="326094" y="289750"/>
                    <a:pt x="327682" y="296629"/>
                    <a:pt x="334032" y="283929"/>
                  </a:cubicBezTo>
                  <a:cubicBezTo>
                    <a:pt x="340382" y="271229"/>
                    <a:pt x="335620" y="242654"/>
                    <a:pt x="346732" y="223604"/>
                  </a:cubicBezTo>
                  <a:cubicBezTo>
                    <a:pt x="357844" y="204554"/>
                    <a:pt x="394357" y="185504"/>
                    <a:pt x="400707" y="169629"/>
                  </a:cubicBezTo>
                  <a:cubicBezTo>
                    <a:pt x="407057" y="153754"/>
                    <a:pt x="388007" y="144229"/>
                    <a:pt x="384832" y="128354"/>
                  </a:cubicBezTo>
                  <a:cubicBezTo>
                    <a:pt x="381657" y="112479"/>
                    <a:pt x="382186" y="95546"/>
                    <a:pt x="381657" y="74379"/>
                  </a:cubicBezTo>
                  <a:cubicBezTo>
                    <a:pt x="381128" y="53212"/>
                    <a:pt x="389595" y="8762"/>
                    <a:pt x="381657" y="1354"/>
                  </a:cubicBezTo>
                  <a:cubicBezTo>
                    <a:pt x="373720" y="-6054"/>
                    <a:pt x="353082" y="18817"/>
                    <a:pt x="334032" y="29929"/>
                  </a:cubicBezTo>
                  <a:cubicBezTo>
                    <a:pt x="314982" y="41041"/>
                    <a:pt x="281644" y="57975"/>
                    <a:pt x="267357" y="68029"/>
                  </a:cubicBezTo>
                  <a:cubicBezTo>
                    <a:pt x="253070" y="78083"/>
                    <a:pt x="247778" y="73321"/>
                    <a:pt x="248307" y="90254"/>
                  </a:cubicBezTo>
                  <a:cubicBezTo>
                    <a:pt x="248836" y="107187"/>
                    <a:pt x="266828" y="143700"/>
                    <a:pt x="270532" y="169629"/>
                  </a:cubicBezTo>
                  <a:cubicBezTo>
                    <a:pt x="274236" y="195558"/>
                    <a:pt x="275824" y="259058"/>
                    <a:pt x="270532" y="245829"/>
                  </a:cubicBezTo>
                  <a:cubicBezTo>
                    <a:pt x="265240" y="232600"/>
                    <a:pt x="254657" y="113537"/>
                    <a:pt x="238782" y="90254"/>
                  </a:cubicBezTo>
                  <a:cubicBezTo>
                    <a:pt x="222907" y="66971"/>
                    <a:pt x="196449" y="104542"/>
                    <a:pt x="175282" y="106129"/>
                  </a:cubicBezTo>
                  <a:cubicBezTo>
                    <a:pt x="154115" y="107716"/>
                    <a:pt x="129774" y="102954"/>
                    <a:pt x="111782" y="99779"/>
                  </a:cubicBezTo>
                  <a:cubicBezTo>
                    <a:pt x="93790" y="96604"/>
                    <a:pt x="82149" y="84433"/>
                    <a:pt x="67332" y="87079"/>
                  </a:cubicBezTo>
                  <a:cubicBezTo>
                    <a:pt x="52515" y="89725"/>
                    <a:pt x="5949" y="114596"/>
                    <a:pt x="657" y="128354"/>
                  </a:cubicBezTo>
                  <a:close/>
                </a:path>
              </a:pathLst>
            </a:custGeom>
            <a:gradFill>
              <a:gsLst>
                <a:gs pos="44240">
                  <a:srgbClr val="C78C91"/>
                </a:gs>
                <a:gs pos="23000">
                  <a:srgbClr val="D4AAA6"/>
                </a:gs>
                <a:gs pos="66000">
                  <a:srgbClr val="F2D1D3"/>
                </a:gs>
                <a:gs pos="80000">
                  <a:srgbClr val="BA5958">
                    <a:alpha val="75000"/>
                  </a:srgbClr>
                </a:gs>
              </a:gsLst>
              <a:path path="shape">
                <a:fillToRect l="50000" t="50000" r="50000" b="50000"/>
              </a:path>
            </a:gra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2" name="Freeform 161"/>
            <p:cNvSpPr/>
            <p:nvPr/>
          </p:nvSpPr>
          <p:spPr>
            <a:xfrm>
              <a:off x="10966018" y="7730492"/>
              <a:ext cx="339313" cy="320280"/>
            </a:xfrm>
            <a:custGeom>
              <a:avLst/>
              <a:gdLst>
                <a:gd name="connsiteX0" fmla="*/ 4 w 259339"/>
                <a:gd name="connsiteY0" fmla="*/ 118607 h 248624"/>
                <a:gd name="connsiteX1" fmla="*/ 53979 w 259339"/>
                <a:gd name="connsiteY1" fmla="*/ 166232 h 248624"/>
                <a:gd name="connsiteX2" fmla="*/ 117479 w 259339"/>
                <a:gd name="connsiteY2" fmla="*/ 239257 h 248624"/>
                <a:gd name="connsiteX3" fmla="*/ 155579 w 259339"/>
                <a:gd name="connsiteY3" fmla="*/ 245607 h 248624"/>
                <a:gd name="connsiteX4" fmla="*/ 212729 w 259339"/>
                <a:gd name="connsiteY4" fmla="*/ 220207 h 248624"/>
                <a:gd name="connsiteX5" fmla="*/ 257179 w 259339"/>
                <a:gd name="connsiteY5" fmla="*/ 220207 h 248624"/>
                <a:gd name="connsiteX6" fmla="*/ 247654 w 259339"/>
                <a:gd name="connsiteY6" fmla="*/ 166232 h 248624"/>
                <a:gd name="connsiteX7" fmla="*/ 206379 w 259339"/>
                <a:gd name="connsiteY7" fmla="*/ 90032 h 248624"/>
                <a:gd name="connsiteX8" fmla="*/ 168279 w 259339"/>
                <a:gd name="connsiteY8" fmla="*/ 48757 h 248624"/>
                <a:gd name="connsiteX9" fmla="*/ 133354 w 259339"/>
                <a:gd name="connsiteY9" fmla="*/ 1132 h 248624"/>
                <a:gd name="connsiteX10" fmla="*/ 92079 w 259339"/>
                <a:gd name="connsiteY10" fmla="*/ 13832 h 248624"/>
                <a:gd name="connsiteX11" fmla="*/ 63504 w 259339"/>
                <a:gd name="connsiteY11" fmla="*/ 1132 h 248624"/>
                <a:gd name="connsiteX12" fmla="*/ 50804 w 259339"/>
                <a:gd name="connsiteY12" fmla="*/ 39232 h 248624"/>
                <a:gd name="connsiteX13" fmla="*/ 4 w 259339"/>
                <a:gd name="connsiteY13" fmla="*/ 118607 h 248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9339" h="248624">
                  <a:moveTo>
                    <a:pt x="4" y="118607"/>
                  </a:moveTo>
                  <a:cubicBezTo>
                    <a:pt x="533" y="139774"/>
                    <a:pt x="34400" y="146124"/>
                    <a:pt x="53979" y="166232"/>
                  </a:cubicBezTo>
                  <a:cubicBezTo>
                    <a:pt x="73558" y="186340"/>
                    <a:pt x="100546" y="226028"/>
                    <a:pt x="117479" y="239257"/>
                  </a:cubicBezTo>
                  <a:cubicBezTo>
                    <a:pt x="134412" y="252486"/>
                    <a:pt x="139704" y="248782"/>
                    <a:pt x="155579" y="245607"/>
                  </a:cubicBezTo>
                  <a:cubicBezTo>
                    <a:pt x="171454" y="242432"/>
                    <a:pt x="195796" y="224440"/>
                    <a:pt x="212729" y="220207"/>
                  </a:cubicBezTo>
                  <a:cubicBezTo>
                    <a:pt x="229662" y="215974"/>
                    <a:pt x="251358" y="229203"/>
                    <a:pt x="257179" y="220207"/>
                  </a:cubicBezTo>
                  <a:cubicBezTo>
                    <a:pt x="263000" y="211211"/>
                    <a:pt x="256121" y="187928"/>
                    <a:pt x="247654" y="166232"/>
                  </a:cubicBezTo>
                  <a:cubicBezTo>
                    <a:pt x="239187" y="144536"/>
                    <a:pt x="219608" y="109611"/>
                    <a:pt x="206379" y="90032"/>
                  </a:cubicBezTo>
                  <a:cubicBezTo>
                    <a:pt x="193150" y="70453"/>
                    <a:pt x="180450" y="63574"/>
                    <a:pt x="168279" y="48757"/>
                  </a:cubicBezTo>
                  <a:cubicBezTo>
                    <a:pt x="156108" y="33940"/>
                    <a:pt x="146054" y="6953"/>
                    <a:pt x="133354" y="1132"/>
                  </a:cubicBezTo>
                  <a:cubicBezTo>
                    <a:pt x="120654" y="-4689"/>
                    <a:pt x="103721" y="13832"/>
                    <a:pt x="92079" y="13832"/>
                  </a:cubicBezTo>
                  <a:cubicBezTo>
                    <a:pt x="80437" y="13832"/>
                    <a:pt x="70383" y="-3101"/>
                    <a:pt x="63504" y="1132"/>
                  </a:cubicBezTo>
                  <a:cubicBezTo>
                    <a:pt x="56625" y="5365"/>
                    <a:pt x="56625" y="23886"/>
                    <a:pt x="50804" y="39232"/>
                  </a:cubicBezTo>
                  <a:cubicBezTo>
                    <a:pt x="44983" y="54578"/>
                    <a:pt x="-525" y="97440"/>
                    <a:pt x="4" y="118607"/>
                  </a:cubicBezTo>
                  <a:close/>
                </a:path>
              </a:pathLst>
            </a:custGeom>
            <a:gradFill>
              <a:gsLst>
                <a:gs pos="44240">
                  <a:srgbClr val="C78C91"/>
                </a:gs>
                <a:gs pos="23000">
                  <a:srgbClr val="D4AAA6"/>
                </a:gs>
                <a:gs pos="66000">
                  <a:srgbClr val="F2D1D3"/>
                </a:gs>
                <a:gs pos="80000">
                  <a:srgbClr val="BA5958">
                    <a:alpha val="75000"/>
                  </a:srgbClr>
                </a:gs>
              </a:gsLst>
              <a:path path="shape">
                <a:fillToRect l="50000" t="50000" r="50000" b="50000"/>
              </a:path>
            </a:gra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Freeform 162"/>
            <p:cNvSpPr/>
            <p:nvPr/>
          </p:nvSpPr>
          <p:spPr>
            <a:xfrm>
              <a:off x="10863177" y="7235149"/>
              <a:ext cx="547620" cy="514330"/>
            </a:xfrm>
            <a:custGeom>
              <a:avLst/>
              <a:gdLst>
                <a:gd name="connsiteX0" fmla="*/ 5581 w 418550"/>
                <a:gd name="connsiteY0" fmla="*/ 106252 h 399259"/>
                <a:gd name="connsiteX1" fmla="*/ 24631 w 418550"/>
                <a:gd name="connsiteY1" fmla="*/ 201502 h 399259"/>
                <a:gd name="connsiteX2" fmla="*/ 84956 w 418550"/>
                <a:gd name="connsiteY2" fmla="*/ 287227 h 399259"/>
                <a:gd name="connsiteX3" fmla="*/ 119881 w 418550"/>
                <a:gd name="connsiteY3" fmla="*/ 344377 h 399259"/>
                <a:gd name="connsiteX4" fmla="*/ 129406 w 418550"/>
                <a:gd name="connsiteY4" fmla="*/ 392002 h 399259"/>
                <a:gd name="connsiteX5" fmla="*/ 215131 w 418550"/>
                <a:gd name="connsiteY5" fmla="*/ 395177 h 399259"/>
                <a:gd name="connsiteX6" fmla="*/ 297681 w 418550"/>
                <a:gd name="connsiteY6" fmla="*/ 353902 h 399259"/>
                <a:gd name="connsiteX7" fmla="*/ 389756 w 418550"/>
                <a:gd name="connsiteY7" fmla="*/ 252302 h 399259"/>
                <a:gd name="connsiteX8" fmla="*/ 418331 w 418550"/>
                <a:gd name="connsiteY8" fmla="*/ 172927 h 399259"/>
                <a:gd name="connsiteX9" fmla="*/ 402456 w 418550"/>
                <a:gd name="connsiteY9" fmla="*/ 23702 h 399259"/>
                <a:gd name="connsiteX10" fmla="*/ 392931 w 418550"/>
                <a:gd name="connsiteY10" fmla="*/ 7827 h 399259"/>
                <a:gd name="connsiteX11" fmla="*/ 297681 w 418550"/>
                <a:gd name="connsiteY11" fmla="*/ 99902 h 399259"/>
                <a:gd name="connsiteX12" fmla="*/ 269106 w 418550"/>
                <a:gd name="connsiteY12" fmla="*/ 122127 h 399259"/>
                <a:gd name="connsiteX13" fmla="*/ 272281 w 418550"/>
                <a:gd name="connsiteY13" fmla="*/ 245952 h 399259"/>
                <a:gd name="connsiteX14" fmla="*/ 265931 w 418550"/>
                <a:gd name="connsiteY14" fmla="*/ 277702 h 399259"/>
                <a:gd name="connsiteX15" fmla="*/ 246881 w 418550"/>
                <a:gd name="connsiteY15" fmla="*/ 131652 h 399259"/>
                <a:gd name="connsiteX16" fmla="*/ 202431 w 418550"/>
                <a:gd name="connsiteY16" fmla="*/ 141177 h 399259"/>
                <a:gd name="connsiteX17" fmla="*/ 119881 w 418550"/>
                <a:gd name="connsiteY17" fmla="*/ 144352 h 399259"/>
                <a:gd name="connsiteX18" fmla="*/ 5581 w 418550"/>
                <a:gd name="connsiteY18" fmla="*/ 106252 h 399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18550" h="399259">
                  <a:moveTo>
                    <a:pt x="5581" y="106252"/>
                  </a:moveTo>
                  <a:cubicBezTo>
                    <a:pt x="-10294" y="115777"/>
                    <a:pt x="11402" y="171340"/>
                    <a:pt x="24631" y="201502"/>
                  </a:cubicBezTo>
                  <a:cubicBezTo>
                    <a:pt x="37860" y="231664"/>
                    <a:pt x="69081" y="263415"/>
                    <a:pt x="84956" y="287227"/>
                  </a:cubicBezTo>
                  <a:cubicBezTo>
                    <a:pt x="100831" y="311040"/>
                    <a:pt x="112473" y="326915"/>
                    <a:pt x="119881" y="344377"/>
                  </a:cubicBezTo>
                  <a:cubicBezTo>
                    <a:pt x="127289" y="361839"/>
                    <a:pt x="113531" y="383535"/>
                    <a:pt x="129406" y="392002"/>
                  </a:cubicBezTo>
                  <a:cubicBezTo>
                    <a:pt x="145281" y="400469"/>
                    <a:pt x="187085" y="401527"/>
                    <a:pt x="215131" y="395177"/>
                  </a:cubicBezTo>
                  <a:cubicBezTo>
                    <a:pt x="243177" y="388827"/>
                    <a:pt x="268577" y="377714"/>
                    <a:pt x="297681" y="353902"/>
                  </a:cubicBezTo>
                  <a:cubicBezTo>
                    <a:pt x="326785" y="330090"/>
                    <a:pt x="369648" y="282465"/>
                    <a:pt x="389756" y="252302"/>
                  </a:cubicBezTo>
                  <a:cubicBezTo>
                    <a:pt x="409864" y="222139"/>
                    <a:pt x="416214" y="211027"/>
                    <a:pt x="418331" y="172927"/>
                  </a:cubicBezTo>
                  <a:cubicBezTo>
                    <a:pt x="420448" y="134827"/>
                    <a:pt x="406689" y="51219"/>
                    <a:pt x="402456" y="23702"/>
                  </a:cubicBezTo>
                  <a:cubicBezTo>
                    <a:pt x="398223" y="-3815"/>
                    <a:pt x="410394" y="-4873"/>
                    <a:pt x="392931" y="7827"/>
                  </a:cubicBezTo>
                  <a:cubicBezTo>
                    <a:pt x="375469" y="20527"/>
                    <a:pt x="318318" y="80852"/>
                    <a:pt x="297681" y="99902"/>
                  </a:cubicBezTo>
                  <a:cubicBezTo>
                    <a:pt x="277044" y="118952"/>
                    <a:pt x="273339" y="97785"/>
                    <a:pt x="269106" y="122127"/>
                  </a:cubicBezTo>
                  <a:cubicBezTo>
                    <a:pt x="264873" y="146469"/>
                    <a:pt x="272810" y="220023"/>
                    <a:pt x="272281" y="245952"/>
                  </a:cubicBezTo>
                  <a:cubicBezTo>
                    <a:pt x="271752" y="271881"/>
                    <a:pt x="270164" y="296752"/>
                    <a:pt x="265931" y="277702"/>
                  </a:cubicBezTo>
                  <a:cubicBezTo>
                    <a:pt x="261698" y="258652"/>
                    <a:pt x="257464" y="154406"/>
                    <a:pt x="246881" y="131652"/>
                  </a:cubicBezTo>
                  <a:cubicBezTo>
                    <a:pt x="236298" y="108898"/>
                    <a:pt x="223598" y="139060"/>
                    <a:pt x="202431" y="141177"/>
                  </a:cubicBezTo>
                  <a:cubicBezTo>
                    <a:pt x="181264" y="143294"/>
                    <a:pt x="150573" y="147527"/>
                    <a:pt x="119881" y="144352"/>
                  </a:cubicBezTo>
                  <a:cubicBezTo>
                    <a:pt x="89189" y="141177"/>
                    <a:pt x="21456" y="96727"/>
                    <a:pt x="5581" y="106252"/>
                  </a:cubicBezTo>
                  <a:close/>
                </a:path>
              </a:pathLst>
            </a:custGeom>
            <a:gradFill>
              <a:gsLst>
                <a:gs pos="44240">
                  <a:srgbClr val="C78C91"/>
                </a:gs>
                <a:gs pos="23000">
                  <a:srgbClr val="D4AAA6"/>
                </a:gs>
                <a:gs pos="66000">
                  <a:srgbClr val="F2D1D3"/>
                </a:gs>
                <a:gs pos="80000">
                  <a:srgbClr val="BA5958">
                    <a:alpha val="75000"/>
                  </a:srgbClr>
                </a:gs>
              </a:gsLst>
              <a:path path="shape">
                <a:fillToRect l="50000" t="50000" r="50000" b="50000"/>
              </a:path>
            </a:gra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Freeform 163"/>
            <p:cNvSpPr/>
            <p:nvPr/>
          </p:nvSpPr>
          <p:spPr>
            <a:xfrm>
              <a:off x="10360233" y="6320254"/>
              <a:ext cx="969146" cy="581586"/>
            </a:xfrm>
            <a:custGeom>
              <a:avLst/>
              <a:gdLst>
                <a:gd name="connsiteX0" fmla="*/ 15334 w 740725"/>
                <a:gd name="connsiteY0" fmla="*/ 213207 h 451468"/>
                <a:gd name="connsiteX1" fmla="*/ 15334 w 740725"/>
                <a:gd name="connsiteY1" fmla="*/ 137007 h 451468"/>
                <a:gd name="connsiteX2" fmla="*/ 104234 w 740725"/>
                <a:gd name="connsiteY2" fmla="*/ 38582 h 451468"/>
                <a:gd name="connsiteX3" fmla="*/ 174084 w 740725"/>
                <a:gd name="connsiteY3" fmla="*/ 19532 h 451468"/>
                <a:gd name="connsiteX4" fmla="*/ 256634 w 740725"/>
                <a:gd name="connsiteY4" fmla="*/ 482 h 451468"/>
                <a:gd name="connsiteX5" fmla="*/ 310609 w 740725"/>
                <a:gd name="connsiteY5" fmla="*/ 10007 h 451468"/>
                <a:gd name="connsiteX6" fmla="*/ 383634 w 740725"/>
                <a:gd name="connsiteY6" fmla="*/ 54457 h 451468"/>
                <a:gd name="connsiteX7" fmla="*/ 434434 w 740725"/>
                <a:gd name="connsiteY7" fmla="*/ 89382 h 451468"/>
                <a:gd name="connsiteX8" fmla="*/ 424909 w 740725"/>
                <a:gd name="connsiteY8" fmla="*/ 175107 h 451468"/>
                <a:gd name="connsiteX9" fmla="*/ 412209 w 740725"/>
                <a:gd name="connsiteY9" fmla="*/ 225907 h 451468"/>
                <a:gd name="connsiteX10" fmla="*/ 466184 w 740725"/>
                <a:gd name="connsiteY10" fmla="*/ 289407 h 451468"/>
                <a:gd name="connsiteX11" fmla="*/ 526509 w 740725"/>
                <a:gd name="connsiteY11" fmla="*/ 333857 h 451468"/>
                <a:gd name="connsiteX12" fmla="*/ 720184 w 740725"/>
                <a:gd name="connsiteY12" fmla="*/ 337032 h 451468"/>
                <a:gd name="connsiteX13" fmla="*/ 729709 w 740725"/>
                <a:gd name="connsiteY13" fmla="*/ 384657 h 451468"/>
                <a:gd name="connsiteX14" fmla="*/ 672559 w 740725"/>
                <a:gd name="connsiteY14" fmla="*/ 425932 h 451468"/>
                <a:gd name="connsiteX15" fmla="*/ 558259 w 740725"/>
                <a:gd name="connsiteY15" fmla="*/ 435457 h 451468"/>
                <a:gd name="connsiteX16" fmla="*/ 507459 w 740725"/>
                <a:gd name="connsiteY16" fmla="*/ 448157 h 451468"/>
                <a:gd name="connsiteX17" fmla="*/ 450309 w 740725"/>
                <a:gd name="connsiteY17" fmla="*/ 368782 h 451468"/>
                <a:gd name="connsiteX18" fmla="*/ 383634 w 740725"/>
                <a:gd name="connsiteY18" fmla="*/ 308457 h 451468"/>
                <a:gd name="connsiteX19" fmla="*/ 323309 w 740725"/>
                <a:gd name="connsiteY19" fmla="*/ 276707 h 451468"/>
                <a:gd name="connsiteX20" fmla="*/ 193134 w 740725"/>
                <a:gd name="connsiteY20" fmla="*/ 187807 h 451468"/>
                <a:gd name="connsiteX21" fmla="*/ 329659 w 740725"/>
                <a:gd name="connsiteY21" fmla="*/ 302107 h 451468"/>
                <a:gd name="connsiteX22" fmla="*/ 167734 w 740725"/>
                <a:gd name="connsiteY22" fmla="*/ 295757 h 451468"/>
                <a:gd name="connsiteX23" fmla="*/ 15334 w 740725"/>
                <a:gd name="connsiteY23" fmla="*/ 213207 h 45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40725" h="451468">
                  <a:moveTo>
                    <a:pt x="15334" y="213207"/>
                  </a:moveTo>
                  <a:cubicBezTo>
                    <a:pt x="-10066" y="186749"/>
                    <a:pt x="517" y="166111"/>
                    <a:pt x="15334" y="137007"/>
                  </a:cubicBezTo>
                  <a:cubicBezTo>
                    <a:pt x="30151" y="107903"/>
                    <a:pt x="77776" y="58161"/>
                    <a:pt x="104234" y="38582"/>
                  </a:cubicBezTo>
                  <a:cubicBezTo>
                    <a:pt x="130692" y="19003"/>
                    <a:pt x="148684" y="25882"/>
                    <a:pt x="174084" y="19532"/>
                  </a:cubicBezTo>
                  <a:cubicBezTo>
                    <a:pt x="199484" y="13182"/>
                    <a:pt x="233880" y="2069"/>
                    <a:pt x="256634" y="482"/>
                  </a:cubicBezTo>
                  <a:cubicBezTo>
                    <a:pt x="279388" y="-1105"/>
                    <a:pt x="289442" y="1011"/>
                    <a:pt x="310609" y="10007"/>
                  </a:cubicBezTo>
                  <a:cubicBezTo>
                    <a:pt x="331776" y="19003"/>
                    <a:pt x="362996" y="41228"/>
                    <a:pt x="383634" y="54457"/>
                  </a:cubicBezTo>
                  <a:cubicBezTo>
                    <a:pt x="404272" y="67686"/>
                    <a:pt x="427555" y="69274"/>
                    <a:pt x="434434" y="89382"/>
                  </a:cubicBezTo>
                  <a:cubicBezTo>
                    <a:pt x="441313" y="109490"/>
                    <a:pt x="428613" y="152353"/>
                    <a:pt x="424909" y="175107"/>
                  </a:cubicBezTo>
                  <a:cubicBezTo>
                    <a:pt x="421205" y="197861"/>
                    <a:pt x="405330" y="206857"/>
                    <a:pt x="412209" y="225907"/>
                  </a:cubicBezTo>
                  <a:cubicBezTo>
                    <a:pt x="419088" y="244957"/>
                    <a:pt x="447134" y="271415"/>
                    <a:pt x="466184" y="289407"/>
                  </a:cubicBezTo>
                  <a:cubicBezTo>
                    <a:pt x="485234" y="307399"/>
                    <a:pt x="484176" y="325920"/>
                    <a:pt x="526509" y="333857"/>
                  </a:cubicBezTo>
                  <a:cubicBezTo>
                    <a:pt x="568842" y="341794"/>
                    <a:pt x="686317" y="328565"/>
                    <a:pt x="720184" y="337032"/>
                  </a:cubicBezTo>
                  <a:cubicBezTo>
                    <a:pt x="754051" y="345499"/>
                    <a:pt x="737647" y="369840"/>
                    <a:pt x="729709" y="384657"/>
                  </a:cubicBezTo>
                  <a:cubicBezTo>
                    <a:pt x="721772" y="399474"/>
                    <a:pt x="701134" y="417465"/>
                    <a:pt x="672559" y="425932"/>
                  </a:cubicBezTo>
                  <a:cubicBezTo>
                    <a:pt x="643984" y="434399"/>
                    <a:pt x="585776" y="431753"/>
                    <a:pt x="558259" y="435457"/>
                  </a:cubicBezTo>
                  <a:cubicBezTo>
                    <a:pt x="530742" y="439161"/>
                    <a:pt x="525450" y="459269"/>
                    <a:pt x="507459" y="448157"/>
                  </a:cubicBezTo>
                  <a:cubicBezTo>
                    <a:pt x="489468" y="437045"/>
                    <a:pt x="470946" y="392065"/>
                    <a:pt x="450309" y="368782"/>
                  </a:cubicBezTo>
                  <a:cubicBezTo>
                    <a:pt x="429672" y="345499"/>
                    <a:pt x="404801" y="323803"/>
                    <a:pt x="383634" y="308457"/>
                  </a:cubicBezTo>
                  <a:cubicBezTo>
                    <a:pt x="362467" y="293111"/>
                    <a:pt x="355059" y="296815"/>
                    <a:pt x="323309" y="276707"/>
                  </a:cubicBezTo>
                  <a:cubicBezTo>
                    <a:pt x="291559" y="256599"/>
                    <a:pt x="192076" y="183574"/>
                    <a:pt x="193134" y="187807"/>
                  </a:cubicBezTo>
                  <a:cubicBezTo>
                    <a:pt x="194192" y="192040"/>
                    <a:pt x="333892" y="284115"/>
                    <a:pt x="329659" y="302107"/>
                  </a:cubicBezTo>
                  <a:cubicBezTo>
                    <a:pt x="325426" y="320099"/>
                    <a:pt x="215888" y="304753"/>
                    <a:pt x="167734" y="295757"/>
                  </a:cubicBezTo>
                  <a:cubicBezTo>
                    <a:pt x="119580" y="286761"/>
                    <a:pt x="40734" y="239665"/>
                    <a:pt x="15334" y="213207"/>
                  </a:cubicBezTo>
                  <a:close/>
                </a:path>
              </a:pathLst>
            </a:custGeom>
            <a:gradFill>
              <a:gsLst>
                <a:gs pos="44240">
                  <a:srgbClr val="C78C91"/>
                </a:gs>
                <a:gs pos="23000">
                  <a:srgbClr val="D4AAA6"/>
                </a:gs>
                <a:gs pos="66000">
                  <a:srgbClr val="F2D1D3"/>
                </a:gs>
                <a:gs pos="80000">
                  <a:srgbClr val="BA5958">
                    <a:alpha val="75000"/>
                  </a:srgbClr>
                </a:gs>
              </a:gsLst>
              <a:path path="shape">
                <a:fillToRect l="50000" t="50000" r="50000" b="50000"/>
              </a:path>
            </a:gra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5" name="Freeform 164"/>
            <p:cNvSpPr/>
            <p:nvPr/>
          </p:nvSpPr>
          <p:spPr>
            <a:xfrm>
              <a:off x="9820425" y="6672404"/>
              <a:ext cx="1216422" cy="1251077"/>
            </a:xfrm>
            <a:custGeom>
              <a:avLst/>
              <a:gdLst>
                <a:gd name="connsiteX0" fmla="*/ 2463 w 929720"/>
                <a:gd name="connsiteY0" fmla="*/ 279569 h 971174"/>
                <a:gd name="connsiteX1" fmla="*/ 56438 w 929720"/>
                <a:gd name="connsiteY1" fmla="*/ 247819 h 971174"/>
                <a:gd name="connsiteX2" fmla="*/ 132638 w 929720"/>
                <a:gd name="connsiteY2" fmla="*/ 238294 h 971174"/>
                <a:gd name="connsiteX3" fmla="*/ 97713 w 929720"/>
                <a:gd name="connsiteY3" fmla="*/ 171619 h 971174"/>
                <a:gd name="connsiteX4" fmla="*/ 154863 w 929720"/>
                <a:gd name="connsiteY4" fmla="*/ 155744 h 971174"/>
                <a:gd name="connsiteX5" fmla="*/ 158038 w 929720"/>
                <a:gd name="connsiteY5" fmla="*/ 114469 h 971174"/>
                <a:gd name="connsiteX6" fmla="*/ 173913 w 929720"/>
                <a:gd name="connsiteY6" fmla="*/ 216069 h 971174"/>
                <a:gd name="connsiteX7" fmla="*/ 227888 w 929720"/>
                <a:gd name="connsiteY7" fmla="*/ 273219 h 971174"/>
                <a:gd name="connsiteX8" fmla="*/ 316788 w 929720"/>
                <a:gd name="connsiteY8" fmla="*/ 295444 h 971174"/>
                <a:gd name="connsiteX9" fmla="*/ 402513 w 929720"/>
                <a:gd name="connsiteY9" fmla="*/ 330369 h 971174"/>
                <a:gd name="connsiteX10" fmla="*/ 437438 w 929720"/>
                <a:gd name="connsiteY10" fmla="*/ 397044 h 971174"/>
                <a:gd name="connsiteX11" fmla="*/ 481888 w 929720"/>
                <a:gd name="connsiteY11" fmla="*/ 425619 h 971174"/>
                <a:gd name="connsiteX12" fmla="*/ 542213 w 929720"/>
                <a:gd name="connsiteY12" fmla="*/ 470069 h 971174"/>
                <a:gd name="connsiteX13" fmla="*/ 577138 w 929720"/>
                <a:gd name="connsiteY13" fmla="*/ 508169 h 971174"/>
                <a:gd name="connsiteX14" fmla="*/ 602538 w 929720"/>
                <a:gd name="connsiteY14" fmla="*/ 558969 h 971174"/>
                <a:gd name="connsiteX15" fmla="*/ 627938 w 929720"/>
                <a:gd name="connsiteY15" fmla="*/ 644694 h 971174"/>
                <a:gd name="connsiteX16" fmla="*/ 688263 w 929720"/>
                <a:gd name="connsiteY16" fmla="*/ 755819 h 971174"/>
                <a:gd name="connsiteX17" fmla="*/ 748588 w 929720"/>
                <a:gd name="connsiteY17" fmla="*/ 787569 h 971174"/>
                <a:gd name="connsiteX18" fmla="*/ 599363 w 929720"/>
                <a:gd name="connsiteY18" fmla="*/ 705019 h 971174"/>
                <a:gd name="connsiteX19" fmla="*/ 504113 w 929720"/>
                <a:gd name="connsiteY19" fmla="*/ 739944 h 971174"/>
                <a:gd name="connsiteX20" fmla="*/ 450138 w 929720"/>
                <a:gd name="connsiteY20" fmla="*/ 774869 h 971174"/>
                <a:gd name="connsiteX21" fmla="*/ 345363 w 929720"/>
                <a:gd name="connsiteY21" fmla="*/ 746294 h 971174"/>
                <a:gd name="connsiteX22" fmla="*/ 281863 w 929720"/>
                <a:gd name="connsiteY22" fmla="*/ 711369 h 971174"/>
                <a:gd name="connsiteX23" fmla="*/ 224713 w 929720"/>
                <a:gd name="connsiteY23" fmla="*/ 647869 h 971174"/>
                <a:gd name="connsiteX24" fmla="*/ 126288 w 929720"/>
                <a:gd name="connsiteY24" fmla="*/ 571669 h 971174"/>
                <a:gd name="connsiteX25" fmla="*/ 97713 w 929720"/>
                <a:gd name="connsiteY25" fmla="*/ 619294 h 971174"/>
                <a:gd name="connsiteX26" fmla="*/ 164388 w 929720"/>
                <a:gd name="connsiteY26" fmla="*/ 755819 h 971174"/>
                <a:gd name="connsiteX27" fmla="*/ 259638 w 929720"/>
                <a:gd name="connsiteY27" fmla="*/ 841544 h 971174"/>
                <a:gd name="connsiteX28" fmla="*/ 796213 w 929720"/>
                <a:gd name="connsiteY28" fmla="*/ 965369 h 971174"/>
                <a:gd name="connsiteX29" fmla="*/ 878763 w 929720"/>
                <a:gd name="connsiteY29" fmla="*/ 936794 h 971174"/>
                <a:gd name="connsiteX30" fmla="*/ 929563 w 929720"/>
                <a:gd name="connsiteY30" fmla="*/ 812969 h 971174"/>
                <a:gd name="connsiteX31" fmla="*/ 862888 w 929720"/>
                <a:gd name="connsiteY31" fmla="*/ 689144 h 971174"/>
                <a:gd name="connsiteX32" fmla="*/ 773988 w 929720"/>
                <a:gd name="connsiteY32" fmla="*/ 574844 h 971174"/>
                <a:gd name="connsiteX33" fmla="*/ 739063 w 929720"/>
                <a:gd name="connsiteY33" fmla="*/ 470069 h 971174"/>
                <a:gd name="connsiteX34" fmla="*/ 666038 w 929720"/>
                <a:gd name="connsiteY34" fmla="*/ 400219 h 971174"/>
                <a:gd name="connsiteX35" fmla="*/ 624763 w 929720"/>
                <a:gd name="connsiteY35" fmla="*/ 365294 h 971174"/>
                <a:gd name="connsiteX36" fmla="*/ 519988 w 929720"/>
                <a:gd name="connsiteY36" fmla="*/ 292269 h 971174"/>
                <a:gd name="connsiteX37" fmla="*/ 475538 w 929720"/>
                <a:gd name="connsiteY37" fmla="*/ 197019 h 971174"/>
                <a:gd name="connsiteX38" fmla="*/ 405688 w 929720"/>
                <a:gd name="connsiteY38" fmla="*/ 152569 h 971174"/>
                <a:gd name="connsiteX39" fmla="*/ 253288 w 929720"/>
                <a:gd name="connsiteY39" fmla="*/ 41444 h 971174"/>
                <a:gd name="connsiteX40" fmla="*/ 161213 w 929720"/>
                <a:gd name="connsiteY40" fmla="*/ 169 h 971174"/>
                <a:gd name="connsiteX41" fmla="*/ 69138 w 929720"/>
                <a:gd name="connsiteY41" fmla="*/ 54144 h 971174"/>
                <a:gd name="connsiteX42" fmla="*/ 46913 w 929720"/>
                <a:gd name="connsiteY42" fmla="*/ 143044 h 971174"/>
                <a:gd name="connsiteX43" fmla="*/ 43738 w 929720"/>
                <a:gd name="connsiteY43" fmla="*/ 193844 h 971174"/>
                <a:gd name="connsiteX44" fmla="*/ 11988 w 929720"/>
                <a:gd name="connsiteY44" fmla="*/ 225594 h 971174"/>
                <a:gd name="connsiteX45" fmla="*/ 2463 w 929720"/>
                <a:gd name="connsiteY45" fmla="*/ 279569 h 971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929720" h="971174">
                  <a:moveTo>
                    <a:pt x="2463" y="279569"/>
                  </a:moveTo>
                  <a:cubicBezTo>
                    <a:pt x="9871" y="283273"/>
                    <a:pt x="34742" y="254698"/>
                    <a:pt x="56438" y="247819"/>
                  </a:cubicBezTo>
                  <a:cubicBezTo>
                    <a:pt x="78134" y="240940"/>
                    <a:pt x="125759" y="250994"/>
                    <a:pt x="132638" y="238294"/>
                  </a:cubicBezTo>
                  <a:cubicBezTo>
                    <a:pt x="139517" y="225594"/>
                    <a:pt x="94009" y="185377"/>
                    <a:pt x="97713" y="171619"/>
                  </a:cubicBezTo>
                  <a:cubicBezTo>
                    <a:pt x="101417" y="157861"/>
                    <a:pt x="144809" y="165269"/>
                    <a:pt x="154863" y="155744"/>
                  </a:cubicBezTo>
                  <a:cubicBezTo>
                    <a:pt x="164917" y="146219"/>
                    <a:pt x="154863" y="104415"/>
                    <a:pt x="158038" y="114469"/>
                  </a:cubicBezTo>
                  <a:cubicBezTo>
                    <a:pt x="161213" y="124523"/>
                    <a:pt x="162271" y="189611"/>
                    <a:pt x="173913" y="216069"/>
                  </a:cubicBezTo>
                  <a:cubicBezTo>
                    <a:pt x="185555" y="242527"/>
                    <a:pt x="204076" y="259990"/>
                    <a:pt x="227888" y="273219"/>
                  </a:cubicBezTo>
                  <a:cubicBezTo>
                    <a:pt x="251700" y="286448"/>
                    <a:pt x="287684" y="285919"/>
                    <a:pt x="316788" y="295444"/>
                  </a:cubicBezTo>
                  <a:cubicBezTo>
                    <a:pt x="345892" y="304969"/>
                    <a:pt x="382405" y="313436"/>
                    <a:pt x="402513" y="330369"/>
                  </a:cubicBezTo>
                  <a:cubicBezTo>
                    <a:pt x="422621" y="347302"/>
                    <a:pt x="424209" y="381169"/>
                    <a:pt x="437438" y="397044"/>
                  </a:cubicBezTo>
                  <a:cubicBezTo>
                    <a:pt x="450667" y="412919"/>
                    <a:pt x="464426" y="413448"/>
                    <a:pt x="481888" y="425619"/>
                  </a:cubicBezTo>
                  <a:cubicBezTo>
                    <a:pt x="499350" y="437790"/>
                    <a:pt x="526338" y="456311"/>
                    <a:pt x="542213" y="470069"/>
                  </a:cubicBezTo>
                  <a:cubicBezTo>
                    <a:pt x="558088" y="483827"/>
                    <a:pt x="567084" y="493352"/>
                    <a:pt x="577138" y="508169"/>
                  </a:cubicBezTo>
                  <a:cubicBezTo>
                    <a:pt x="587192" y="522986"/>
                    <a:pt x="594071" y="536215"/>
                    <a:pt x="602538" y="558969"/>
                  </a:cubicBezTo>
                  <a:cubicBezTo>
                    <a:pt x="611005" y="581723"/>
                    <a:pt x="613651" y="611886"/>
                    <a:pt x="627938" y="644694"/>
                  </a:cubicBezTo>
                  <a:cubicBezTo>
                    <a:pt x="642226" y="677502"/>
                    <a:pt x="668155" y="732007"/>
                    <a:pt x="688263" y="755819"/>
                  </a:cubicBezTo>
                  <a:cubicBezTo>
                    <a:pt x="708371" y="779631"/>
                    <a:pt x="763405" y="796036"/>
                    <a:pt x="748588" y="787569"/>
                  </a:cubicBezTo>
                  <a:cubicBezTo>
                    <a:pt x="733771" y="779102"/>
                    <a:pt x="640109" y="712956"/>
                    <a:pt x="599363" y="705019"/>
                  </a:cubicBezTo>
                  <a:cubicBezTo>
                    <a:pt x="558617" y="697082"/>
                    <a:pt x="528984" y="728302"/>
                    <a:pt x="504113" y="739944"/>
                  </a:cubicBezTo>
                  <a:cubicBezTo>
                    <a:pt x="479242" y="751586"/>
                    <a:pt x="476596" y="773811"/>
                    <a:pt x="450138" y="774869"/>
                  </a:cubicBezTo>
                  <a:cubicBezTo>
                    <a:pt x="423680" y="775927"/>
                    <a:pt x="373409" y="756877"/>
                    <a:pt x="345363" y="746294"/>
                  </a:cubicBezTo>
                  <a:cubicBezTo>
                    <a:pt x="317317" y="735711"/>
                    <a:pt x="301971" y="727773"/>
                    <a:pt x="281863" y="711369"/>
                  </a:cubicBezTo>
                  <a:cubicBezTo>
                    <a:pt x="261755" y="694965"/>
                    <a:pt x="250642" y="671152"/>
                    <a:pt x="224713" y="647869"/>
                  </a:cubicBezTo>
                  <a:cubicBezTo>
                    <a:pt x="198784" y="624586"/>
                    <a:pt x="147455" y="576431"/>
                    <a:pt x="126288" y="571669"/>
                  </a:cubicBezTo>
                  <a:cubicBezTo>
                    <a:pt x="105121" y="566907"/>
                    <a:pt x="91363" y="588602"/>
                    <a:pt x="97713" y="619294"/>
                  </a:cubicBezTo>
                  <a:cubicBezTo>
                    <a:pt x="104063" y="649986"/>
                    <a:pt x="137401" y="718777"/>
                    <a:pt x="164388" y="755819"/>
                  </a:cubicBezTo>
                  <a:cubicBezTo>
                    <a:pt x="191375" y="792861"/>
                    <a:pt x="154334" y="806619"/>
                    <a:pt x="259638" y="841544"/>
                  </a:cubicBezTo>
                  <a:cubicBezTo>
                    <a:pt x="364942" y="876469"/>
                    <a:pt x="693026" y="949494"/>
                    <a:pt x="796213" y="965369"/>
                  </a:cubicBezTo>
                  <a:cubicBezTo>
                    <a:pt x="899400" y="981244"/>
                    <a:pt x="856538" y="962194"/>
                    <a:pt x="878763" y="936794"/>
                  </a:cubicBezTo>
                  <a:cubicBezTo>
                    <a:pt x="900988" y="911394"/>
                    <a:pt x="932209" y="854244"/>
                    <a:pt x="929563" y="812969"/>
                  </a:cubicBezTo>
                  <a:cubicBezTo>
                    <a:pt x="926917" y="771694"/>
                    <a:pt x="888817" y="728831"/>
                    <a:pt x="862888" y="689144"/>
                  </a:cubicBezTo>
                  <a:cubicBezTo>
                    <a:pt x="836959" y="649457"/>
                    <a:pt x="794626" y="611357"/>
                    <a:pt x="773988" y="574844"/>
                  </a:cubicBezTo>
                  <a:cubicBezTo>
                    <a:pt x="753351" y="538332"/>
                    <a:pt x="757055" y="499173"/>
                    <a:pt x="739063" y="470069"/>
                  </a:cubicBezTo>
                  <a:cubicBezTo>
                    <a:pt x="721071" y="440965"/>
                    <a:pt x="685088" y="417681"/>
                    <a:pt x="666038" y="400219"/>
                  </a:cubicBezTo>
                  <a:cubicBezTo>
                    <a:pt x="646988" y="382757"/>
                    <a:pt x="649105" y="383286"/>
                    <a:pt x="624763" y="365294"/>
                  </a:cubicBezTo>
                  <a:cubicBezTo>
                    <a:pt x="600421" y="347302"/>
                    <a:pt x="544859" y="320315"/>
                    <a:pt x="519988" y="292269"/>
                  </a:cubicBezTo>
                  <a:cubicBezTo>
                    <a:pt x="495117" y="264223"/>
                    <a:pt x="494588" y="220302"/>
                    <a:pt x="475538" y="197019"/>
                  </a:cubicBezTo>
                  <a:cubicBezTo>
                    <a:pt x="456488" y="173736"/>
                    <a:pt x="442730" y="178498"/>
                    <a:pt x="405688" y="152569"/>
                  </a:cubicBezTo>
                  <a:cubicBezTo>
                    <a:pt x="368646" y="126640"/>
                    <a:pt x="294034" y="66844"/>
                    <a:pt x="253288" y="41444"/>
                  </a:cubicBezTo>
                  <a:cubicBezTo>
                    <a:pt x="212542" y="16044"/>
                    <a:pt x="191905" y="-1948"/>
                    <a:pt x="161213" y="169"/>
                  </a:cubicBezTo>
                  <a:cubicBezTo>
                    <a:pt x="130521" y="2286"/>
                    <a:pt x="88188" y="30332"/>
                    <a:pt x="69138" y="54144"/>
                  </a:cubicBezTo>
                  <a:cubicBezTo>
                    <a:pt x="50088" y="77956"/>
                    <a:pt x="51146" y="119761"/>
                    <a:pt x="46913" y="143044"/>
                  </a:cubicBezTo>
                  <a:cubicBezTo>
                    <a:pt x="42680" y="166327"/>
                    <a:pt x="49559" y="180086"/>
                    <a:pt x="43738" y="193844"/>
                  </a:cubicBezTo>
                  <a:cubicBezTo>
                    <a:pt x="37917" y="207602"/>
                    <a:pt x="17809" y="212894"/>
                    <a:pt x="11988" y="225594"/>
                  </a:cubicBezTo>
                  <a:cubicBezTo>
                    <a:pt x="6167" y="238294"/>
                    <a:pt x="-4945" y="275865"/>
                    <a:pt x="2463" y="279569"/>
                  </a:cubicBezTo>
                  <a:close/>
                </a:path>
              </a:pathLst>
            </a:custGeom>
            <a:gradFill>
              <a:gsLst>
                <a:gs pos="44240">
                  <a:srgbClr val="C78C91"/>
                </a:gs>
                <a:gs pos="23000">
                  <a:srgbClr val="D4AAA6"/>
                </a:gs>
                <a:gs pos="66000">
                  <a:srgbClr val="F2D1D3"/>
                </a:gs>
                <a:gs pos="80000">
                  <a:srgbClr val="BA5958">
                    <a:alpha val="75000"/>
                  </a:srgbClr>
                </a:gs>
              </a:gsLst>
              <a:path path="shape">
                <a:fillToRect l="50000" t="50000" r="50000" b="50000"/>
              </a:path>
            </a:gra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Freeform 165"/>
            <p:cNvSpPr/>
            <p:nvPr/>
          </p:nvSpPr>
          <p:spPr>
            <a:xfrm>
              <a:off x="9221073" y="6966260"/>
              <a:ext cx="1336773" cy="695504"/>
            </a:xfrm>
            <a:custGeom>
              <a:avLst/>
              <a:gdLst>
                <a:gd name="connsiteX0" fmla="*/ 177 w 1021705"/>
                <a:gd name="connsiteY0" fmla="*/ 197507 h 539899"/>
                <a:gd name="connsiteX1" fmla="*/ 60502 w 1021705"/>
                <a:gd name="connsiteY1" fmla="*/ 143532 h 539899"/>
                <a:gd name="connsiteX2" fmla="*/ 171627 w 1021705"/>
                <a:gd name="connsiteY2" fmla="*/ 76857 h 539899"/>
                <a:gd name="connsiteX3" fmla="*/ 314502 w 1021705"/>
                <a:gd name="connsiteY3" fmla="*/ 16532 h 539899"/>
                <a:gd name="connsiteX4" fmla="*/ 422452 w 1021705"/>
                <a:gd name="connsiteY4" fmla="*/ 41932 h 539899"/>
                <a:gd name="connsiteX5" fmla="*/ 485952 w 1021705"/>
                <a:gd name="connsiteY5" fmla="*/ 114957 h 539899"/>
                <a:gd name="connsiteX6" fmla="*/ 501827 w 1021705"/>
                <a:gd name="connsiteY6" fmla="*/ 216557 h 539899"/>
                <a:gd name="connsiteX7" fmla="*/ 505002 w 1021705"/>
                <a:gd name="connsiteY7" fmla="*/ 226082 h 539899"/>
                <a:gd name="connsiteX8" fmla="*/ 524052 w 1021705"/>
                <a:gd name="connsiteY8" fmla="*/ 156232 h 539899"/>
                <a:gd name="connsiteX9" fmla="*/ 606602 w 1021705"/>
                <a:gd name="connsiteY9" fmla="*/ 130832 h 539899"/>
                <a:gd name="connsiteX10" fmla="*/ 689152 w 1021705"/>
                <a:gd name="connsiteY10" fmla="*/ 156232 h 539899"/>
                <a:gd name="connsiteX11" fmla="*/ 800277 w 1021705"/>
                <a:gd name="connsiteY11" fmla="*/ 229257 h 539899"/>
                <a:gd name="connsiteX12" fmla="*/ 860602 w 1021705"/>
                <a:gd name="connsiteY12" fmla="*/ 349907 h 539899"/>
                <a:gd name="connsiteX13" fmla="*/ 860602 w 1021705"/>
                <a:gd name="connsiteY13" fmla="*/ 375307 h 539899"/>
                <a:gd name="connsiteX14" fmla="*/ 866952 w 1021705"/>
                <a:gd name="connsiteY14" fmla="*/ 334032 h 539899"/>
                <a:gd name="connsiteX15" fmla="*/ 905052 w 1021705"/>
                <a:gd name="connsiteY15" fmla="*/ 334032 h 539899"/>
                <a:gd name="connsiteX16" fmla="*/ 847902 w 1021705"/>
                <a:gd name="connsiteY16" fmla="*/ 295932 h 539899"/>
                <a:gd name="connsiteX17" fmla="*/ 765352 w 1021705"/>
                <a:gd name="connsiteY17" fmla="*/ 184807 h 539899"/>
                <a:gd name="connsiteX18" fmla="*/ 628827 w 1021705"/>
                <a:gd name="connsiteY18" fmla="*/ 127657 h 539899"/>
                <a:gd name="connsiteX19" fmla="*/ 530402 w 1021705"/>
                <a:gd name="connsiteY19" fmla="*/ 134007 h 539899"/>
                <a:gd name="connsiteX20" fmla="*/ 501827 w 1021705"/>
                <a:gd name="connsiteY20" fmla="*/ 114957 h 539899"/>
                <a:gd name="connsiteX21" fmla="*/ 466902 w 1021705"/>
                <a:gd name="connsiteY21" fmla="*/ 60982 h 539899"/>
                <a:gd name="connsiteX22" fmla="*/ 549452 w 1021705"/>
                <a:gd name="connsiteY22" fmla="*/ 19707 h 539899"/>
                <a:gd name="connsiteX23" fmla="*/ 625652 w 1021705"/>
                <a:gd name="connsiteY23" fmla="*/ 657 h 539899"/>
                <a:gd name="connsiteX24" fmla="*/ 705027 w 1021705"/>
                <a:gd name="connsiteY24" fmla="*/ 41932 h 539899"/>
                <a:gd name="connsiteX25" fmla="*/ 771702 w 1021705"/>
                <a:gd name="connsiteY25" fmla="*/ 86382 h 539899"/>
                <a:gd name="connsiteX26" fmla="*/ 835202 w 1021705"/>
                <a:gd name="connsiteY26" fmla="*/ 99082 h 539899"/>
                <a:gd name="connsiteX27" fmla="*/ 917752 w 1021705"/>
                <a:gd name="connsiteY27" fmla="*/ 194332 h 539899"/>
                <a:gd name="connsiteX28" fmla="*/ 1003477 w 1021705"/>
                <a:gd name="connsiteY28" fmla="*/ 267357 h 539899"/>
                <a:gd name="connsiteX29" fmla="*/ 1016177 w 1021705"/>
                <a:gd name="connsiteY29" fmla="*/ 429282 h 539899"/>
                <a:gd name="connsiteX30" fmla="*/ 933627 w 1021705"/>
                <a:gd name="connsiteY30" fmla="*/ 530882 h 539899"/>
                <a:gd name="connsiteX31" fmla="*/ 828852 w 1021705"/>
                <a:gd name="connsiteY31" fmla="*/ 527707 h 539899"/>
                <a:gd name="connsiteX32" fmla="*/ 708202 w 1021705"/>
                <a:gd name="connsiteY32" fmla="*/ 467382 h 539899"/>
                <a:gd name="connsiteX33" fmla="*/ 654227 w 1021705"/>
                <a:gd name="connsiteY33" fmla="*/ 391182 h 539899"/>
                <a:gd name="connsiteX34" fmla="*/ 663752 w 1021705"/>
                <a:gd name="connsiteY34" fmla="*/ 305457 h 539899"/>
                <a:gd name="connsiteX35" fmla="*/ 641527 w 1021705"/>
                <a:gd name="connsiteY35" fmla="*/ 280057 h 539899"/>
                <a:gd name="connsiteX36" fmla="*/ 597077 w 1021705"/>
                <a:gd name="connsiteY36" fmla="*/ 368957 h 539899"/>
                <a:gd name="connsiteX37" fmla="*/ 508177 w 1021705"/>
                <a:gd name="connsiteY37" fmla="*/ 400707 h 539899"/>
                <a:gd name="connsiteX38" fmla="*/ 400227 w 1021705"/>
                <a:gd name="connsiteY38" fmla="*/ 400707 h 539899"/>
                <a:gd name="connsiteX39" fmla="*/ 346252 w 1021705"/>
                <a:gd name="connsiteY39" fmla="*/ 327682 h 539899"/>
                <a:gd name="connsiteX40" fmla="*/ 333552 w 1021705"/>
                <a:gd name="connsiteY40" fmla="*/ 257832 h 539899"/>
                <a:gd name="connsiteX41" fmla="*/ 298627 w 1021705"/>
                <a:gd name="connsiteY41" fmla="*/ 229257 h 539899"/>
                <a:gd name="connsiteX42" fmla="*/ 289102 w 1021705"/>
                <a:gd name="connsiteY42" fmla="*/ 219732 h 539899"/>
                <a:gd name="connsiteX43" fmla="*/ 343077 w 1021705"/>
                <a:gd name="connsiteY43" fmla="*/ 191157 h 539899"/>
                <a:gd name="connsiteX44" fmla="*/ 247827 w 1021705"/>
                <a:gd name="connsiteY44" fmla="*/ 222907 h 539899"/>
                <a:gd name="connsiteX45" fmla="*/ 89077 w 1021705"/>
                <a:gd name="connsiteY45" fmla="*/ 321332 h 539899"/>
                <a:gd name="connsiteX46" fmla="*/ 44627 w 1021705"/>
                <a:gd name="connsiteY46" fmla="*/ 356257 h 539899"/>
                <a:gd name="connsiteX47" fmla="*/ 177 w 1021705"/>
                <a:gd name="connsiteY47" fmla="*/ 197507 h 539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1021705" h="539899">
                  <a:moveTo>
                    <a:pt x="177" y="197507"/>
                  </a:moveTo>
                  <a:cubicBezTo>
                    <a:pt x="2823" y="162053"/>
                    <a:pt x="31927" y="163640"/>
                    <a:pt x="60502" y="143532"/>
                  </a:cubicBezTo>
                  <a:cubicBezTo>
                    <a:pt x="89077" y="123424"/>
                    <a:pt x="129294" y="98024"/>
                    <a:pt x="171627" y="76857"/>
                  </a:cubicBezTo>
                  <a:cubicBezTo>
                    <a:pt x="213960" y="55690"/>
                    <a:pt x="272698" y="22353"/>
                    <a:pt x="314502" y="16532"/>
                  </a:cubicBezTo>
                  <a:cubicBezTo>
                    <a:pt x="356306" y="10711"/>
                    <a:pt x="393877" y="25528"/>
                    <a:pt x="422452" y="41932"/>
                  </a:cubicBezTo>
                  <a:cubicBezTo>
                    <a:pt x="451027" y="58336"/>
                    <a:pt x="472723" y="85853"/>
                    <a:pt x="485952" y="114957"/>
                  </a:cubicBezTo>
                  <a:cubicBezTo>
                    <a:pt x="499181" y="144061"/>
                    <a:pt x="501827" y="216557"/>
                    <a:pt x="501827" y="216557"/>
                  </a:cubicBezTo>
                  <a:cubicBezTo>
                    <a:pt x="505002" y="235078"/>
                    <a:pt x="501298" y="236136"/>
                    <a:pt x="505002" y="226082"/>
                  </a:cubicBezTo>
                  <a:cubicBezTo>
                    <a:pt x="508706" y="216028"/>
                    <a:pt x="507119" y="172107"/>
                    <a:pt x="524052" y="156232"/>
                  </a:cubicBezTo>
                  <a:cubicBezTo>
                    <a:pt x="540985" y="140357"/>
                    <a:pt x="579085" y="130832"/>
                    <a:pt x="606602" y="130832"/>
                  </a:cubicBezTo>
                  <a:cubicBezTo>
                    <a:pt x="634119" y="130832"/>
                    <a:pt x="656873" y="139828"/>
                    <a:pt x="689152" y="156232"/>
                  </a:cubicBezTo>
                  <a:cubicBezTo>
                    <a:pt x="721431" y="172636"/>
                    <a:pt x="771702" y="196978"/>
                    <a:pt x="800277" y="229257"/>
                  </a:cubicBezTo>
                  <a:cubicBezTo>
                    <a:pt x="828852" y="261536"/>
                    <a:pt x="850548" y="325565"/>
                    <a:pt x="860602" y="349907"/>
                  </a:cubicBezTo>
                  <a:cubicBezTo>
                    <a:pt x="870656" y="374249"/>
                    <a:pt x="859544" y="377953"/>
                    <a:pt x="860602" y="375307"/>
                  </a:cubicBezTo>
                  <a:cubicBezTo>
                    <a:pt x="861660" y="372661"/>
                    <a:pt x="859544" y="340911"/>
                    <a:pt x="866952" y="334032"/>
                  </a:cubicBezTo>
                  <a:cubicBezTo>
                    <a:pt x="874360" y="327153"/>
                    <a:pt x="908227" y="340382"/>
                    <a:pt x="905052" y="334032"/>
                  </a:cubicBezTo>
                  <a:cubicBezTo>
                    <a:pt x="901877" y="327682"/>
                    <a:pt x="871185" y="320803"/>
                    <a:pt x="847902" y="295932"/>
                  </a:cubicBezTo>
                  <a:cubicBezTo>
                    <a:pt x="824619" y="271061"/>
                    <a:pt x="801864" y="212853"/>
                    <a:pt x="765352" y="184807"/>
                  </a:cubicBezTo>
                  <a:cubicBezTo>
                    <a:pt x="728840" y="156761"/>
                    <a:pt x="667985" y="136124"/>
                    <a:pt x="628827" y="127657"/>
                  </a:cubicBezTo>
                  <a:cubicBezTo>
                    <a:pt x="589669" y="119190"/>
                    <a:pt x="551569" y="136124"/>
                    <a:pt x="530402" y="134007"/>
                  </a:cubicBezTo>
                  <a:cubicBezTo>
                    <a:pt x="509235" y="131890"/>
                    <a:pt x="512410" y="127128"/>
                    <a:pt x="501827" y="114957"/>
                  </a:cubicBezTo>
                  <a:cubicBezTo>
                    <a:pt x="491244" y="102786"/>
                    <a:pt x="458965" y="76857"/>
                    <a:pt x="466902" y="60982"/>
                  </a:cubicBezTo>
                  <a:cubicBezTo>
                    <a:pt x="474839" y="45107"/>
                    <a:pt x="522994" y="29761"/>
                    <a:pt x="549452" y="19707"/>
                  </a:cubicBezTo>
                  <a:cubicBezTo>
                    <a:pt x="575910" y="9653"/>
                    <a:pt x="599723" y="-3047"/>
                    <a:pt x="625652" y="657"/>
                  </a:cubicBezTo>
                  <a:cubicBezTo>
                    <a:pt x="651581" y="4361"/>
                    <a:pt x="680685" y="27645"/>
                    <a:pt x="705027" y="41932"/>
                  </a:cubicBezTo>
                  <a:cubicBezTo>
                    <a:pt x="729369" y="56219"/>
                    <a:pt x="750006" y="76857"/>
                    <a:pt x="771702" y="86382"/>
                  </a:cubicBezTo>
                  <a:cubicBezTo>
                    <a:pt x="793398" y="95907"/>
                    <a:pt x="810860" y="81090"/>
                    <a:pt x="835202" y="99082"/>
                  </a:cubicBezTo>
                  <a:cubicBezTo>
                    <a:pt x="859544" y="117074"/>
                    <a:pt x="889706" y="166286"/>
                    <a:pt x="917752" y="194332"/>
                  </a:cubicBezTo>
                  <a:cubicBezTo>
                    <a:pt x="945798" y="222378"/>
                    <a:pt x="987073" y="228199"/>
                    <a:pt x="1003477" y="267357"/>
                  </a:cubicBezTo>
                  <a:cubicBezTo>
                    <a:pt x="1019881" y="306515"/>
                    <a:pt x="1027819" y="385361"/>
                    <a:pt x="1016177" y="429282"/>
                  </a:cubicBezTo>
                  <a:cubicBezTo>
                    <a:pt x="1004535" y="473203"/>
                    <a:pt x="964848" y="514478"/>
                    <a:pt x="933627" y="530882"/>
                  </a:cubicBezTo>
                  <a:cubicBezTo>
                    <a:pt x="902406" y="547286"/>
                    <a:pt x="866423" y="538290"/>
                    <a:pt x="828852" y="527707"/>
                  </a:cubicBezTo>
                  <a:cubicBezTo>
                    <a:pt x="791281" y="517124"/>
                    <a:pt x="737306" y="490136"/>
                    <a:pt x="708202" y="467382"/>
                  </a:cubicBezTo>
                  <a:cubicBezTo>
                    <a:pt x="679098" y="444628"/>
                    <a:pt x="661635" y="418169"/>
                    <a:pt x="654227" y="391182"/>
                  </a:cubicBezTo>
                  <a:cubicBezTo>
                    <a:pt x="646819" y="364195"/>
                    <a:pt x="665869" y="323978"/>
                    <a:pt x="663752" y="305457"/>
                  </a:cubicBezTo>
                  <a:cubicBezTo>
                    <a:pt x="661635" y="286936"/>
                    <a:pt x="652639" y="269474"/>
                    <a:pt x="641527" y="280057"/>
                  </a:cubicBezTo>
                  <a:cubicBezTo>
                    <a:pt x="630415" y="290640"/>
                    <a:pt x="619302" y="348849"/>
                    <a:pt x="597077" y="368957"/>
                  </a:cubicBezTo>
                  <a:cubicBezTo>
                    <a:pt x="574852" y="389065"/>
                    <a:pt x="540985" y="395415"/>
                    <a:pt x="508177" y="400707"/>
                  </a:cubicBezTo>
                  <a:cubicBezTo>
                    <a:pt x="475369" y="405999"/>
                    <a:pt x="427215" y="412878"/>
                    <a:pt x="400227" y="400707"/>
                  </a:cubicBezTo>
                  <a:cubicBezTo>
                    <a:pt x="373240" y="388536"/>
                    <a:pt x="357365" y="351495"/>
                    <a:pt x="346252" y="327682"/>
                  </a:cubicBezTo>
                  <a:cubicBezTo>
                    <a:pt x="335140" y="303870"/>
                    <a:pt x="341490" y="274236"/>
                    <a:pt x="333552" y="257832"/>
                  </a:cubicBezTo>
                  <a:cubicBezTo>
                    <a:pt x="325615" y="241428"/>
                    <a:pt x="298627" y="229257"/>
                    <a:pt x="298627" y="229257"/>
                  </a:cubicBezTo>
                  <a:cubicBezTo>
                    <a:pt x="291219" y="222907"/>
                    <a:pt x="281694" y="226082"/>
                    <a:pt x="289102" y="219732"/>
                  </a:cubicBezTo>
                  <a:cubicBezTo>
                    <a:pt x="296510" y="213382"/>
                    <a:pt x="349956" y="190628"/>
                    <a:pt x="343077" y="191157"/>
                  </a:cubicBezTo>
                  <a:cubicBezTo>
                    <a:pt x="336198" y="191686"/>
                    <a:pt x="290160" y="201211"/>
                    <a:pt x="247827" y="222907"/>
                  </a:cubicBezTo>
                  <a:cubicBezTo>
                    <a:pt x="205494" y="244603"/>
                    <a:pt x="122944" y="299107"/>
                    <a:pt x="89077" y="321332"/>
                  </a:cubicBezTo>
                  <a:cubicBezTo>
                    <a:pt x="55210" y="343557"/>
                    <a:pt x="64206" y="375307"/>
                    <a:pt x="44627" y="356257"/>
                  </a:cubicBezTo>
                  <a:cubicBezTo>
                    <a:pt x="25048" y="337207"/>
                    <a:pt x="-2469" y="232961"/>
                    <a:pt x="177" y="197507"/>
                  </a:cubicBezTo>
                  <a:close/>
                </a:path>
              </a:pathLst>
            </a:custGeom>
            <a:gradFill>
              <a:gsLst>
                <a:gs pos="44240">
                  <a:srgbClr val="C78C91"/>
                </a:gs>
                <a:gs pos="23000">
                  <a:srgbClr val="D4AAA6"/>
                </a:gs>
                <a:gs pos="66000">
                  <a:srgbClr val="F2D1D3"/>
                </a:gs>
                <a:gs pos="80000">
                  <a:srgbClr val="BA5958">
                    <a:alpha val="75000"/>
                  </a:srgbClr>
                </a:gs>
              </a:gsLst>
              <a:path path="shape">
                <a:fillToRect l="50000" t="50000" r="50000" b="50000"/>
              </a:path>
            </a:gra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Freeform 166"/>
            <p:cNvSpPr/>
            <p:nvPr/>
          </p:nvSpPr>
          <p:spPr>
            <a:xfrm>
              <a:off x="9119605" y="6324746"/>
              <a:ext cx="1785660" cy="817937"/>
            </a:xfrm>
            <a:custGeom>
              <a:avLst/>
              <a:gdLst>
                <a:gd name="connsiteX0" fmla="*/ 426980 w 1364792"/>
                <a:gd name="connsiteY0" fmla="*/ 397045 h 634940"/>
                <a:gd name="connsiteX1" fmla="*/ 325380 w 1364792"/>
                <a:gd name="connsiteY1" fmla="*/ 381170 h 634940"/>
                <a:gd name="connsiteX2" fmla="*/ 299980 w 1364792"/>
                <a:gd name="connsiteY2" fmla="*/ 346245 h 634940"/>
                <a:gd name="connsiteX3" fmla="*/ 303155 w 1364792"/>
                <a:gd name="connsiteY3" fmla="*/ 285920 h 634940"/>
                <a:gd name="connsiteX4" fmla="*/ 293630 w 1364792"/>
                <a:gd name="connsiteY4" fmla="*/ 238295 h 634940"/>
                <a:gd name="connsiteX5" fmla="*/ 309505 w 1364792"/>
                <a:gd name="connsiteY5" fmla="*/ 219245 h 634940"/>
                <a:gd name="connsiteX6" fmla="*/ 331730 w 1364792"/>
                <a:gd name="connsiteY6" fmla="*/ 238295 h 634940"/>
                <a:gd name="connsiteX7" fmla="*/ 388880 w 1364792"/>
                <a:gd name="connsiteY7" fmla="*/ 212895 h 634940"/>
                <a:gd name="connsiteX8" fmla="*/ 506355 w 1364792"/>
                <a:gd name="connsiteY8" fmla="*/ 222420 h 634940"/>
                <a:gd name="connsiteX9" fmla="*/ 560330 w 1364792"/>
                <a:gd name="connsiteY9" fmla="*/ 311320 h 634940"/>
                <a:gd name="connsiteX10" fmla="*/ 566680 w 1364792"/>
                <a:gd name="connsiteY10" fmla="*/ 387520 h 634940"/>
                <a:gd name="connsiteX11" fmla="*/ 553980 w 1364792"/>
                <a:gd name="connsiteY11" fmla="*/ 504995 h 634940"/>
                <a:gd name="connsiteX12" fmla="*/ 515880 w 1364792"/>
                <a:gd name="connsiteY12" fmla="*/ 546270 h 634940"/>
                <a:gd name="connsiteX13" fmla="*/ 461905 w 1364792"/>
                <a:gd name="connsiteY13" fmla="*/ 517695 h 634940"/>
                <a:gd name="connsiteX14" fmla="*/ 395230 w 1364792"/>
                <a:gd name="connsiteY14" fmla="*/ 508170 h 634940"/>
                <a:gd name="connsiteX15" fmla="*/ 328555 w 1364792"/>
                <a:gd name="connsiteY15" fmla="*/ 533570 h 634940"/>
                <a:gd name="connsiteX16" fmla="*/ 192030 w 1364792"/>
                <a:gd name="connsiteY16" fmla="*/ 616120 h 634940"/>
                <a:gd name="connsiteX17" fmla="*/ 176155 w 1364792"/>
                <a:gd name="connsiteY17" fmla="*/ 628820 h 634940"/>
                <a:gd name="connsiteX18" fmla="*/ 74555 w 1364792"/>
                <a:gd name="connsiteY18" fmla="*/ 536745 h 634940"/>
                <a:gd name="connsiteX19" fmla="*/ 55505 w 1364792"/>
                <a:gd name="connsiteY19" fmla="*/ 431970 h 634940"/>
                <a:gd name="connsiteX20" fmla="*/ 84080 w 1364792"/>
                <a:gd name="connsiteY20" fmla="*/ 330370 h 634940"/>
                <a:gd name="connsiteX21" fmla="*/ 14230 w 1364792"/>
                <a:gd name="connsiteY21" fmla="*/ 292270 h 634940"/>
                <a:gd name="connsiteX22" fmla="*/ 4705 w 1364792"/>
                <a:gd name="connsiteY22" fmla="*/ 114470 h 634940"/>
                <a:gd name="connsiteX23" fmla="*/ 71380 w 1364792"/>
                <a:gd name="connsiteY23" fmla="*/ 35095 h 634940"/>
                <a:gd name="connsiteX24" fmla="*/ 230130 w 1364792"/>
                <a:gd name="connsiteY24" fmla="*/ 170 h 634940"/>
                <a:gd name="connsiteX25" fmla="*/ 404755 w 1364792"/>
                <a:gd name="connsiteY25" fmla="*/ 47795 h 634940"/>
                <a:gd name="connsiteX26" fmla="*/ 484130 w 1364792"/>
                <a:gd name="connsiteY26" fmla="*/ 82720 h 634940"/>
                <a:gd name="connsiteX27" fmla="*/ 627005 w 1364792"/>
                <a:gd name="connsiteY27" fmla="*/ 57320 h 634940"/>
                <a:gd name="connsiteX28" fmla="*/ 706380 w 1364792"/>
                <a:gd name="connsiteY28" fmla="*/ 85895 h 634940"/>
                <a:gd name="connsiteX29" fmla="*/ 785755 w 1364792"/>
                <a:gd name="connsiteY29" fmla="*/ 120820 h 634940"/>
                <a:gd name="connsiteX30" fmla="*/ 922280 w 1364792"/>
                <a:gd name="connsiteY30" fmla="*/ 190670 h 634940"/>
                <a:gd name="connsiteX31" fmla="*/ 1014355 w 1364792"/>
                <a:gd name="connsiteY31" fmla="*/ 270045 h 634940"/>
                <a:gd name="connsiteX32" fmla="*/ 1144530 w 1364792"/>
                <a:gd name="connsiteY32" fmla="*/ 295445 h 634940"/>
                <a:gd name="connsiteX33" fmla="*/ 1271530 w 1364792"/>
                <a:gd name="connsiteY33" fmla="*/ 298620 h 634940"/>
                <a:gd name="connsiteX34" fmla="*/ 1347730 w 1364792"/>
                <a:gd name="connsiteY34" fmla="*/ 400220 h 634940"/>
                <a:gd name="connsiteX35" fmla="*/ 1357255 w 1364792"/>
                <a:gd name="connsiteY35" fmla="*/ 451020 h 634940"/>
                <a:gd name="connsiteX36" fmla="*/ 1255655 w 1364792"/>
                <a:gd name="connsiteY36" fmla="*/ 460545 h 634940"/>
                <a:gd name="connsiteX37" fmla="*/ 1169930 w 1364792"/>
                <a:gd name="connsiteY37" fmla="*/ 431970 h 634940"/>
                <a:gd name="connsiteX38" fmla="*/ 1090555 w 1364792"/>
                <a:gd name="connsiteY38" fmla="*/ 454195 h 634940"/>
                <a:gd name="connsiteX39" fmla="*/ 1027055 w 1364792"/>
                <a:gd name="connsiteY39" fmla="*/ 441495 h 634940"/>
                <a:gd name="connsiteX40" fmla="*/ 944505 w 1364792"/>
                <a:gd name="connsiteY40" fmla="*/ 384345 h 634940"/>
                <a:gd name="connsiteX41" fmla="*/ 903230 w 1364792"/>
                <a:gd name="connsiteY41" fmla="*/ 377995 h 634940"/>
                <a:gd name="connsiteX42" fmla="*/ 779405 w 1364792"/>
                <a:gd name="connsiteY42" fmla="*/ 292270 h 634940"/>
                <a:gd name="connsiteX43" fmla="*/ 738130 w 1364792"/>
                <a:gd name="connsiteY43" fmla="*/ 270045 h 634940"/>
                <a:gd name="connsiteX44" fmla="*/ 633355 w 1364792"/>
                <a:gd name="connsiteY44" fmla="*/ 247820 h 634940"/>
                <a:gd name="connsiteX45" fmla="*/ 534930 w 1364792"/>
                <a:gd name="connsiteY45" fmla="*/ 231945 h 634940"/>
                <a:gd name="connsiteX46" fmla="*/ 493655 w 1364792"/>
                <a:gd name="connsiteY46" fmla="*/ 219245 h 634940"/>
                <a:gd name="connsiteX47" fmla="*/ 322205 w 1364792"/>
                <a:gd name="connsiteY47" fmla="*/ 216070 h 634940"/>
                <a:gd name="connsiteX48" fmla="*/ 223780 w 1364792"/>
                <a:gd name="connsiteY48" fmla="*/ 155745 h 634940"/>
                <a:gd name="connsiteX49" fmla="*/ 274580 w 1364792"/>
                <a:gd name="connsiteY49" fmla="*/ 219245 h 634940"/>
                <a:gd name="connsiteX50" fmla="*/ 290455 w 1364792"/>
                <a:gd name="connsiteY50" fmla="*/ 377995 h 634940"/>
                <a:gd name="connsiteX51" fmla="*/ 246005 w 1364792"/>
                <a:gd name="connsiteY51" fmla="*/ 454195 h 634940"/>
                <a:gd name="connsiteX52" fmla="*/ 315855 w 1364792"/>
                <a:gd name="connsiteY52" fmla="*/ 397045 h 634940"/>
                <a:gd name="connsiteX53" fmla="*/ 426980 w 1364792"/>
                <a:gd name="connsiteY53" fmla="*/ 397045 h 634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364792" h="634940">
                  <a:moveTo>
                    <a:pt x="426980" y="397045"/>
                  </a:moveTo>
                  <a:cubicBezTo>
                    <a:pt x="428568" y="394399"/>
                    <a:pt x="346547" y="389637"/>
                    <a:pt x="325380" y="381170"/>
                  </a:cubicBezTo>
                  <a:cubicBezTo>
                    <a:pt x="304213" y="372703"/>
                    <a:pt x="303684" y="362120"/>
                    <a:pt x="299980" y="346245"/>
                  </a:cubicBezTo>
                  <a:cubicBezTo>
                    <a:pt x="296276" y="330370"/>
                    <a:pt x="304213" y="303911"/>
                    <a:pt x="303155" y="285920"/>
                  </a:cubicBezTo>
                  <a:cubicBezTo>
                    <a:pt x="302097" y="267929"/>
                    <a:pt x="292572" y="249407"/>
                    <a:pt x="293630" y="238295"/>
                  </a:cubicBezTo>
                  <a:cubicBezTo>
                    <a:pt x="294688" y="227183"/>
                    <a:pt x="303155" y="219245"/>
                    <a:pt x="309505" y="219245"/>
                  </a:cubicBezTo>
                  <a:cubicBezTo>
                    <a:pt x="315855" y="219245"/>
                    <a:pt x="318501" y="239353"/>
                    <a:pt x="331730" y="238295"/>
                  </a:cubicBezTo>
                  <a:cubicBezTo>
                    <a:pt x="344959" y="237237"/>
                    <a:pt x="359776" y="215541"/>
                    <a:pt x="388880" y="212895"/>
                  </a:cubicBezTo>
                  <a:lnTo>
                    <a:pt x="506355" y="222420"/>
                  </a:lnTo>
                  <a:cubicBezTo>
                    <a:pt x="534930" y="238824"/>
                    <a:pt x="550276" y="283803"/>
                    <a:pt x="560330" y="311320"/>
                  </a:cubicBezTo>
                  <a:cubicBezTo>
                    <a:pt x="570384" y="338837"/>
                    <a:pt x="567738" y="355241"/>
                    <a:pt x="566680" y="387520"/>
                  </a:cubicBezTo>
                  <a:cubicBezTo>
                    <a:pt x="565622" y="419799"/>
                    <a:pt x="562447" y="478537"/>
                    <a:pt x="553980" y="504995"/>
                  </a:cubicBezTo>
                  <a:cubicBezTo>
                    <a:pt x="545513" y="531453"/>
                    <a:pt x="531226" y="544153"/>
                    <a:pt x="515880" y="546270"/>
                  </a:cubicBezTo>
                  <a:cubicBezTo>
                    <a:pt x="500534" y="548387"/>
                    <a:pt x="482013" y="524045"/>
                    <a:pt x="461905" y="517695"/>
                  </a:cubicBezTo>
                  <a:cubicBezTo>
                    <a:pt x="441797" y="511345"/>
                    <a:pt x="417455" y="505524"/>
                    <a:pt x="395230" y="508170"/>
                  </a:cubicBezTo>
                  <a:cubicBezTo>
                    <a:pt x="373005" y="510816"/>
                    <a:pt x="362422" y="515578"/>
                    <a:pt x="328555" y="533570"/>
                  </a:cubicBezTo>
                  <a:cubicBezTo>
                    <a:pt x="294688" y="551562"/>
                    <a:pt x="217430" y="600245"/>
                    <a:pt x="192030" y="616120"/>
                  </a:cubicBezTo>
                  <a:cubicBezTo>
                    <a:pt x="166630" y="631995"/>
                    <a:pt x="195734" y="642049"/>
                    <a:pt x="176155" y="628820"/>
                  </a:cubicBezTo>
                  <a:cubicBezTo>
                    <a:pt x="156576" y="615591"/>
                    <a:pt x="94663" y="569553"/>
                    <a:pt x="74555" y="536745"/>
                  </a:cubicBezTo>
                  <a:cubicBezTo>
                    <a:pt x="54447" y="503937"/>
                    <a:pt x="53917" y="466366"/>
                    <a:pt x="55505" y="431970"/>
                  </a:cubicBezTo>
                  <a:cubicBezTo>
                    <a:pt x="57092" y="397574"/>
                    <a:pt x="90959" y="353653"/>
                    <a:pt x="84080" y="330370"/>
                  </a:cubicBezTo>
                  <a:cubicBezTo>
                    <a:pt x="77201" y="307087"/>
                    <a:pt x="27459" y="328253"/>
                    <a:pt x="14230" y="292270"/>
                  </a:cubicBezTo>
                  <a:cubicBezTo>
                    <a:pt x="1001" y="256287"/>
                    <a:pt x="-4820" y="157332"/>
                    <a:pt x="4705" y="114470"/>
                  </a:cubicBezTo>
                  <a:cubicBezTo>
                    <a:pt x="14230" y="71608"/>
                    <a:pt x="33809" y="54145"/>
                    <a:pt x="71380" y="35095"/>
                  </a:cubicBezTo>
                  <a:cubicBezTo>
                    <a:pt x="108951" y="16045"/>
                    <a:pt x="174568" y="-1947"/>
                    <a:pt x="230130" y="170"/>
                  </a:cubicBezTo>
                  <a:cubicBezTo>
                    <a:pt x="285692" y="2287"/>
                    <a:pt x="362422" y="34037"/>
                    <a:pt x="404755" y="47795"/>
                  </a:cubicBezTo>
                  <a:cubicBezTo>
                    <a:pt x="447088" y="61553"/>
                    <a:pt x="447088" y="81132"/>
                    <a:pt x="484130" y="82720"/>
                  </a:cubicBezTo>
                  <a:cubicBezTo>
                    <a:pt x="521172" y="84307"/>
                    <a:pt x="589963" y="56791"/>
                    <a:pt x="627005" y="57320"/>
                  </a:cubicBezTo>
                  <a:cubicBezTo>
                    <a:pt x="664047" y="57849"/>
                    <a:pt x="679922" y="75312"/>
                    <a:pt x="706380" y="85895"/>
                  </a:cubicBezTo>
                  <a:cubicBezTo>
                    <a:pt x="732838" y="96478"/>
                    <a:pt x="749772" y="103358"/>
                    <a:pt x="785755" y="120820"/>
                  </a:cubicBezTo>
                  <a:cubicBezTo>
                    <a:pt x="821738" y="138282"/>
                    <a:pt x="884180" y="165799"/>
                    <a:pt x="922280" y="190670"/>
                  </a:cubicBezTo>
                  <a:cubicBezTo>
                    <a:pt x="960380" y="215541"/>
                    <a:pt x="977313" y="252583"/>
                    <a:pt x="1014355" y="270045"/>
                  </a:cubicBezTo>
                  <a:cubicBezTo>
                    <a:pt x="1051397" y="287507"/>
                    <a:pt x="1101668" y="290682"/>
                    <a:pt x="1144530" y="295445"/>
                  </a:cubicBezTo>
                  <a:cubicBezTo>
                    <a:pt x="1187393" y="300207"/>
                    <a:pt x="1237663" y="281157"/>
                    <a:pt x="1271530" y="298620"/>
                  </a:cubicBezTo>
                  <a:cubicBezTo>
                    <a:pt x="1305397" y="316082"/>
                    <a:pt x="1333443" y="374820"/>
                    <a:pt x="1347730" y="400220"/>
                  </a:cubicBezTo>
                  <a:cubicBezTo>
                    <a:pt x="1362017" y="425620"/>
                    <a:pt x="1372601" y="440966"/>
                    <a:pt x="1357255" y="451020"/>
                  </a:cubicBezTo>
                  <a:cubicBezTo>
                    <a:pt x="1341909" y="461074"/>
                    <a:pt x="1286876" y="463720"/>
                    <a:pt x="1255655" y="460545"/>
                  </a:cubicBezTo>
                  <a:cubicBezTo>
                    <a:pt x="1224434" y="457370"/>
                    <a:pt x="1197447" y="433028"/>
                    <a:pt x="1169930" y="431970"/>
                  </a:cubicBezTo>
                  <a:cubicBezTo>
                    <a:pt x="1142413" y="430912"/>
                    <a:pt x="1114368" y="452607"/>
                    <a:pt x="1090555" y="454195"/>
                  </a:cubicBezTo>
                  <a:cubicBezTo>
                    <a:pt x="1066742" y="455783"/>
                    <a:pt x="1051397" y="453137"/>
                    <a:pt x="1027055" y="441495"/>
                  </a:cubicBezTo>
                  <a:cubicBezTo>
                    <a:pt x="1002713" y="429853"/>
                    <a:pt x="965143" y="394928"/>
                    <a:pt x="944505" y="384345"/>
                  </a:cubicBezTo>
                  <a:cubicBezTo>
                    <a:pt x="923868" y="373762"/>
                    <a:pt x="930747" y="393341"/>
                    <a:pt x="903230" y="377995"/>
                  </a:cubicBezTo>
                  <a:cubicBezTo>
                    <a:pt x="875713" y="362649"/>
                    <a:pt x="806922" y="310262"/>
                    <a:pt x="779405" y="292270"/>
                  </a:cubicBezTo>
                  <a:cubicBezTo>
                    <a:pt x="751888" y="274278"/>
                    <a:pt x="762472" y="277453"/>
                    <a:pt x="738130" y="270045"/>
                  </a:cubicBezTo>
                  <a:cubicBezTo>
                    <a:pt x="713788" y="262637"/>
                    <a:pt x="667222" y="254170"/>
                    <a:pt x="633355" y="247820"/>
                  </a:cubicBezTo>
                  <a:cubicBezTo>
                    <a:pt x="599488" y="241470"/>
                    <a:pt x="558213" y="236707"/>
                    <a:pt x="534930" y="231945"/>
                  </a:cubicBezTo>
                  <a:cubicBezTo>
                    <a:pt x="511647" y="227182"/>
                    <a:pt x="529109" y="221891"/>
                    <a:pt x="493655" y="219245"/>
                  </a:cubicBezTo>
                  <a:cubicBezTo>
                    <a:pt x="458201" y="216599"/>
                    <a:pt x="367184" y="226653"/>
                    <a:pt x="322205" y="216070"/>
                  </a:cubicBezTo>
                  <a:cubicBezTo>
                    <a:pt x="277226" y="205487"/>
                    <a:pt x="231717" y="155216"/>
                    <a:pt x="223780" y="155745"/>
                  </a:cubicBezTo>
                  <a:cubicBezTo>
                    <a:pt x="215842" y="156274"/>
                    <a:pt x="263468" y="182203"/>
                    <a:pt x="274580" y="219245"/>
                  </a:cubicBezTo>
                  <a:cubicBezTo>
                    <a:pt x="285692" y="256287"/>
                    <a:pt x="295217" y="338837"/>
                    <a:pt x="290455" y="377995"/>
                  </a:cubicBezTo>
                  <a:cubicBezTo>
                    <a:pt x="285692" y="417153"/>
                    <a:pt x="241772" y="451020"/>
                    <a:pt x="246005" y="454195"/>
                  </a:cubicBezTo>
                  <a:cubicBezTo>
                    <a:pt x="250238" y="457370"/>
                    <a:pt x="286751" y="406570"/>
                    <a:pt x="315855" y="397045"/>
                  </a:cubicBezTo>
                  <a:cubicBezTo>
                    <a:pt x="344959" y="387520"/>
                    <a:pt x="425392" y="399691"/>
                    <a:pt x="426980" y="397045"/>
                  </a:cubicBezTo>
                  <a:close/>
                </a:path>
              </a:pathLst>
            </a:custGeom>
            <a:gradFill flip="none" rotWithShape="1">
              <a:gsLst>
                <a:gs pos="44240">
                  <a:srgbClr val="C78C91"/>
                </a:gs>
                <a:gs pos="23000">
                  <a:srgbClr val="D4AAA6"/>
                </a:gs>
                <a:gs pos="66000">
                  <a:srgbClr val="F2D1D3"/>
                </a:gs>
                <a:gs pos="80000">
                  <a:srgbClr val="BA5958">
                    <a:alpha val="75000"/>
                  </a:srgbClr>
                </a:gs>
              </a:gsLst>
              <a:path path="shape">
                <a:fillToRect l="50000" t="50000" r="50000" b="50000"/>
              </a:path>
              <a:tileRect/>
            </a:gra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Freeform 167"/>
            <p:cNvSpPr/>
            <p:nvPr/>
          </p:nvSpPr>
          <p:spPr>
            <a:xfrm>
              <a:off x="10745812" y="6099491"/>
              <a:ext cx="864101" cy="1324486"/>
            </a:xfrm>
            <a:custGeom>
              <a:avLst/>
              <a:gdLst>
                <a:gd name="connsiteX0" fmla="*/ 41309 w 660438"/>
                <a:gd name="connsiteY0" fmla="*/ 404 h 1028159"/>
                <a:gd name="connsiteX1" fmla="*/ 149259 w 660438"/>
                <a:gd name="connsiteY1" fmla="*/ 48029 h 1028159"/>
                <a:gd name="connsiteX2" fmla="*/ 203234 w 660438"/>
                <a:gd name="connsiteY2" fmla="*/ 82954 h 1028159"/>
                <a:gd name="connsiteX3" fmla="*/ 222284 w 660438"/>
                <a:gd name="connsiteY3" fmla="*/ 60729 h 1028159"/>
                <a:gd name="connsiteX4" fmla="*/ 295309 w 660438"/>
                <a:gd name="connsiteY4" fmla="*/ 92479 h 1028159"/>
                <a:gd name="connsiteX5" fmla="*/ 342934 w 660438"/>
                <a:gd name="connsiteY5" fmla="*/ 63904 h 1028159"/>
                <a:gd name="connsiteX6" fmla="*/ 444534 w 660438"/>
                <a:gd name="connsiteY6" fmla="*/ 22629 h 1028159"/>
                <a:gd name="connsiteX7" fmla="*/ 542959 w 660438"/>
                <a:gd name="connsiteY7" fmla="*/ 60729 h 1028159"/>
                <a:gd name="connsiteX8" fmla="*/ 542959 w 660438"/>
                <a:gd name="connsiteY8" fmla="*/ 175029 h 1028159"/>
                <a:gd name="connsiteX9" fmla="*/ 476284 w 660438"/>
                <a:gd name="connsiteY9" fmla="*/ 279804 h 1028159"/>
                <a:gd name="connsiteX10" fmla="*/ 355634 w 660438"/>
                <a:gd name="connsiteY10" fmla="*/ 343304 h 1028159"/>
                <a:gd name="connsiteX11" fmla="*/ 428659 w 660438"/>
                <a:gd name="connsiteY11" fmla="*/ 330604 h 1028159"/>
                <a:gd name="connsiteX12" fmla="*/ 577884 w 660438"/>
                <a:gd name="connsiteY12" fmla="*/ 381404 h 1028159"/>
                <a:gd name="connsiteX13" fmla="*/ 660434 w 660438"/>
                <a:gd name="connsiteY13" fmla="*/ 517929 h 1028159"/>
                <a:gd name="connsiteX14" fmla="*/ 574709 w 660438"/>
                <a:gd name="connsiteY14" fmla="*/ 721129 h 1028159"/>
                <a:gd name="connsiteX15" fmla="*/ 203234 w 660438"/>
                <a:gd name="connsiteY15" fmla="*/ 860829 h 1028159"/>
                <a:gd name="connsiteX16" fmla="*/ 479459 w 660438"/>
                <a:gd name="connsiteY16" fmla="*/ 768754 h 1028159"/>
                <a:gd name="connsiteX17" fmla="*/ 504859 w 660438"/>
                <a:gd name="connsiteY17" fmla="*/ 832254 h 1028159"/>
                <a:gd name="connsiteX18" fmla="*/ 454059 w 660438"/>
                <a:gd name="connsiteY18" fmla="*/ 943379 h 1028159"/>
                <a:gd name="connsiteX19" fmla="*/ 304834 w 660438"/>
                <a:gd name="connsiteY19" fmla="*/ 1019579 h 1028159"/>
                <a:gd name="connsiteX20" fmla="*/ 142909 w 660438"/>
                <a:gd name="connsiteY20" fmla="*/ 1016404 h 1028159"/>
                <a:gd name="connsiteX21" fmla="*/ 28609 w 660438"/>
                <a:gd name="connsiteY21" fmla="*/ 930679 h 1028159"/>
                <a:gd name="connsiteX22" fmla="*/ 34 w 660438"/>
                <a:gd name="connsiteY22" fmla="*/ 841779 h 1028159"/>
                <a:gd name="connsiteX23" fmla="*/ 31784 w 660438"/>
                <a:gd name="connsiteY23" fmla="*/ 708429 h 1028159"/>
                <a:gd name="connsiteX24" fmla="*/ 209584 w 660438"/>
                <a:gd name="connsiteY24" fmla="*/ 622704 h 1028159"/>
                <a:gd name="connsiteX25" fmla="*/ 406434 w 660438"/>
                <a:gd name="connsiteY25" fmla="*/ 587779 h 1028159"/>
                <a:gd name="connsiteX26" fmla="*/ 447709 w 660438"/>
                <a:gd name="connsiteY26" fmla="*/ 549679 h 1028159"/>
                <a:gd name="connsiteX27" fmla="*/ 400084 w 660438"/>
                <a:gd name="connsiteY27" fmla="*/ 505229 h 1028159"/>
                <a:gd name="connsiteX28" fmla="*/ 238159 w 660438"/>
                <a:gd name="connsiteY28" fmla="*/ 498879 h 1028159"/>
                <a:gd name="connsiteX29" fmla="*/ 123859 w 660438"/>
                <a:gd name="connsiteY29" fmla="*/ 406804 h 1028159"/>
                <a:gd name="connsiteX30" fmla="*/ 127034 w 660438"/>
                <a:gd name="connsiteY30" fmla="*/ 324254 h 1028159"/>
                <a:gd name="connsiteX31" fmla="*/ 196884 w 660438"/>
                <a:gd name="connsiteY31" fmla="*/ 248054 h 1028159"/>
                <a:gd name="connsiteX32" fmla="*/ 377859 w 660438"/>
                <a:gd name="connsiteY32" fmla="*/ 194079 h 1028159"/>
                <a:gd name="connsiteX33" fmla="*/ 177834 w 660438"/>
                <a:gd name="connsiteY33" fmla="*/ 241704 h 1028159"/>
                <a:gd name="connsiteX34" fmla="*/ 63534 w 660438"/>
                <a:gd name="connsiteY34" fmla="*/ 197254 h 1028159"/>
                <a:gd name="connsiteX35" fmla="*/ 73059 w 660438"/>
                <a:gd name="connsiteY35" fmla="*/ 121054 h 1028159"/>
                <a:gd name="connsiteX36" fmla="*/ 117509 w 660438"/>
                <a:gd name="connsiteY36" fmla="*/ 86129 h 1028159"/>
                <a:gd name="connsiteX37" fmla="*/ 142909 w 660438"/>
                <a:gd name="connsiteY37" fmla="*/ 76604 h 1028159"/>
                <a:gd name="connsiteX38" fmla="*/ 41309 w 660438"/>
                <a:gd name="connsiteY38" fmla="*/ 404 h 1028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660438" h="1028159">
                  <a:moveTo>
                    <a:pt x="41309" y="404"/>
                  </a:moveTo>
                  <a:cubicBezTo>
                    <a:pt x="42367" y="-4358"/>
                    <a:pt x="122272" y="34271"/>
                    <a:pt x="149259" y="48029"/>
                  </a:cubicBezTo>
                  <a:cubicBezTo>
                    <a:pt x="176247" y="61787"/>
                    <a:pt x="191063" y="80837"/>
                    <a:pt x="203234" y="82954"/>
                  </a:cubicBezTo>
                  <a:cubicBezTo>
                    <a:pt x="215405" y="85071"/>
                    <a:pt x="206938" y="59142"/>
                    <a:pt x="222284" y="60729"/>
                  </a:cubicBezTo>
                  <a:cubicBezTo>
                    <a:pt x="237630" y="62317"/>
                    <a:pt x="275201" y="91950"/>
                    <a:pt x="295309" y="92479"/>
                  </a:cubicBezTo>
                  <a:cubicBezTo>
                    <a:pt x="315417" y="93008"/>
                    <a:pt x="318063" y="75546"/>
                    <a:pt x="342934" y="63904"/>
                  </a:cubicBezTo>
                  <a:cubicBezTo>
                    <a:pt x="367805" y="52262"/>
                    <a:pt x="411197" y="23158"/>
                    <a:pt x="444534" y="22629"/>
                  </a:cubicBezTo>
                  <a:cubicBezTo>
                    <a:pt x="477871" y="22100"/>
                    <a:pt x="526555" y="35329"/>
                    <a:pt x="542959" y="60729"/>
                  </a:cubicBezTo>
                  <a:cubicBezTo>
                    <a:pt x="559363" y="86129"/>
                    <a:pt x="554071" y="138517"/>
                    <a:pt x="542959" y="175029"/>
                  </a:cubicBezTo>
                  <a:cubicBezTo>
                    <a:pt x="531847" y="211541"/>
                    <a:pt x="507505" y="251758"/>
                    <a:pt x="476284" y="279804"/>
                  </a:cubicBezTo>
                  <a:cubicBezTo>
                    <a:pt x="445063" y="307850"/>
                    <a:pt x="363572" y="334837"/>
                    <a:pt x="355634" y="343304"/>
                  </a:cubicBezTo>
                  <a:cubicBezTo>
                    <a:pt x="347697" y="351771"/>
                    <a:pt x="391617" y="324254"/>
                    <a:pt x="428659" y="330604"/>
                  </a:cubicBezTo>
                  <a:cubicBezTo>
                    <a:pt x="465701" y="336954"/>
                    <a:pt x="539255" y="350183"/>
                    <a:pt x="577884" y="381404"/>
                  </a:cubicBezTo>
                  <a:cubicBezTo>
                    <a:pt x="616513" y="412625"/>
                    <a:pt x="660963" y="461308"/>
                    <a:pt x="660434" y="517929"/>
                  </a:cubicBezTo>
                  <a:cubicBezTo>
                    <a:pt x="659905" y="574550"/>
                    <a:pt x="650909" y="663979"/>
                    <a:pt x="574709" y="721129"/>
                  </a:cubicBezTo>
                  <a:cubicBezTo>
                    <a:pt x="498509" y="778279"/>
                    <a:pt x="219109" y="852892"/>
                    <a:pt x="203234" y="860829"/>
                  </a:cubicBezTo>
                  <a:cubicBezTo>
                    <a:pt x="187359" y="868766"/>
                    <a:pt x="429188" y="773516"/>
                    <a:pt x="479459" y="768754"/>
                  </a:cubicBezTo>
                  <a:cubicBezTo>
                    <a:pt x="529730" y="763992"/>
                    <a:pt x="509092" y="803150"/>
                    <a:pt x="504859" y="832254"/>
                  </a:cubicBezTo>
                  <a:cubicBezTo>
                    <a:pt x="500626" y="861358"/>
                    <a:pt x="487396" y="912158"/>
                    <a:pt x="454059" y="943379"/>
                  </a:cubicBezTo>
                  <a:cubicBezTo>
                    <a:pt x="420722" y="974600"/>
                    <a:pt x="356692" y="1007408"/>
                    <a:pt x="304834" y="1019579"/>
                  </a:cubicBezTo>
                  <a:cubicBezTo>
                    <a:pt x="252976" y="1031750"/>
                    <a:pt x="188946" y="1031221"/>
                    <a:pt x="142909" y="1016404"/>
                  </a:cubicBezTo>
                  <a:cubicBezTo>
                    <a:pt x="96872" y="1001587"/>
                    <a:pt x="52421" y="959783"/>
                    <a:pt x="28609" y="930679"/>
                  </a:cubicBezTo>
                  <a:cubicBezTo>
                    <a:pt x="4797" y="901575"/>
                    <a:pt x="-495" y="878821"/>
                    <a:pt x="34" y="841779"/>
                  </a:cubicBezTo>
                  <a:cubicBezTo>
                    <a:pt x="563" y="804737"/>
                    <a:pt x="-3141" y="744941"/>
                    <a:pt x="31784" y="708429"/>
                  </a:cubicBezTo>
                  <a:cubicBezTo>
                    <a:pt x="66709" y="671917"/>
                    <a:pt x="147142" y="642812"/>
                    <a:pt x="209584" y="622704"/>
                  </a:cubicBezTo>
                  <a:cubicBezTo>
                    <a:pt x="272026" y="602596"/>
                    <a:pt x="366747" y="599950"/>
                    <a:pt x="406434" y="587779"/>
                  </a:cubicBezTo>
                  <a:cubicBezTo>
                    <a:pt x="446121" y="575608"/>
                    <a:pt x="448767" y="563437"/>
                    <a:pt x="447709" y="549679"/>
                  </a:cubicBezTo>
                  <a:cubicBezTo>
                    <a:pt x="446651" y="535921"/>
                    <a:pt x="435009" y="513696"/>
                    <a:pt x="400084" y="505229"/>
                  </a:cubicBezTo>
                  <a:cubicBezTo>
                    <a:pt x="365159" y="496762"/>
                    <a:pt x="284197" y="515283"/>
                    <a:pt x="238159" y="498879"/>
                  </a:cubicBezTo>
                  <a:cubicBezTo>
                    <a:pt x="192121" y="482475"/>
                    <a:pt x="142380" y="435908"/>
                    <a:pt x="123859" y="406804"/>
                  </a:cubicBezTo>
                  <a:cubicBezTo>
                    <a:pt x="105338" y="377700"/>
                    <a:pt x="114863" y="350712"/>
                    <a:pt x="127034" y="324254"/>
                  </a:cubicBezTo>
                  <a:cubicBezTo>
                    <a:pt x="139205" y="297796"/>
                    <a:pt x="155080" y="269750"/>
                    <a:pt x="196884" y="248054"/>
                  </a:cubicBezTo>
                  <a:cubicBezTo>
                    <a:pt x="238688" y="226358"/>
                    <a:pt x="381034" y="195137"/>
                    <a:pt x="377859" y="194079"/>
                  </a:cubicBezTo>
                  <a:cubicBezTo>
                    <a:pt x="374684" y="193021"/>
                    <a:pt x="230221" y="241175"/>
                    <a:pt x="177834" y="241704"/>
                  </a:cubicBezTo>
                  <a:cubicBezTo>
                    <a:pt x="125447" y="242233"/>
                    <a:pt x="80996" y="217362"/>
                    <a:pt x="63534" y="197254"/>
                  </a:cubicBezTo>
                  <a:cubicBezTo>
                    <a:pt x="46072" y="177146"/>
                    <a:pt x="64063" y="139575"/>
                    <a:pt x="73059" y="121054"/>
                  </a:cubicBezTo>
                  <a:cubicBezTo>
                    <a:pt x="82055" y="102533"/>
                    <a:pt x="105867" y="93537"/>
                    <a:pt x="117509" y="86129"/>
                  </a:cubicBezTo>
                  <a:cubicBezTo>
                    <a:pt x="129151" y="78721"/>
                    <a:pt x="151905" y="90891"/>
                    <a:pt x="142909" y="76604"/>
                  </a:cubicBezTo>
                  <a:cubicBezTo>
                    <a:pt x="133913" y="62317"/>
                    <a:pt x="40251" y="5166"/>
                    <a:pt x="41309" y="404"/>
                  </a:cubicBezTo>
                  <a:close/>
                </a:path>
              </a:pathLst>
            </a:custGeom>
            <a:gradFill>
              <a:gsLst>
                <a:gs pos="44240">
                  <a:srgbClr val="C78C91"/>
                </a:gs>
                <a:gs pos="23000">
                  <a:srgbClr val="D4AAA6"/>
                </a:gs>
                <a:gs pos="66000">
                  <a:srgbClr val="F2D1D3"/>
                </a:gs>
                <a:gs pos="80000">
                  <a:srgbClr val="BA5958">
                    <a:alpha val="75000"/>
                  </a:srgbClr>
                </a:gs>
              </a:gsLst>
              <a:path path="shape">
                <a:fillToRect l="50000" t="50000" r="50000" b="50000"/>
              </a:path>
            </a:gra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3783497" y="956662"/>
            <a:ext cx="2339174" cy="2119059"/>
            <a:chOff x="9055937" y="1922093"/>
            <a:chExt cx="1902356" cy="1723344"/>
          </a:xfrm>
        </p:grpSpPr>
        <p:sp>
          <p:nvSpPr>
            <p:cNvPr id="37" name="Freeform 36"/>
            <p:cNvSpPr/>
            <p:nvPr/>
          </p:nvSpPr>
          <p:spPr>
            <a:xfrm>
              <a:off x="9055937" y="1922093"/>
              <a:ext cx="1902356" cy="1723344"/>
            </a:xfrm>
            <a:custGeom>
              <a:avLst/>
              <a:gdLst>
                <a:gd name="connsiteX0" fmla="*/ 964363 w 1902356"/>
                <a:gd name="connsiteY0" fmla="*/ 20304 h 1723344"/>
                <a:gd name="connsiteX1" fmla="*/ 1025323 w 1902356"/>
                <a:gd name="connsiteY1" fmla="*/ 111744 h 1723344"/>
                <a:gd name="connsiteX2" fmla="*/ 1101523 w 1902356"/>
                <a:gd name="connsiteY2" fmla="*/ 195564 h 1723344"/>
                <a:gd name="connsiteX3" fmla="*/ 1307263 w 1902356"/>
                <a:gd name="connsiteY3" fmla="*/ 226044 h 1723344"/>
                <a:gd name="connsiteX4" fmla="*/ 1535863 w 1902356"/>
                <a:gd name="connsiteY4" fmla="*/ 195564 h 1723344"/>
                <a:gd name="connsiteX5" fmla="*/ 1726363 w 1902356"/>
                <a:gd name="connsiteY5" fmla="*/ 233664 h 1723344"/>
                <a:gd name="connsiteX6" fmla="*/ 1817803 w 1902356"/>
                <a:gd name="connsiteY6" fmla="*/ 325104 h 1723344"/>
                <a:gd name="connsiteX7" fmla="*/ 1886383 w 1902356"/>
                <a:gd name="connsiteY7" fmla="*/ 431784 h 1723344"/>
                <a:gd name="connsiteX8" fmla="*/ 1901623 w 1902356"/>
                <a:gd name="connsiteY8" fmla="*/ 584184 h 1723344"/>
                <a:gd name="connsiteX9" fmla="*/ 1871143 w 1902356"/>
                <a:gd name="connsiteY9" fmla="*/ 759444 h 1723344"/>
                <a:gd name="connsiteX10" fmla="*/ 1764463 w 1902356"/>
                <a:gd name="connsiteY10" fmla="*/ 988044 h 1723344"/>
                <a:gd name="connsiteX11" fmla="*/ 1528243 w 1902356"/>
                <a:gd name="connsiteY11" fmla="*/ 1254744 h 1723344"/>
                <a:gd name="connsiteX12" fmla="*/ 926263 w 1902356"/>
                <a:gd name="connsiteY12" fmla="*/ 1468104 h 1723344"/>
                <a:gd name="connsiteX13" fmla="*/ 842443 w 1902356"/>
                <a:gd name="connsiteY13" fmla="*/ 1506204 h 1723344"/>
                <a:gd name="connsiteX14" fmla="*/ 613843 w 1902356"/>
                <a:gd name="connsiteY14" fmla="*/ 1437624 h 1723344"/>
                <a:gd name="connsiteX15" fmla="*/ 522403 w 1902356"/>
                <a:gd name="connsiteY15" fmla="*/ 1269984 h 1723344"/>
                <a:gd name="connsiteX16" fmla="*/ 491923 w 1902356"/>
                <a:gd name="connsiteY16" fmla="*/ 1186164 h 1723344"/>
                <a:gd name="connsiteX17" fmla="*/ 438583 w 1902356"/>
                <a:gd name="connsiteY17" fmla="*/ 1193784 h 1723344"/>
                <a:gd name="connsiteX18" fmla="*/ 324283 w 1902356"/>
                <a:gd name="connsiteY18" fmla="*/ 1186164 h 1723344"/>
                <a:gd name="connsiteX19" fmla="*/ 309043 w 1902356"/>
                <a:gd name="connsiteY19" fmla="*/ 1163304 h 1723344"/>
                <a:gd name="connsiteX20" fmla="*/ 263323 w 1902356"/>
                <a:gd name="connsiteY20" fmla="*/ 1254744 h 1723344"/>
                <a:gd name="connsiteX21" fmla="*/ 263323 w 1902356"/>
                <a:gd name="connsiteY21" fmla="*/ 1376664 h 1723344"/>
                <a:gd name="connsiteX22" fmla="*/ 339523 w 1902356"/>
                <a:gd name="connsiteY22" fmla="*/ 1590024 h 1723344"/>
                <a:gd name="connsiteX23" fmla="*/ 423343 w 1902356"/>
                <a:gd name="connsiteY23" fmla="*/ 1666224 h 1723344"/>
                <a:gd name="connsiteX24" fmla="*/ 171883 w 1902356"/>
                <a:gd name="connsiteY24" fmla="*/ 1719564 h 1723344"/>
                <a:gd name="connsiteX25" fmla="*/ 65203 w 1902356"/>
                <a:gd name="connsiteY25" fmla="*/ 1559544 h 1723344"/>
                <a:gd name="connsiteX26" fmla="*/ 4243 w 1902356"/>
                <a:gd name="connsiteY26" fmla="*/ 1399524 h 1723344"/>
                <a:gd name="connsiteX27" fmla="*/ 19483 w 1902356"/>
                <a:gd name="connsiteY27" fmla="*/ 1140444 h 1723344"/>
                <a:gd name="connsiteX28" fmla="*/ 133783 w 1902356"/>
                <a:gd name="connsiteY28" fmla="*/ 957564 h 1723344"/>
                <a:gd name="connsiteX29" fmla="*/ 362383 w 1902356"/>
                <a:gd name="connsiteY29" fmla="*/ 888984 h 1723344"/>
                <a:gd name="connsiteX30" fmla="*/ 476683 w 1902356"/>
                <a:gd name="connsiteY30" fmla="*/ 934704 h 1723344"/>
                <a:gd name="connsiteX31" fmla="*/ 552883 w 1902356"/>
                <a:gd name="connsiteY31" fmla="*/ 949944 h 1723344"/>
                <a:gd name="connsiteX32" fmla="*/ 690043 w 1902356"/>
                <a:gd name="connsiteY32" fmla="*/ 988044 h 1723344"/>
                <a:gd name="connsiteX33" fmla="*/ 773863 w 1902356"/>
                <a:gd name="connsiteY33" fmla="*/ 1049004 h 1723344"/>
                <a:gd name="connsiteX34" fmla="*/ 941503 w 1902356"/>
                <a:gd name="connsiteY34" fmla="*/ 995664 h 1723344"/>
                <a:gd name="connsiteX35" fmla="*/ 1017703 w 1902356"/>
                <a:gd name="connsiteY35" fmla="*/ 858504 h 1723344"/>
                <a:gd name="connsiteX36" fmla="*/ 1055803 w 1902356"/>
                <a:gd name="connsiteY36" fmla="*/ 607044 h 1723344"/>
                <a:gd name="connsiteX37" fmla="*/ 1040563 w 1902356"/>
                <a:gd name="connsiteY37" fmla="*/ 408924 h 1723344"/>
                <a:gd name="connsiteX38" fmla="*/ 918643 w 1902356"/>
                <a:gd name="connsiteY38" fmla="*/ 256524 h 1723344"/>
                <a:gd name="connsiteX39" fmla="*/ 773863 w 1902356"/>
                <a:gd name="connsiteY39" fmla="*/ 20304 h 1723344"/>
                <a:gd name="connsiteX40" fmla="*/ 964363 w 1902356"/>
                <a:gd name="connsiteY40" fmla="*/ 20304 h 1723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1902356" h="1723344">
                  <a:moveTo>
                    <a:pt x="964363" y="20304"/>
                  </a:moveTo>
                  <a:cubicBezTo>
                    <a:pt x="1006273" y="35544"/>
                    <a:pt x="1002463" y="82534"/>
                    <a:pt x="1025323" y="111744"/>
                  </a:cubicBezTo>
                  <a:cubicBezTo>
                    <a:pt x="1048183" y="140954"/>
                    <a:pt x="1054533" y="176514"/>
                    <a:pt x="1101523" y="195564"/>
                  </a:cubicBezTo>
                  <a:cubicBezTo>
                    <a:pt x="1148513" y="214614"/>
                    <a:pt x="1234873" y="226044"/>
                    <a:pt x="1307263" y="226044"/>
                  </a:cubicBezTo>
                  <a:cubicBezTo>
                    <a:pt x="1379653" y="226044"/>
                    <a:pt x="1466013" y="194294"/>
                    <a:pt x="1535863" y="195564"/>
                  </a:cubicBezTo>
                  <a:cubicBezTo>
                    <a:pt x="1605713" y="196834"/>
                    <a:pt x="1679373" y="212074"/>
                    <a:pt x="1726363" y="233664"/>
                  </a:cubicBezTo>
                  <a:cubicBezTo>
                    <a:pt x="1773353" y="255254"/>
                    <a:pt x="1791133" y="292084"/>
                    <a:pt x="1817803" y="325104"/>
                  </a:cubicBezTo>
                  <a:cubicBezTo>
                    <a:pt x="1844473" y="358124"/>
                    <a:pt x="1872413" y="388604"/>
                    <a:pt x="1886383" y="431784"/>
                  </a:cubicBezTo>
                  <a:cubicBezTo>
                    <a:pt x="1900353" y="474964"/>
                    <a:pt x="1904163" y="529574"/>
                    <a:pt x="1901623" y="584184"/>
                  </a:cubicBezTo>
                  <a:cubicBezTo>
                    <a:pt x="1899083" y="638794"/>
                    <a:pt x="1894003" y="692134"/>
                    <a:pt x="1871143" y="759444"/>
                  </a:cubicBezTo>
                  <a:cubicBezTo>
                    <a:pt x="1848283" y="826754"/>
                    <a:pt x="1821613" y="905494"/>
                    <a:pt x="1764463" y="988044"/>
                  </a:cubicBezTo>
                  <a:cubicBezTo>
                    <a:pt x="1707313" y="1070594"/>
                    <a:pt x="1667943" y="1174734"/>
                    <a:pt x="1528243" y="1254744"/>
                  </a:cubicBezTo>
                  <a:cubicBezTo>
                    <a:pt x="1388543" y="1334754"/>
                    <a:pt x="1040563" y="1426194"/>
                    <a:pt x="926263" y="1468104"/>
                  </a:cubicBezTo>
                  <a:cubicBezTo>
                    <a:pt x="811963" y="1510014"/>
                    <a:pt x="894513" y="1511284"/>
                    <a:pt x="842443" y="1506204"/>
                  </a:cubicBezTo>
                  <a:cubicBezTo>
                    <a:pt x="790373" y="1501124"/>
                    <a:pt x="667183" y="1476994"/>
                    <a:pt x="613843" y="1437624"/>
                  </a:cubicBezTo>
                  <a:cubicBezTo>
                    <a:pt x="560503" y="1398254"/>
                    <a:pt x="542723" y="1311894"/>
                    <a:pt x="522403" y="1269984"/>
                  </a:cubicBezTo>
                  <a:cubicBezTo>
                    <a:pt x="502083" y="1228074"/>
                    <a:pt x="505893" y="1198864"/>
                    <a:pt x="491923" y="1186164"/>
                  </a:cubicBezTo>
                  <a:cubicBezTo>
                    <a:pt x="477953" y="1173464"/>
                    <a:pt x="466523" y="1193784"/>
                    <a:pt x="438583" y="1193784"/>
                  </a:cubicBezTo>
                  <a:cubicBezTo>
                    <a:pt x="410643" y="1193784"/>
                    <a:pt x="324283" y="1186164"/>
                    <a:pt x="324283" y="1186164"/>
                  </a:cubicBezTo>
                  <a:cubicBezTo>
                    <a:pt x="302693" y="1181084"/>
                    <a:pt x="319203" y="1151874"/>
                    <a:pt x="309043" y="1163304"/>
                  </a:cubicBezTo>
                  <a:cubicBezTo>
                    <a:pt x="298883" y="1174734"/>
                    <a:pt x="270943" y="1219184"/>
                    <a:pt x="263323" y="1254744"/>
                  </a:cubicBezTo>
                  <a:cubicBezTo>
                    <a:pt x="255703" y="1290304"/>
                    <a:pt x="250623" y="1320784"/>
                    <a:pt x="263323" y="1376664"/>
                  </a:cubicBezTo>
                  <a:cubicBezTo>
                    <a:pt x="276023" y="1432544"/>
                    <a:pt x="312853" y="1541764"/>
                    <a:pt x="339523" y="1590024"/>
                  </a:cubicBezTo>
                  <a:cubicBezTo>
                    <a:pt x="366193" y="1638284"/>
                    <a:pt x="451283" y="1644634"/>
                    <a:pt x="423343" y="1666224"/>
                  </a:cubicBezTo>
                  <a:cubicBezTo>
                    <a:pt x="395403" y="1687814"/>
                    <a:pt x="231573" y="1737344"/>
                    <a:pt x="171883" y="1719564"/>
                  </a:cubicBezTo>
                  <a:cubicBezTo>
                    <a:pt x="112193" y="1701784"/>
                    <a:pt x="93143" y="1612884"/>
                    <a:pt x="65203" y="1559544"/>
                  </a:cubicBezTo>
                  <a:cubicBezTo>
                    <a:pt x="37263" y="1506204"/>
                    <a:pt x="11863" y="1469374"/>
                    <a:pt x="4243" y="1399524"/>
                  </a:cubicBezTo>
                  <a:cubicBezTo>
                    <a:pt x="-3377" y="1329674"/>
                    <a:pt x="-2107" y="1214104"/>
                    <a:pt x="19483" y="1140444"/>
                  </a:cubicBezTo>
                  <a:cubicBezTo>
                    <a:pt x="41073" y="1066784"/>
                    <a:pt x="76633" y="999474"/>
                    <a:pt x="133783" y="957564"/>
                  </a:cubicBezTo>
                  <a:cubicBezTo>
                    <a:pt x="190933" y="915654"/>
                    <a:pt x="305233" y="892794"/>
                    <a:pt x="362383" y="888984"/>
                  </a:cubicBezTo>
                  <a:cubicBezTo>
                    <a:pt x="419533" y="885174"/>
                    <a:pt x="444933" y="924544"/>
                    <a:pt x="476683" y="934704"/>
                  </a:cubicBezTo>
                  <a:cubicBezTo>
                    <a:pt x="508433" y="944864"/>
                    <a:pt x="517323" y="941054"/>
                    <a:pt x="552883" y="949944"/>
                  </a:cubicBezTo>
                  <a:cubicBezTo>
                    <a:pt x="588443" y="958834"/>
                    <a:pt x="653213" y="971534"/>
                    <a:pt x="690043" y="988044"/>
                  </a:cubicBezTo>
                  <a:cubicBezTo>
                    <a:pt x="726873" y="1004554"/>
                    <a:pt x="731953" y="1047734"/>
                    <a:pt x="773863" y="1049004"/>
                  </a:cubicBezTo>
                  <a:cubicBezTo>
                    <a:pt x="815773" y="1050274"/>
                    <a:pt x="900863" y="1027414"/>
                    <a:pt x="941503" y="995664"/>
                  </a:cubicBezTo>
                  <a:cubicBezTo>
                    <a:pt x="982143" y="963914"/>
                    <a:pt x="998653" y="923274"/>
                    <a:pt x="1017703" y="858504"/>
                  </a:cubicBezTo>
                  <a:cubicBezTo>
                    <a:pt x="1036753" y="793734"/>
                    <a:pt x="1051993" y="681974"/>
                    <a:pt x="1055803" y="607044"/>
                  </a:cubicBezTo>
                  <a:cubicBezTo>
                    <a:pt x="1059613" y="532114"/>
                    <a:pt x="1063423" y="467344"/>
                    <a:pt x="1040563" y="408924"/>
                  </a:cubicBezTo>
                  <a:cubicBezTo>
                    <a:pt x="1017703" y="350504"/>
                    <a:pt x="963093" y="321294"/>
                    <a:pt x="918643" y="256524"/>
                  </a:cubicBezTo>
                  <a:cubicBezTo>
                    <a:pt x="874193" y="191754"/>
                    <a:pt x="764973" y="57134"/>
                    <a:pt x="773863" y="20304"/>
                  </a:cubicBezTo>
                  <a:cubicBezTo>
                    <a:pt x="782753" y="-16526"/>
                    <a:pt x="922453" y="5064"/>
                    <a:pt x="964363" y="20304"/>
                  </a:cubicBezTo>
                  <a:close/>
                </a:path>
              </a:pathLst>
            </a:custGeom>
            <a:gradFill flip="none" rotWithShape="1">
              <a:gsLst>
                <a:gs pos="23000">
                  <a:srgbClr val="C0A59A"/>
                </a:gs>
                <a:gs pos="43000">
                  <a:srgbClr val="D6B9B3"/>
                </a:gs>
                <a:gs pos="66000">
                  <a:srgbClr val="CEABAA"/>
                </a:gs>
                <a:gs pos="100000">
                  <a:srgbClr val="BC9A8E"/>
                </a:gs>
              </a:gsLst>
              <a:path path="circle">
                <a:fillToRect l="100000" t="100000"/>
              </a:path>
              <a:tileRect r="-100000" b="-100000"/>
            </a:gradFill>
            <a:ln w="3175" cap="rnd">
              <a:solidFill>
                <a:schemeClr val="tx1">
                  <a:lumMod val="50000"/>
                  <a:lumOff val="50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 37"/>
            <p:cNvSpPr/>
            <p:nvPr/>
          </p:nvSpPr>
          <p:spPr>
            <a:xfrm>
              <a:off x="9315444" y="2827102"/>
              <a:ext cx="57633" cy="266700"/>
            </a:xfrm>
            <a:custGeom>
              <a:avLst/>
              <a:gdLst>
                <a:gd name="connsiteX0" fmla="*/ 57633 w 57633"/>
                <a:gd name="connsiteY0" fmla="*/ 266700 h 266700"/>
                <a:gd name="connsiteX1" fmla="*/ 27153 w 57633"/>
                <a:gd name="connsiteY1" fmla="*/ 205740 h 266700"/>
                <a:gd name="connsiteX2" fmla="*/ 4293 w 57633"/>
                <a:gd name="connsiteY2" fmla="*/ 68580 h 266700"/>
                <a:gd name="connsiteX3" fmla="*/ 11913 w 57633"/>
                <a:gd name="connsiteY3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633" h="266700">
                  <a:moveTo>
                    <a:pt x="57633" y="266700"/>
                  </a:moveTo>
                  <a:cubicBezTo>
                    <a:pt x="46838" y="252730"/>
                    <a:pt x="36043" y="238760"/>
                    <a:pt x="27153" y="205740"/>
                  </a:cubicBezTo>
                  <a:cubicBezTo>
                    <a:pt x="18263" y="172720"/>
                    <a:pt x="6833" y="102870"/>
                    <a:pt x="4293" y="68580"/>
                  </a:cubicBezTo>
                  <a:cubicBezTo>
                    <a:pt x="1753" y="34290"/>
                    <a:pt x="-7137" y="16510"/>
                    <a:pt x="11913" y="0"/>
                  </a:cubicBezTo>
                </a:path>
              </a:pathLst>
            </a:custGeom>
            <a:noFill/>
            <a:ln w="3175" cap="rnd">
              <a:solidFill>
                <a:schemeClr val="bg1">
                  <a:lumMod val="50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Freeform 38"/>
            <p:cNvSpPr/>
            <p:nvPr/>
          </p:nvSpPr>
          <p:spPr>
            <a:xfrm>
              <a:off x="9528388" y="2877541"/>
              <a:ext cx="145407" cy="233497"/>
            </a:xfrm>
            <a:custGeom>
              <a:avLst/>
              <a:gdLst>
                <a:gd name="connsiteX0" fmla="*/ 21582 w 145407"/>
                <a:gd name="connsiteY0" fmla="*/ 233497 h 233497"/>
                <a:gd name="connsiteX1" fmla="*/ 151 w 145407"/>
                <a:gd name="connsiteY1" fmla="*/ 128722 h 233497"/>
                <a:gd name="connsiteX2" fmla="*/ 14439 w 145407"/>
                <a:gd name="connsiteY2" fmla="*/ 76335 h 233497"/>
                <a:gd name="connsiteX3" fmla="*/ 57301 w 145407"/>
                <a:gd name="connsiteY3" fmla="*/ 4897 h 233497"/>
                <a:gd name="connsiteX4" fmla="*/ 145407 w 145407"/>
                <a:gd name="connsiteY4" fmla="*/ 12041 h 233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5407" h="233497">
                  <a:moveTo>
                    <a:pt x="21582" y="233497"/>
                  </a:moveTo>
                  <a:cubicBezTo>
                    <a:pt x="11461" y="194206"/>
                    <a:pt x="1341" y="154916"/>
                    <a:pt x="151" y="128722"/>
                  </a:cubicBezTo>
                  <a:cubicBezTo>
                    <a:pt x="-1040" y="102528"/>
                    <a:pt x="4914" y="96972"/>
                    <a:pt x="14439" y="76335"/>
                  </a:cubicBezTo>
                  <a:cubicBezTo>
                    <a:pt x="23964" y="55698"/>
                    <a:pt x="35473" y="15613"/>
                    <a:pt x="57301" y="4897"/>
                  </a:cubicBezTo>
                  <a:cubicBezTo>
                    <a:pt x="79129" y="-5819"/>
                    <a:pt x="112268" y="3111"/>
                    <a:pt x="145407" y="12041"/>
                  </a:cubicBezTo>
                </a:path>
              </a:pathLst>
            </a:cu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2A0D71D-434C-4ADD-8C7C-394DF7252001}"/>
              </a:ext>
            </a:extLst>
          </p:cNvPr>
          <p:cNvGrpSpPr/>
          <p:nvPr/>
        </p:nvGrpSpPr>
        <p:grpSpPr>
          <a:xfrm>
            <a:off x="9927675" y="2689110"/>
            <a:ext cx="573122" cy="383500"/>
            <a:chOff x="4511926" y="1763558"/>
            <a:chExt cx="573122" cy="383500"/>
          </a:xfrm>
        </p:grpSpPr>
        <p:pic>
          <p:nvPicPr>
            <p:cNvPr id="291" name="Picture 29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11788" y="1951613"/>
              <a:ext cx="203059" cy="195445"/>
            </a:xfrm>
            <a:prstGeom prst="rect">
              <a:avLst/>
            </a:prstGeom>
          </p:spPr>
        </p:pic>
        <p:pic>
          <p:nvPicPr>
            <p:cNvPr id="292" name="Picture 29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7590876">
              <a:off x="4885796" y="1804776"/>
              <a:ext cx="203059" cy="195445"/>
            </a:xfrm>
            <a:prstGeom prst="rect">
              <a:avLst/>
            </a:prstGeom>
          </p:spPr>
        </p:pic>
        <p:pic>
          <p:nvPicPr>
            <p:cNvPr id="297" name="Picture 29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4533378">
              <a:off x="4549499" y="1921305"/>
              <a:ext cx="203059" cy="195445"/>
            </a:xfrm>
            <a:prstGeom prst="rect">
              <a:avLst/>
            </a:prstGeom>
          </p:spPr>
        </p:pic>
        <p:pic>
          <p:nvPicPr>
            <p:cNvPr id="293" name="Picture 29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6751729">
              <a:off x="4879469" y="1843978"/>
              <a:ext cx="203059" cy="195445"/>
            </a:xfrm>
            <a:prstGeom prst="rect">
              <a:avLst/>
            </a:prstGeom>
          </p:spPr>
        </p:pic>
        <p:pic>
          <p:nvPicPr>
            <p:cNvPr id="294" name="Picture 29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8602678">
              <a:off x="4782650" y="1765898"/>
              <a:ext cx="203059" cy="195445"/>
            </a:xfrm>
            <a:prstGeom prst="rect">
              <a:avLst/>
            </a:prstGeom>
          </p:spPr>
        </p:pic>
        <p:pic>
          <p:nvPicPr>
            <p:cNvPr id="295" name="Picture 29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16193554">
              <a:off x="4508119" y="1872147"/>
              <a:ext cx="203059" cy="195445"/>
            </a:xfrm>
            <a:prstGeom prst="rect">
              <a:avLst/>
            </a:prstGeom>
          </p:spPr>
        </p:pic>
        <p:pic>
          <p:nvPicPr>
            <p:cNvPr id="296" name="Picture 29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15354407">
              <a:off x="4672794" y="1767365"/>
              <a:ext cx="203059" cy="195445"/>
            </a:xfrm>
            <a:prstGeom prst="rect">
              <a:avLst/>
            </a:prstGeom>
          </p:spPr>
        </p:pic>
        <p:pic>
          <p:nvPicPr>
            <p:cNvPr id="298" name="Picture 29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12124254">
              <a:off x="4752473" y="1876366"/>
              <a:ext cx="203059" cy="195445"/>
            </a:xfrm>
            <a:prstGeom prst="rect">
              <a:avLst/>
            </a:prstGeom>
          </p:spPr>
        </p:pic>
        <p:pic>
          <p:nvPicPr>
            <p:cNvPr id="299" name="Picture 29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11285107">
              <a:off x="4617199" y="1898921"/>
              <a:ext cx="203059" cy="195445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4C1498D-D97D-21F2-FD1C-65C233F3FD1E}"/>
              </a:ext>
            </a:extLst>
          </p:cNvPr>
          <p:cNvGrpSpPr/>
          <p:nvPr/>
        </p:nvGrpSpPr>
        <p:grpSpPr>
          <a:xfrm>
            <a:off x="8512257" y="2766950"/>
            <a:ext cx="360078" cy="357690"/>
            <a:chOff x="2970415" y="3630897"/>
            <a:chExt cx="360078" cy="357690"/>
          </a:xfrm>
        </p:grpSpPr>
        <p:pic>
          <p:nvPicPr>
            <p:cNvPr id="288" name="Picture 28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970415" y="3667747"/>
              <a:ext cx="323886" cy="311741"/>
            </a:xfrm>
            <a:prstGeom prst="rect">
              <a:avLst/>
            </a:prstGeom>
          </p:spPr>
        </p:pic>
        <p:pic>
          <p:nvPicPr>
            <p:cNvPr id="289" name="Picture 28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7590876">
              <a:off x="2967914" y="3634704"/>
              <a:ext cx="203059" cy="195445"/>
            </a:xfrm>
            <a:prstGeom prst="rect">
              <a:avLst/>
            </a:prstGeom>
          </p:spPr>
        </p:pic>
        <p:pic>
          <p:nvPicPr>
            <p:cNvPr id="290" name="Picture 28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6751729">
              <a:off x="3181700" y="3735949"/>
              <a:ext cx="151636" cy="145950"/>
            </a:xfrm>
            <a:prstGeom prst="rect">
              <a:avLst/>
            </a:prstGeom>
          </p:spPr>
        </p:pic>
        <p:pic>
          <p:nvPicPr>
            <p:cNvPr id="306" name="Picture 30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6751729">
              <a:off x="2986269" y="3819658"/>
              <a:ext cx="151636" cy="145950"/>
            </a:xfrm>
            <a:prstGeom prst="rect">
              <a:avLst/>
            </a:prstGeom>
          </p:spPr>
        </p:pic>
        <p:pic>
          <p:nvPicPr>
            <p:cNvPr id="310" name="Picture 30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3445282">
              <a:off x="3143146" y="3839794"/>
              <a:ext cx="151636" cy="145950"/>
            </a:xfrm>
            <a:prstGeom prst="rect">
              <a:avLst/>
            </a:prstGeom>
          </p:spPr>
        </p:pic>
        <p:pic>
          <p:nvPicPr>
            <p:cNvPr id="307" name="Picture 30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3817860">
              <a:off x="3125317" y="3798495"/>
              <a:ext cx="111648" cy="107461"/>
            </a:xfrm>
            <a:prstGeom prst="rect">
              <a:avLst/>
            </a:prstGeom>
          </p:spPr>
        </p:pic>
        <p:pic>
          <p:nvPicPr>
            <p:cNvPr id="308" name="Picture 30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6751729">
              <a:off x="3051639" y="3830097"/>
              <a:ext cx="111648" cy="107461"/>
            </a:xfrm>
            <a:prstGeom prst="rect">
              <a:avLst/>
            </a:prstGeom>
          </p:spPr>
        </p:pic>
        <p:pic>
          <p:nvPicPr>
            <p:cNvPr id="309" name="Picture 30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9657343">
              <a:off x="3050363" y="3672645"/>
              <a:ext cx="111648" cy="107461"/>
            </a:xfrm>
            <a:prstGeom prst="rect">
              <a:avLst/>
            </a:prstGeom>
          </p:spPr>
        </p:pic>
      </p:grp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E29A6055-8E4B-498A-C11A-25F7D9D7E237}"/>
              </a:ext>
            </a:extLst>
          </p:cNvPr>
          <p:cNvSpPr/>
          <p:nvPr/>
        </p:nvSpPr>
        <p:spPr>
          <a:xfrm>
            <a:off x="3511558" y="1933244"/>
            <a:ext cx="1436246" cy="1068767"/>
          </a:xfrm>
          <a:custGeom>
            <a:avLst/>
            <a:gdLst>
              <a:gd name="csX0" fmla="*/ 162839 w 9269261"/>
              <a:gd name="csY0" fmla="*/ 4121063 h 4121063"/>
              <a:gd name="csX1" fmla="*/ 125261 w 9269261"/>
              <a:gd name="csY1" fmla="*/ 4070958 h 4121063"/>
              <a:gd name="csX2" fmla="*/ 37579 w 9269261"/>
              <a:gd name="csY2" fmla="*/ 3920646 h 4121063"/>
              <a:gd name="csX3" fmla="*/ 62631 w 9269261"/>
              <a:gd name="csY3" fmla="*/ 3832964 h 4121063"/>
              <a:gd name="csX4" fmla="*/ 37579 w 9269261"/>
              <a:gd name="csY4" fmla="*/ 3707704 h 4121063"/>
              <a:gd name="csX5" fmla="*/ 0 w 9269261"/>
              <a:gd name="csY5" fmla="*/ 3632548 h 4121063"/>
              <a:gd name="csX6" fmla="*/ 62631 w 9269261"/>
              <a:gd name="csY6" fmla="*/ 3482235 h 4121063"/>
              <a:gd name="csX7" fmla="*/ 112735 w 9269261"/>
              <a:gd name="csY7" fmla="*/ 3369501 h 4121063"/>
              <a:gd name="csX8" fmla="*/ 175365 w 9269261"/>
              <a:gd name="csY8" fmla="*/ 3269293 h 4121063"/>
              <a:gd name="csX9" fmla="*/ 175365 w 9269261"/>
              <a:gd name="csY9" fmla="*/ 3269293 h 4121063"/>
              <a:gd name="csX10" fmla="*/ 288099 w 9269261"/>
              <a:gd name="csY10" fmla="*/ 3144032 h 4121063"/>
              <a:gd name="csX11" fmla="*/ 413359 w 9269261"/>
              <a:gd name="csY11" fmla="*/ 3093928 h 4121063"/>
              <a:gd name="csX12" fmla="*/ 413359 w 9269261"/>
              <a:gd name="csY12" fmla="*/ 3093928 h 4121063"/>
              <a:gd name="csX13" fmla="*/ 400833 w 9269261"/>
              <a:gd name="csY13" fmla="*/ 2981194 h 4121063"/>
              <a:gd name="csX14" fmla="*/ 300625 w 9269261"/>
              <a:gd name="csY14" fmla="*/ 2943616 h 4121063"/>
              <a:gd name="csX15" fmla="*/ 288099 w 9269261"/>
              <a:gd name="csY15" fmla="*/ 2906038 h 4121063"/>
              <a:gd name="csX16" fmla="*/ 338203 w 9269261"/>
              <a:gd name="csY16" fmla="*/ 2780778 h 4121063"/>
              <a:gd name="csX17" fmla="*/ 388307 w 9269261"/>
              <a:gd name="csY17" fmla="*/ 2705622 h 4121063"/>
              <a:gd name="csX18" fmla="*/ 488515 w 9269261"/>
              <a:gd name="csY18" fmla="*/ 2530257 h 4121063"/>
              <a:gd name="csX19" fmla="*/ 513568 w 9269261"/>
              <a:gd name="csY19" fmla="*/ 2455101 h 4121063"/>
              <a:gd name="csX20" fmla="*/ 626302 w 9269261"/>
              <a:gd name="csY20" fmla="*/ 2354893 h 4121063"/>
              <a:gd name="csX21" fmla="*/ 701458 w 9269261"/>
              <a:gd name="csY21" fmla="*/ 2292263 h 4121063"/>
              <a:gd name="csX22" fmla="*/ 801666 w 9269261"/>
              <a:gd name="csY22" fmla="*/ 2242158 h 4121063"/>
              <a:gd name="csX23" fmla="*/ 876822 w 9269261"/>
              <a:gd name="csY23" fmla="*/ 2192054 h 4121063"/>
              <a:gd name="csX24" fmla="*/ 989557 w 9269261"/>
              <a:gd name="csY24" fmla="*/ 2129424 h 4121063"/>
              <a:gd name="csX25" fmla="*/ 1052187 w 9269261"/>
              <a:gd name="csY25" fmla="*/ 2066794 h 4121063"/>
              <a:gd name="csX26" fmla="*/ 1152395 w 9269261"/>
              <a:gd name="csY26" fmla="*/ 1979112 h 4121063"/>
              <a:gd name="csX27" fmla="*/ 1302707 w 9269261"/>
              <a:gd name="csY27" fmla="*/ 1929008 h 4121063"/>
              <a:gd name="csX28" fmla="*/ 1427968 w 9269261"/>
              <a:gd name="csY28" fmla="*/ 1966586 h 4121063"/>
              <a:gd name="csX29" fmla="*/ 1427968 w 9269261"/>
              <a:gd name="csY29" fmla="*/ 1966586 h 4121063"/>
              <a:gd name="csX30" fmla="*/ 1365337 w 9269261"/>
              <a:gd name="csY30" fmla="*/ 1903956 h 4121063"/>
              <a:gd name="csX31" fmla="*/ 1402915 w 9269261"/>
              <a:gd name="csY31" fmla="*/ 1716065 h 4121063"/>
              <a:gd name="csX32" fmla="*/ 1528176 w 9269261"/>
              <a:gd name="csY32" fmla="*/ 1615857 h 4121063"/>
              <a:gd name="csX33" fmla="*/ 1628384 w 9269261"/>
              <a:gd name="csY33" fmla="*/ 1553227 h 4121063"/>
              <a:gd name="csX34" fmla="*/ 1653436 w 9269261"/>
              <a:gd name="csY34" fmla="*/ 1515649 h 4121063"/>
              <a:gd name="csX35" fmla="*/ 1816274 w 9269261"/>
              <a:gd name="csY35" fmla="*/ 1503123 h 4121063"/>
              <a:gd name="csX36" fmla="*/ 1966587 w 9269261"/>
              <a:gd name="csY36" fmla="*/ 1553227 h 4121063"/>
              <a:gd name="csX37" fmla="*/ 1966587 w 9269261"/>
              <a:gd name="csY37" fmla="*/ 1553227 h 4121063"/>
              <a:gd name="csX38" fmla="*/ 1966587 w 9269261"/>
              <a:gd name="csY38" fmla="*/ 1553227 h 4121063"/>
              <a:gd name="csX39" fmla="*/ 2079321 w 9269261"/>
              <a:gd name="csY39" fmla="*/ 1503123 h 4121063"/>
              <a:gd name="csX40" fmla="*/ 2229633 w 9269261"/>
              <a:gd name="csY40" fmla="*/ 1402915 h 4121063"/>
              <a:gd name="csX41" fmla="*/ 2467628 w 9269261"/>
              <a:gd name="csY41" fmla="*/ 1365337 h 4121063"/>
              <a:gd name="csX42" fmla="*/ 2642992 w 9269261"/>
              <a:gd name="csY42" fmla="*/ 1390389 h 4121063"/>
              <a:gd name="csX43" fmla="*/ 2743200 w 9269261"/>
              <a:gd name="csY43" fmla="*/ 1478071 h 4121063"/>
              <a:gd name="csX44" fmla="*/ 2868461 w 9269261"/>
              <a:gd name="csY44" fmla="*/ 1503123 h 4121063"/>
              <a:gd name="csX45" fmla="*/ 2705622 w 9269261"/>
              <a:gd name="csY45" fmla="*/ 1390389 h 4121063"/>
              <a:gd name="csX46" fmla="*/ 2793305 w 9269261"/>
              <a:gd name="csY46" fmla="*/ 1265128 h 4121063"/>
              <a:gd name="csX47" fmla="*/ 2956143 w 9269261"/>
              <a:gd name="csY47" fmla="*/ 1265128 h 4121063"/>
              <a:gd name="csX48" fmla="*/ 3156559 w 9269261"/>
              <a:gd name="csY48" fmla="*/ 1265128 h 4121063"/>
              <a:gd name="csX49" fmla="*/ 3319398 w 9269261"/>
              <a:gd name="csY49" fmla="*/ 1277654 h 4121063"/>
              <a:gd name="csX50" fmla="*/ 3670126 w 9269261"/>
              <a:gd name="csY50" fmla="*/ 1227550 h 4121063"/>
              <a:gd name="csX51" fmla="*/ 3832965 w 9269261"/>
              <a:gd name="csY51" fmla="*/ 1227550 h 4121063"/>
              <a:gd name="csX52" fmla="*/ 4096011 w 9269261"/>
              <a:gd name="csY52" fmla="*/ 1202498 h 4121063"/>
              <a:gd name="csX53" fmla="*/ 4246324 w 9269261"/>
              <a:gd name="csY53" fmla="*/ 1215024 h 4121063"/>
              <a:gd name="csX54" fmla="*/ 4421688 w 9269261"/>
              <a:gd name="csY54" fmla="*/ 1302706 h 4121063"/>
              <a:gd name="csX55" fmla="*/ 4421688 w 9269261"/>
              <a:gd name="csY55" fmla="*/ 1302706 h 4121063"/>
              <a:gd name="csX56" fmla="*/ 4359058 w 9269261"/>
              <a:gd name="csY56" fmla="*/ 1152394 h 4121063"/>
              <a:gd name="csX57" fmla="*/ 4559474 w 9269261"/>
              <a:gd name="csY57" fmla="*/ 1152394 h 4121063"/>
              <a:gd name="csX58" fmla="*/ 4747365 w 9269261"/>
              <a:gd name="csY58" fmla="*/ 1177446 h 4121063"/>
              <a:gd name="csX59" fmla="*/ 4835047 w 9269261"/>
              <a:gd name="csY59" fmla="*/ 1177446 h 4121063"/>
              <a:gd name="csX60" fmla="*/ 5022937 w 9269261"/>
              <a:gd name="csY60" fmla="*/ 1077238 h 4121063"/>
              <a:gd name="csX61" fmla="*/ 5260932 w 9269261"/>
              <a:gd name="csY61" fmla="*/ 1102290 h 4121063"/>
              <a:gd name="csX62" fmla="*/ 5411244 w 9269261"/>
              <a:gd name="csY62" fmla="*/ 1127342 h 4121063"/>
              <a:gd name="csX63" fmla="*/ 5599135 w 9269261"/>
              <a:gd name="csY63" fmla="*/ 1089764 h 4121063"/>
              <a:gd name="csX64" fmla="*/ 5736921 w 9269261"/>
              <a:gd name="csY64" fmla="*/ 1102290 h 4121063"/>
              <a:gd name="csX65" fmla="*/ 5799551 w 9269261"/>
              <a:gd name="csY65" fmla="*/ 1102290 h 4121063"/>
              <a:gd name="csX66" fmla="*/ 6137754 w 9269261"/>
              <a:gd name="csY66" fmla="*/ 939452 h 4121063"/>
              <a:gd name="csX67" fmla="*/ 6363222 w 9269261"/>
              <a:gd name="csY67" fmla="*/ 901874 h 4121063"/>
              <a:gd name="csX68" fmla="*/ 6551113 w 9269261"/>
              <a:gd name="csY68" fmla="*/ 789139 h 4121063"/>
              <a:gd name="csX69" fmla="*/ 6713951 w 9269261"/>
              <a:gd name="csY69" fmla="*/ 801665 h 4121063"/>
              <a:gd name="csX70" fmla="*/ 6851737 w 9269261"/>
              <a:gd name="csY70" fmla="*/ 789139 h 4121063"/>
              <a:gd name="csX71" fmla="*/ 7002050 w 9269261"/>
              <a:gd name="csY71" fmla="*/ 663879 h 4121063"/>
              <a:gd name="csX72" fmla="*/ 7214992 w 9269261"/>
              <a:gd name="csY72" fmla="*/ 538619 h 4121063"/>
              <a:gd name="csX73" fmla="*/ 7340252 w 9269261"/>
              <a:gd name="csY73" fmla="*/ 551145 h 4121063"/>
              <a:gd name="csX74" fmla="*/ 7440461 w 9269261"/>
              <a:gd name="csY74" fmla="*/ 563671 h 4121063"/>
              <a:gd name="csX75" fmla="*/ 7528143 w 9269261"/>
              <a:gd name="csY75" fmla="*/ 563671 h 4121063"/>
              <a:gd name="csX76" fmla="*/ 7741085 w 9269261"/>
              <a:gd name="csY76" fmla="*/ 526093 h 4121063"/>
              <a:gd name="csX77" fmla="*/ 7803715 w 9269261"/>
              <a:gd name="csY77" fmla="*/ 475989 h 4121063"/>
              <a:gd name="csX78" fmla="*/ 7941502 w 9269261"/>
              <a:gd name="csY78" fmla="*/ 488515 h 4121063"/>
              <a:gd name="csX79" fmla="*/ 7941502 w 9269261"/>
              <a:gd name="csY79" fmla="*/ 488515 h 4121063"/>
              <a:gd name="csX80" fmla="*/ 8079288 w 9269261"/>
              <a:gd name="csY80" fmla="*/ 438411 h 4121063"/>
              <a:gd name="csX81" fmla="*/ 8267179 w 9269261"/>
              <a:gd name="csY81" fmla="*/ 350728 h 4121063"/>
              <a:gd name="csX82" fmla="*/ 8442543 w 9269261"/>
              <a:gd name="csY82" fmla="*/ 250520 h 4121063"/>
              <a:gd name="csX83" fmla="*/ 8517699 w 9269261"/>
              <a:gd name="csY83" fmla="*/ 162838 h 4121063"/>
              <a:gd name="csX84" fmla="*/ 8555277 w 9269261"/>
              <a:gd name="csY84" fmla="*/ 112734 h 4121063"/>
              <a:gd name="csX85" fmla="*/ 8705589 w 9269261"/>
              <a:gd name="csY85" fmla="*/ 87682 h 4121063"/>
              <a:gd name="csX86" fmla="*/ 8818324 w 9269261"/>
              <a:gd name="csY86" fmla="*/ 62630 h 4121063"/>
              <a:gd name="csX87" fmla="*/ 8931058 w 9269261"/>
              <a:gd name="csY87" fmla="*/ 25052 h 4121063"/>
              <a:gd name="csX88" fmla="*/ 8981162 w 9269261"/>
              <a:gd name="csY88" fmla="*/ 0 h 4121063"/>
              <a:gd name="csX89" fmla="*/ 9093896 w 9269261"/>
              <a:gd name="csY89" fmla="*/ 0 h 4121063"/>
              <a:gd name="csX90" fmla="*/ 9269261 w 9269261"/>
              <a:gd name="csY90" fmla="*/ 25052 h 4121063"/>
              <a:gd name="csX0" fmla="*/ 162839 w 10872509"/>
              <a:gd name="csY0" fmla="*/ 4772744 h 4772744"/>
              <a:gd name="csX1" fmla="*/ 125261 w 10872509"/>
              <a:gd name="csY1" fmla="*/ 4722639 h 4772744"/>
              <a:gd name="csX2" fmla="*/ 37579 w 10872509"/>
              <a:gd name="csY2" fmla="*/ 4572327 h 4772744"/>
              <a:gd name="csX3" fmla="*/ 62631 w 10872509"/>
              <a:gd name="csY3" fmla="*/ 4484645 h 4772744"/>
              <a:gd name="csX4" fmla="*/ 37579 w 10872509"/>
              <a:gd name="csY4" fmla="*/ 4359385 h 4772744"/>
              <a:gd name="csX5" fmla="*/ 0 w 10872509"/>
              <a:gd name="csY5" fmla="*/ 4284229 h 4772744"/>
              <a:gd name="csX6" fmla="*/ 62631 w 10872509"/>
              <a:gd name="csY6" fmla="*/ 4133916 h 4772744"/>
              <a:gd name="csX7" fmla="*/ 112735 w 10872509"/>
              <a:gd name="csY7" fmla="*/ 4021182 h 4772744"/>
              <a:gd name="csX8" fmla="*/ 175365 w 10872509"/>
              <a:gd name="csY8" fmla="*/ 3920974 h 4772744"/>
              <a:gd name="csX9" fmla="*/ 175365 w 10872509"/>
              <a:gd name="csY9" fmla="*/ 3920974 h 4772744"/>
              <a:gd name="csX10" fmla="*/ 288099 w 10872509"/>
              <a:gd name="csY10" fmla="*/ 3795713 h 4772744"/>
              <a:gd name="csX11" fmla="*/ 413359 w 10872509"/>
              <a:gd name="csY11" fmla="*/ 3745609 h 4772744"/>
              <a:gd name="csX12" fmla="*/ 413359 w 10872509"/>
              <a:gd name="csY12" fmla="*/ 3745609 h 4772744"/>
              <a:gd name="csX13" fmla="*/ 400833 w 10872509"/>
              <a:gd name="csY13" fmla="*/ 3632875 h 4772744"/>
              <a:gd name="csX14" fmla="*/ 300625 w 10872509"/>
              <a:gd name="csY14" fmla="*/ 3595297 h 4772744"/>
              <a:gd name="csX15" fmla="*/ 288099 w 10872509"/>
              <a:gd name="csY15" fmla="*/ 3557719 h 4772744"/>
              <a:gd name="csX16" fmla="*/ 338203 w 10872509"/>
              <a:gd name="csY16" fmla="*/ 3432459 h 4772744"/>
              <a:gd name="csX17" fmla="*/ 388307 w 10872509"/>
              <a:gd name="csY17" fmla="*/ 3357303 h 4772744"/>
              <a:gd name="csX18" fmla="*/ 488515 w 10872509"/>
              <a:gd name="csY18" fmla="*/ 3181938 h 4772744"/>
              <a:gd name="csX19" fmla="*/ 513568 w 10872509"/>
              <a:gd name="csY19" fmla="*/ 3106782 h 4772744"/>
              <a:gd name="csX20" fmla="*/ 626302 w 10872509"/>
              <a:gd name="csY20" fmla="*/ 3006574 h 4772744"/>
              <a:gd name="csX21" fmla="*/ 701458 w 10872509"/>
              <a:gd name="csY21" fmla="*/ 2943944 h 4772744"/>
              <a:gd name="csX22" fmla="*/ 801666 w 10872509"/>
              <a:gd name="csY22" fmla="*/ 2893839 h 4772744"/>
              <a:gd name="csX23" fmla="*/ 876822 w 10872509"/>
              <a:gd name="csY23" fmla="*/ 2843735 h 4772744"/>
              <a:gd name="csX24" fmla="*/ 989557 w 10872509"/>
              <a:gd name="csY24" fmla="*/ 2781105 h 4772744"/>
              <a:gd name="csX25" fmla="*/ 1052187 w 10872509"/>
              <a:gd name="csY25" fmla="*/ 2718475 h 4772744"/>
              <a:gd name="csX26" fmla="*/ 1152395 w 10872509"/>
              <a:gd name="csY26" fmla="*/ 2630793 h 4772744"/>
              <a:gd name="csX27" fmla="*/ 1302707 w 10872509"/>
              <a:gd name="csY27" fmla="*/ 2580689 h 4772744"/>
              <a:gd name="csX28" fmla="*/ 1427968 w 10872509"/>
              <a:gd name="csY28" fmla="*/ 2618267 h 4772744"/>
              <a:gd name="csX29" fmla="*/ 1427968 w 10872509"/>
              <a:gd name="csY29" fmla="*/ 2618267 h 4772744"/>
              <a:gd name="csX30" fmla="*/ 1365337 w 10872509"/>
              <a:gd name="csY30" fmla="*/ 2555637 h 4772744"/>
              <a:gd name="csX31" fmla="*/ 1402915 w 10872509"/>
              <a:gd name="csY31" fmla="*/ 2367746 h 4772744"/>
              <a:gd name="csX32" fmla="*/ 1528176 w 10872509"/>
              <a:gd name="csY32" fmla="*/ 2267538 h 4772744"/>
              <a:gd name="csX33" fmla="*/ 1628384 w 10872509"/>
              <a:gd name="csY33" fmla="*/ 2204908 h 4772744"/>
              <a:gd name="csX34" fmla="*/ 1653436 w 10872509"/>
              <a:gd name="csY34" fmla="*/ 2167330 h 4772744"/>
              <a:gd name="csX35" fmla="*/ 1816274 w 10872509"/>
              <a:gd name="csY35" fmla="*/ 2154804 h 4772744"/>
              <a:gd name="csX36" fmla="*/ 1966587 w 10872509"/>
              <a:gd name="csY36" fmla="*/ 2204908 h 4772744"/>
              <a:gd name="csX37" fmla="*/ 1966587 w 10872509"/>
              <a:gd name="csY37" fmla="*/ 2204908 h 4772744"/>
              <a:gd name="csX38" fmla="*/ 1966587 w 10872509"/>
              <a:gd name="csY38" fmla="*/ 2204908 h 4772744"/>
              <a:gd name="csX39" fmla="*/ 2079321 w 10872509"/>
              <a:gd name="csY39" fmla="*/ 2154804 h 4772744"/>
              <a:gd name="csX40" fmla="*/ 2229633 w 10872509"/>
              <a:gd name="csY40" fmla="*/ 2054596 h 4772744"/>
              <a:gd name="csX41" fmla="*/ 2467628 w 10872509"/>
              <a:gd name="csY41" fmla="*/ 2017018 h 4772744"/>
              <a:gd name="csX42" fmla="*/ 2642992 w 10872509"/>
              <a:gd name="csY42" fmla="*/ 2042070 h 4772744"/>
              <a:gd name="csX43" fmla="*/ 2743200 w 10872509"/>
              <a:gd name="csY43" fmla="*/ 2129752 h 4772744"/>
              <a:gd name="csX44" fmla="*/ 2868461 w 10872509"/>
              <a:gd name="csY44" fmla="*/ 2154804 h 4772744"/>
              <a:gd name="csX45" fmla="*/ 2705622 w 10872509"/>
              <a:gd name="csY45" fmla="*/ 2042070 h 4772744"/>
              <a:gd name="csX46" fmla="*/ 2793305 w 10872509"/>
              <a:gd name="csY46" fmla="*/ 1916809 h 4772744"/>
              <a:gd name="csX47" fmla="*/ 2956143 w 10872509"/>
              <a:gd name="csY47" fmla="*/ 1916809 h 4772744"/>
              <a:gd name="csX48" fmla="*/ 3156559 w 10872509"/>
              <a:gd name="csY48" fmla="*/ 1916809 h 4772744"/>
              <a:gd name="csX49" fmla="*/ 3319398 w 10872509"/>
              <a:gd name="csY49" fmla="*/ 1929335 h 4772744"/>
              <a:gd name="csX50" fmla="*/ 3670126 w 10872509"/>
              <a:gd name="csY50" fmla="*/ 1879231 h 4772744"/>
              <a:gd name="csX51" fmla="*/ 3832965 w 10872509"/>
              <a:gd name="csY51" fmla="*/ 1879231 h 4772744"/>
              <a:gd name="csX52" fmla="*/ 4096011 w 10872509"/>
              <a:gd name="csY52" fmla="*/ 1854179 h 4772744"/>
              <a:gd name="csX53" fmla="*/ 4246324 w 10872509"/>
              <a:gd name="csY53" fmla="*/ 1866705 h 4772744"/>
              <a:gd name="csX54" fmla="*/ 4421688 w 10872509"/>
              <a:gd name="csY54" fmla="*/ 1954387 h 4772744"/>
              <a:gd name="csX55" fmla="*/ 4421688 w 10872509"/>
              <a:gd name="csY55" fmla="*/ 1954387 h 4772744"/>
              <a:gd name="csX56" fmla="*/ 4359058 w 10872509"/>
              <a:gd name="csY56" fmla="*/ 1804075 h 4772744"/>
              <a:gd name="csX57" fmla="*/ 4559474 w 10872509"/>
              <a:gd name="csY57" fmla="*/ 1804075 h 4772744"/>
              <a:gd name="csX58" fmla="*/ 4747365 w 10872509"/>
              <a:gd name="csY58" fmla="*/ 1829127 h 4772744"/>
              <a:gd name="csX59" fmla="*/ 4835047 w 10872509"/>
              <a:gd name="csY59" fmla="*/ 1829127 h 4772744"/>
              <a:gd name="csX60" fmla="*/ 5022937 w 10872509"/>
              <a:gd name="csY60" fmla="*/ 1728919 h 4772744"/>
              <a:gd name="csX61" fmla="*/ 5260932 w 10872509"/>
              <a:gd name="csY61" fmla="*/ 1753971 h 4772744"/>
              <a:gd name="csX62" fmla="*/ 5411244 w 10872509"/>
              <a:gd name="csY62" fmla="*/ 1779023 h 4772744"/>
              <a:gd name="csX63" fmla="*/ 5599135 w 10872509"/>
              <a:gd name="csY63" fmla="*/ 1741445 h 4772744"/>
              <a:gd name="csX64" fmla="*/ 5736921 w 10872509"/>
              <a:gd name="csY64" fmla="*/ 1753971 h 4772744"/>
              <a:gd name="csX65" fmla="*/ 5799551 w 10872509"/>
              <a:gd name="csY65" fmla="*/ 1753971 h 4772744"/>
              <a:gd name="csX66" fmla="*/ 6137754 w 10872509"/>
              <a:gd name="csY66" fmla="*/ 1591133 h 4772744"/>
              <a:gd name="csX67" fmla="*/ 6363222 w 10872509"/>
              <a:gd name="csY67" fmla="*/ 1553555 h 4772744"/>
              <a:gd name="csX68" fmla="*/ 6551113 w 10872509"/>
              <a:gd name="csY68" fmla="*/ 1440820 h 4772744"/>
              <a:gd name="csX69" fmla="*/ 6713951 w 10872509"/>
              <a:gd name="csY69" fmla="*/ 1453346 h 4772744"/>
              <a:gd name="csX70" fmla="*/ 6851737 w 10872509"/>
              <a:gd name="csY70" fmla="*/ 1440820 h 4772744"/>
              <a:gd name="csX71" fmla="*/ 7002050 w 10872509"/>
              <a:gd name="csY71" fmla="*/ 1315560 h 4772744"/>
              <a:gd name="csX72" fmla="*/ 7214992 w 10872509"/>
              <a:gd name="csY72" fmla="*/ 1190300 h 4772744"/>
              <a:gd name="csX73" fmla="*/ 7340252 w 10872509"/>
              <a:gd name="csY73" fmla="*/ 1202826 h 4772744"/>
              <a:gd name="csX74" fmla="*/ 7440461 w 10872509"/>
              <a:gd name="csY74" fmla="*/ 1215352 h 4772744"/>
              <a:gd name="csX75" fmla="*/ 7528143 w 10872509"/>
              <a:gd name="csY75" fmla="*/ 1215352 h 4772744"/>
              <a:gd name="csX76" fmla="*/ 7741085 w 10872509"/>
              <a:gd name="csY76" fmla="*/ 1177774 h 4772744"/>
              <a:gd name="csX77" fmla="*/ 7803715 w 10872509"/>
              <a:gd name="csY77" fmla="*/ 1127670 h 4772744"/>
              <a:gd name="csX78" fmla="*/ 7941502 w 10872509"/>
              <a:gd name="csY78" fmla="*/ 1140196 h 4772744"/>
              <a:gd name="csX79" fmla="*/ 7941502 w 10872509"/>
              <a:gd name="csY79" fmla="*/ 1140196 h 4772744"/>
              <a:gd name="csX80" fmla="*/ 8079288 w 10872509"/>
              <a:gd name="csY80" fmla="*/ 1090092 h 4772744"/>
              <a:gd name="csX81" fmla="*/ 8267179 w 10872509"/>
              <a:gd name="csY81" fmla="*/ 1002409 h 4772744"/>
              <a:gd name="csX82" fmla="*/ 8442543 w 10872509"/>
              <a:gd name="csY82" fmla="*/ 902201 h 4772744"/>
              <a:gd name="csX83" fmla="*/ 8517699 w 10872509"/>
              <a:gd name="csY83" fmla="*/ 814519 h 4772744"/>
              <a:gd name="csX84" fmla="*/ 8555277 w 10872509"/>
              <a:gd name="csY84" fmla="*/ 764415 h 4772744"/>
              <a:gd name="csX85" fmla="*/ 8705589 w 10872509"/>
              <a:gd name="csY85" fmla="*/ 739363 h 4772744"/>
              <a:gd name="csX86" fmla="*/ 8818324 w 10872509"/>
              <a:gd name="csY86" fmla="*/ 714311 h 4772744"/>
              <a:gd name="csX87" fmla="*/ 8931058 w 10872509"/>
              <a:gd name="csY87" fmla="*/ 676733 h 4772744"/>
              <a:gd name="csX88" fmla="*/ 8981162 w 10872509"/>
              <a:gd name="csY88" fmla="*/ 651681 h 4772744"/>
              <a:gd name="csX89" fmla="*/ 9093896 w 10872509"/>
              <a:gd name="csY89" fmla="*/ 651681 h 4772744"/>
              <a:gd name="csX90" fmla="*/ 10872509 w 10872509"/>
              <a:gd name="csY90" fmla="*/ 77 h 4772744"/>
              <a:gd name="csX0" fmla="*/ 162839 w 10872509"/>
              <a:gd name="csY0" fmla="*/ 4772744 h 4772744"/>
              <a:gd name="csX1" fmla="*/ 125261 w 10872509"/>
              <a:gd name="csY1" fmla="*/ 4722639 h 4772744"/>
              <a:gd name="csX2" fmla="*/ 37579 w 10872509"/>
              <a:gd name="csY2" fmla="*/ 4572327 h 4772744"/>
              <a:gd name="csX3" fmla="*/ 62631 w 10872509"/>
              <a:gd name="csY3" fmla="*/ 4484645 h 4772744"/>
              <a:gd name="csX4" fmla="*/ 37579 w 10872509"/>
              <a:gd name="csY4" fmla="*/ 4359385 h 4772744"/>
              <a:gd name="csX5" fmla="*/ 0 w 10872509"/>
              <a:gd name="csY5" fmla="*/ 4284229 h 4772744"/>
              <a:gd name="csX6" fmla="*/ 62631 w 10872509"/>
              <a:gd name="csY6" fmla="*/ 4133916 h 4772744"/>
              <a:gd name="csX7" fmla="*/ 112735 w 10872509"/>
              <a:gd name="csY7" fmla="*/ 4021182 h 4772744"/>
              <a:gd name="csX8" fmla="*/ 175365 w 10872509"/>
              <a:gd name="csY8" fmla="*/ 3920974 h 4772744"/>
              <a:gd name="csX9" fmla="*/ 175365 w 10872509"/>
              <a:gd name="csY9" fmla="*/ 3920974 h 4772744"/>
              <a:gd name="csX10" fmla="*/ 288099 w 10872509"/>
              <a:gd name="csY10" fmla="*/ 3795713 h 4772744"/>
              <a:gd name="csX11" fmla="*/ 413359 w 10872509"/>
              <a:gd name="csY11" fmla="*/ 3745609 h 4772744"/>
              <a:gd name="csX12" fmla="*/ 413359 w 10872509"/>
              <a:gd name="csY12" fmla="*/ 3745609 h 4772744"/>
              <a:gd name="csX13" fmla="*/ 400833 w 10872509"/>
              <a:gd name="csY13" fmla="*/ 3632875 h 4772744"/>
              <a:gd name="csX14" fmla="*/ 300625 w 10872509"/>
              <a:gd name="csY14" fmla="*/ 3595297 h 4772744"/>
              <a:gd name="csX15" fmla="*/ 288099 w 10872509"/>
              <a:gd name="csY15" fmla="*/ 3557719 h 4772744"/>
              <a:gd name="csX16" fmla="*/ 338203 w 10872509"/>
              <a:gd name="csY16" fmla="*/ 3432459 h 4772744"/>
              <a:gd name="csX17" fmla="*/ 388307 w 10872509"/>
              <a:gd name="csY17" fmla="*/ 3357303 h 4772744"/>
              <a:gd name="csX18" fmla="*/ 488515 w 10872509"/>
              <a:gd name="csY18" fmla="*/ 3181938 h 4772744"/>
              <a:gd name="csX19" fmla="*/ 513568 w 10872509"/>
              <a:gd name="csY19" fmla="*/ 3106782 h 4772744"/>
              <a:gd name="csX20" fmla="*/ 626302 w 10872509"/>
              <a:gd name="csY20" fmla="*/ 3006574 h 4772744"/>
              <a:gd name="csX21" fmla="*/ 701458 w 10872509"/>
              <a:gd name="csY21" fmla="*/ 2943944 h 4772744"/>
              <a:gd name="csX22" fmla="*/ 801666 w 10872509"/>
              <a:gd name="csY22" fmla="*/ 2893839 h 4772744"/>
              <a:gd name="csX23" fmla="*/ 876822 w 10872509"/>
              <a:gd name="csY23" fmla="*/ 2843735 h 4772744"/>
              <a:gd name="csX24" fmla="*/ 989557 w 10872509"/>
              <a:gd name="csY24" fmla="*/ 2781105 h 4772744"/>
              <a:gd name="csX25" fmla="*/ 1052187 w 10872509"/>
              <a:gd name="csY25" fmla="*/ 2718475 h 4772744"/>
              <a:gd name="csX26" fmla="*/ 1152395 w 10872509"/>
              <a:gd name="csY26" fmla="*/ 2630793 h 4772744"/>
              <a:gd name="csX27" fmla="*/ 1302707 w 10872509"/>
              <a:gd name="csY27" fmla="*/ 2580689 h 4772744"/>
              <a:gd name="csX28" fmla="*/ 1427968 w 10872509"/>
              <a:gd name="csY28" fmla="*/ 2618267 h 4772744"/>
              <a:gd name="csX29" fmla="*/ 1427968 w 10872509"/>
              <a:gd name="csY29" fmla="*/ 2618267 h 4772744"/>
              <a:gd name="csX30" fmla="*/ 1365337 w 10872509"/>
              <a:gd name="csY30" fmla="*/ 2555637 h 4772744"/>
              <a:gd name="csX31" fmla="*/ 1402915 w 10872509"/>
              <a:gd name="csY31" fmla="*/ 2367746 h 4772744"/>
              <a:gd name="csX32" fmla="*/ 1528176 w 10872509"/>
              <a:gd name="csY32" fmla="*/ 2267538 h 4772744"/>
              <a:gd name="csX33" fmla="*/ 1628384 w 10872509"/>
              <a:gd name="csY33" fmla="*/ 2204908 h 4772744"/>
              <a:gd name="csX34" fmla="*/ 1653436 w 10872509"/>
              <a:gd name="csY34" fmla="*/ 2167330 h 4772744"/>
              <a:gd name="csX35" fmla="*/ 1816274 w 10872509"/>
              <a:gd name="csY35" fmla="*/ 2154804 h 4772744"/>
              <a:gd name="csX36" fmla="*/ 1966587 w 10872509"/>
              <a:gd name="csY36" fmla="*/ 2204908 h 4772744"/>
              <a:gd name="csX37" fmla="*/ 1966587 w 10872509"/>
              <a:gd name="csY37" fmla="*/ 2204908 h 4772744"/>
              <a:gd name="csX38" fmla="*/ 1966587 w 10872509"/>
              <a:gd name="csY38" fmla="*/ 2204908 h 4772744"/>
              <a:gd name="csX39" fmla="*/ 2079321 w 10872509"/>
              <a:gd name="csY39" fmla="*/ 2154804 h 4772744"/>
              <a:gd name="csX40" fmla="*/ 2229633 w 10872509"/>
              <a:gd name="csY40" fmla="*/ 2054596 h 4772744"/>
              <a:gd name="csX41" fmla="*/ 2467628 w 10872509"/>
              <a:gd name="csY41" fmla="*/ 2017018 h 4772744"/>
              <a:gd name="csX42" fmla="*/ 2642992 w 10872509"/>
              <a:gd name="csY42" fmla="*/ 2042070 h 4772744"/>
              <a:gd name="csX43" fmla="*/ 2743200 w 10872509"/>
              <a:gd name="csY43" fmla="*/ 2129752 h 4772744"/>
              <a:gd name="csX44" fmla="*/ 2868461 w 10872509"/>
              <a:gd name="csY44" fmla="*/ 2154804 h 4772744"/>
              <a:gd name="csX45" fmla="*/ 2705622 w 10872509"/>
              <a:gd name="csY45" fmla="*/ 2042070 h 4772744"/>
              <a:gd name="csX46" fmla="*/ 2793305 w 10872509"/>
              <a:gd name="csY46" fmla="*/ 1916809 h 4772744"/>
              <a:gd name="csX47" fmla="*/ 2956143 w 10872509"/>
              <a:gd name="csY47" fmla="*/ 1916809 h 4772744"/>
              <a:gd name="csX48" fmla="*/ 3156559 w 10872509"/>
              <a:gd name="csY48" fmla="*/ 1916809 h 4772744"/>
              <a:gd name="csX49" fmla="*/ 3319398 w 10872509"/>
              <a:gd name="csY49" fmla="*/ 1929335 h 4772744"/>
              <a:gd name="csX50" fmla="*/ 3670126 w 10872509"/>
              <a:gd name="csY50" fmla="*/ 1879231 h 4772744"/>
              <a:gd name="csX51" fmla="*/ 3832965 w 10872509"/>
              <a:gd name="csY51" fmla="*/ 1879231 h 4772744"/>
              <a:gd name="csX52" fmla="*/ 4096011 w 10872509"/>
              <a:gd name="csY52" fmla="*/ 1854179 h 4772744"/>
              <a:gd name="csX53" fmla="*/ 4246324 w 10872509"/>
              <a:gd name="csY53" fmla="*/ 1866705 h 4772744"/>
              <a:gd name="csX54" fmla="*/ 4421688 w 10872509"/>
              <a:gd name="csY54" fmla="*/ 1954387 h 4772744"/>
              <a:gd name="csX55" fmla="*/ 4421688 w 10872509"/>
              <a:gd name="csY55" fmla="*/ 1954387 h 4772744"/>
              <a:gd name="csX56" fmla="*/ 4359058 w 10872509"/>
              <a:gd name="csY56" fmla="*/ 1804075 h 4772744"/>
              <a:gd name="csX57" fmla="*/ 4559474 w 10872509"/>
              <a:gd name="csY57" fmla="*/ 1804075 h 4772744"/>
              <a:gd name="csX58" fmla="*/ 4747365 w 10872509"/>
              <a:gd name="csY58" fmla="*/ 1829127 h 4772744"/>
              <a:gd name="csX59" fmla="*/ 4835047 w 10872509"/>
              <a:gd name="csY59" fmla="*/ 1829127 h 4772744"/>
              <a:gd name="csX60" fmla="*/ 5022937 w 10872509"/>
              <a:gd name="csY60" fmla="*/ 1728919 h 4772744"/>
              <a:gd name="csX61" fmla="*/ 5260932 w 10872509"/>
              <a:gd name="csY61" fmla="*/ 1753971 h 4772744"/>
              <a:gd name="csX62" fmla="*/ 5411244 w 10872509"/>
              <a:gd name="csY62" fmla="*/ 1779023 h 4772744"/>
              <a:gd name="csX63" fmla="*/ 5599135 w 10872509"/>
              <a:gd name="csY63" fmla="*/ 1741445 h 4772744"/>
              <a:gd name="csX64" fmla="*/ 5736921 w 10872509"/>
              <a:gd name="csY64" fmla="*/ 1753971 h 4772744"/>
              <a:gd name="csX65" fmla="*/ 5799551 w 10872509"/>
              <a:gd name="csY65" fmla="*/ 1753971 h 4772744"/>
              <a:gd name="csX66" fmla="*/ 6137754 w 10872509"/>
              <a:gd name="csY66" fmla="*/ 1591133 h 4772744"/>
              <a:gd name="csX67" fmla="*/ 6363222 w 10872509"/>
              <a:gd name="csY67" fmla="*/ 1553555 h 4772744"/>
              <a:gd name="csX68" fmla="*/ 6551113 w 10872509"/>
              <a:gd name="csY68" fmla="*/ 1440820 h 4772744"/>
              <a:gd name="csX69" fmla="*/ 6713951 w 10872509"/>
              <a:gd name="csY69" fmla="*/ 1453346 h 4772744"/>
              <a:gd name="csX70" fmla="*/ 6851737 w 10872509"/>
              <a:gd name="csY70" fmla="*/ 1440820 h 4772744"/>
              <a:gd name="csX71" fmla="*/ 7002050 w 10872509"/>
              <a:gd name="csY71" fmla="*/ 1315560 h 4772744"/>
              <a:gd name="csX72" fmla="*/ 7214992 w 10872509"/>
              <a:gd name="csY72" fmla="*/ 1190300 h 4772744"/>
              <a:gd name="csX73" fmla="*/ 7340252 w 10872509"/>
              <a:gd name="csY73" fmla="*/ 1202826 h 4772744"/>
              <a:gd name="csX74" fmla="*/ 7440461 w 10872509"/>
              <a:gd name="csY74" fmla="*/ 1215352 h 4772744"/>
              <a:gd name="csX75" fmla="*/ 7528143 w 10872509"/>
              <a:gd name="csY75" fmla="*/ 1215352 h 4772744"/>
              <a:gd name="csX76" fmla="*/ 7741085 w 10872509"/>
              <a:gd name="csY76" fmla="*/ 1177774 h 4772744"/>
              <a:gd name="csX77" fmla="*/ 7803715 w 10872509"/>
              <a:gd name="csY77" fmla="*/ 1127670 h 4772744"/>
              <a:gd name="csX78" fmla="*/ 7941502 w 10872509"/>
              <a:gd name="csY78" fmla="*/ 1140196 h 4772744"/>
              <a:gd name="csX79" fmla="*/ 7941502 w 10872509"/>
              <a:gd name="csY79" fmla="*/ 1140196 h 4772744"/>
              <a:gd name="csX80" fmla="*/ 8079288 w 10872509"/>
              <a:gd name="csY80" fmla="*/ 1090092 h 4772744"/>
              <a:gd name="csX81" fmla="*/ 8267179 w 10872509"/>
              <a:gd name="csY81" fmla="*/ 1002409 h 4772744"/>
              <a:gd name="csX82" fmla="*/ 8442543 w 10872509"/>
              <a:gd name="csY82" fmla="*/ 902201 h 4772744"/>
              <a:gd name="csX83" fmla="*/ 8517699 w 10872509"/>
              <a:gd name="csY83" fmla="*/ 814519 h 4772744"/>
              <a:gd name="csX84" fmla="*/ 8555277 w 10872509"/>
              <a:gd name="csY84" fmla="*/ 764415 h 4772744"/>
              <a:gd name="csX85" fmla="*/ 8705589 w 10872509"/>
              <a:gd name="csY85" fmla="*/ 739363 h 4772744"/>
              <a:gd name="csX86" fmla="*/ 8818324 w 10872509"/>
              <a:gd name="csY86" fmla="*/ 714311 h 4772744"/>
              <a:gd name="csX87" fmla="*/ 8931058 w 10872509"/>
              <a:gd name="csY87" fmla="*/ 676733 h 4772744"/>
              <a:gd name="csX88" fmla="*/ 8981162 w 10872509"/>
              <a:gd name="csY88" fmla="*/ 651681 h 4772744"/>
              <a:gd name="csX89" fmla="*/ 9228008 w 10872509"/>
              <a:gd name="csY89" fmla="*/ 651681 h 4772744"/>
              <a:gd name="csX90" fmla="*/ 10872509 w 10872509"/>
              <a:gd name="csY90" fmla="*/ 77 h 4772744"/>
              <a:gd name="csX0" fmla="*/ 162839 w 10872509"/>
              <a:gd name="csY0" fmla="*/ 4772667 h 4772667"/>
              <a:gd name="csX1" fmla="*/ 125261 w 10872509"/>
              <a:gd name="csY1" fmla="*/ 4722562 h 4772667"/>
              <a:gd name="csX2" fmla="*/ 37579 w 10872509"/>
              <a:gd name="csY2" fmla="*/ 4572250 h 4772667"/>
              <a:gd name="csX3" fmla="*/ 62631 w 10872509"/>
              <a:gd name="csY3" fmla="*/ 4484568 h 4772667"/>
              <a:gd name="csX4" fmla="*/ 37579 w 10872509"/>
              <a:gd name="csY4" fmla="*/ 4359308 h 4772667"/>
              <a:gd name="csX5" fmla="*/ 0 w 10872509"/>
              <a:gd name="csY5" fmla="*/ 4284152 h 4772667"/>
              <a:gd name="csX6" fmla="*/ 62631 w 10872509"/>
              <a:gd name="csY6" fmla="*/ 4133839 h 4772667"/>
              <a:gd name="csX7" fmla="*/ 112735 w 10872509"/>
              <a:gd name="csY7" fmla="*/ 4021105 h 4772667"/>
              <a:gd name="csX8" fmla="*/ 175365 w 10872509"/>
              <a:gd name="csY8" fmla="*/ 3920897 h 4772667"/>
              <a:gd name="csX9" fmla="*/ 175365 w 10872509"/>
              <a:gd name="csY9" fmla="*/ 3920897 h 4772667"/>
              <a:gd name="csX10" fmla="*/ 288099 w 10872509"/>
              <a:gd name="csY10" fmla="*/ 3795636 h 4772667"/>
              <a:gd name="csX11" fmla="*/ 413359 w 10872509"/>
              <a:gd name="csY11" fmla="*/ 3745532 h 4772667"/>
              <a:gd name="csX12" fmla="*/ 413359 w 10872509"/>
              <a:gd name="csY12" fmla="*/ 3745532 h 4772667"/>
              <a:gd name="csX13" fmla="*/ 400833 w 10872509"/>
              <a:gd name="csY13" fmla="*/ 3632798 h 4772667"/>
              <a:gd name="csX14" fmla="*/ 300625 w 10872509"/>
              <a:gd name="csY14" fmla="*/ 3595220 h 4772667"/>
              <a:gd name="csX15" fmla="*/ 288099 w 10872509"/>
              <a:gd name="csY15" fmla="*/ 3557642 h 4772667"/>
              <a:gd name="csX16" fmla="*/ 338203 w 10872509"/>
              <a:gd name="csY16" fmla="*/ 3432382 h 4772667"/>
              <a:gd name="csX17" fmla="*/ 388307 w 10872509"/>
              <a:gd name="csY17" fmla="*/ 3357226 h 4772667"/>
              <a:gd name="csX18" fmla="*/ 488515 w 10872509"/>
              <a:gd name="csY18" fmla="*/ 3181861 h 4772667"/>
              <a:gd name="csX19" fmla="*/ 513568 w 10872509"/>
              <a:gd name="csY19" fmla="*/ 3106705 h 4772667"/>
              <a:gd name="csX20" fmla="*/ 626302 w 10872509"/>
              <a:gd name="csY20" fmla="*/ 3006497 h 4772667"/>
              <a:gd name="csX21" fmla="*/ 701458 w 10872509"/>
              <a:gd name="csY21" fmla="*/ 2943867 h 4772667"/>
              <a:gd name="csX22" fmla="*/ 801666 w 10872509"/>
              <a:gd name="csY22" fmla="*/ 2893762 h 4772667"/>
              <a:gd name="csX23" fmla="*/ 876822 w 10872509"/>
              <a:gd name="csY23" fmla="*/ 2843658 h 4772667"/>
              <a:gd name="csX24" fmla="*/ 989557 w 10872509"/>
              <a:gd name="csY24" fmla="*/ 2781028 h 4772667"/>
              <a:gd name="csX25" fmla="*/ 1052187 w 10872509"/>
              <a:gd name="csY25" fmla="*/ 2718398 h 4772667"/>
              <a:gd name="csX26" fmla="*/ 1152395 w 10872509"/>
              <a:gd name="csY26" fmla="*/ 2630716 h 4772667"/>
              <a:gd name="csX27" fmla="*/ 1302707 w 10872509"/>
              <a:gd name="csY27" fmla="*/ 2580612 h 4772667"/>
              <a:gd name="csX28" fmla="*/ 1427968 w 10872509"/>
              <a:gd name="csY28" fmla="*/ 2618190 h 4772667"/>
              <a:gd name="csX29" fmla="*/ 1427968 w 10872509"/>
              <a:gd name="csY29" fmla="*/ 2618190 h 4772667"/>
              <a:gd name="csX30" fmla="*/ 1365337 w 10872509"/>
              <a:gd name="csY30" fmla="*/ 2555560 h 4772667"/>
              <a:gd name="csX31" fmla="*/ 1402915 w 10872509"/>
              <a:gd name="csY31" fmla="*/ 2367669 h 4772667"/>
              <a:gd name="csX32" fmla="*/ 1528176 w 10872509"/>
              <a:gd name="csY32" fmla="*/ 2267461 h 4772667"/>
              <a:gd name="csX33" fmla="*/ 1628384 w 10872509"/>
              <a:gd name="csY33" fmla="*/ 2204831 h 4772667"/>
              <a:gd name="csX34" fmla="*/ 1653436 w 10872509"/>
              <a:gd name="csY34" fmla="*/ 2167253 h 4772667"/>
              <a:gd name="csX35" fmla="*/ 1816274 w 10872509"/>
              <a:gd name="csY35" fmla="*/ 2154727 h 4772667"/>
              <a:gd name="csX36" fmla="*/ 1966587 w 10872509"/>
              <a:gd name="csY36" fmla="*/ 2204831 h 4772667"/>
              <a:gd name="csX37" fmla="*/ 1966587 w 10872509"/>
              <a:gd name="csY37" fmla="*/ 2204831 h 4772667"/>
              <a:gd name="csX38" fmla="*/ 1966587 w 10872509"/>
              <a:gd name="csY38" fmla="*/ 2204831 h 4772667"/>
              <a:gd name="csX39" fmla="*/ 2079321 w 10872509"/>
              <a:gd name="csY39" fmla="*/ 2154727 h 4772667"/>
              <a:gd name="csX40" fmla="*/ 2229633 w 10872509"/>
              <a:gd name="csY40" fmla="*/ 2054519 h 4772667"/>
              <a:gd name="csX41" fmla="*/ 2467628 w 10872509"/>
              <a:gd name="csY41" fmla="*/ 2016941 h 4772667"/>
              <a:gd name="csX42" fmla="*/ 2642992 w 10872509"/>
              <a:gd name="csY42" fmla="*/ 2041993 h 4772667"/>
              <a:gd name="csX43" fmla="*/ 2743200 w 10872509"/>
              <a:gd name="csY43" fmla="*/ 2129675 h 4772667"/>
              <a:gd name="csX44" fmla="*/ 2868461 w 10872509"/>
              <a:gd name="csY44" fmla="*/ 2154727 h 4772667"/>
              <a:gd name="csX45" fmla="*/ 2705622 w 10872509"/>
              <a:gd name="csY45" fmla="*/ 2041993 h 4772667"/>
              <a:gd name="csX46" fmla="*/ 2793305 w 10872509"/>
              <a:gd name="csY46" fmla="*/ 1916732 h 4772667"/>
              <a:gd name="csX47" fmla="*/ 2956143 w 10872509"/>
              <a:gd name="csY47" fmla="*/ 1916732 h 4772667"/>
              <a:gd name="csX48" fmla="*/ 3156559 w 10872509"/>
              <a:gd name="csY48" fmla="*/ 1916732 h 4772667"/>
              <a:gd name="csX49" fmla="*/ 3319398 w 10872509"/>
              <a:gd name="csY49" fmla="*/ 1929258 h 4772667"/>
              <a:gd name="csX50" fmla="*/ 3670126 w 10872509"/>
              <a:gd name="csY50" fmla="*/ 1879154 h 4772667"/>
              <a:gd name="csX51" fmla="*/ 3832965 w 10872509"/>
              <a:gd name="csY51" fmla="*/ 1879154 h 4772667"/>
              <a:gd name="csX52" fmla="*/ 4096011 w 10872509"/>
              <a:gd name="csY52" fmla="*/ 1854102 h 4772667"/>
              <a:gd name="csX53" fmla="*/ 4246324 w 10872509"/>
              <a:gd name="csY53" fmla="*/ 1866628 h 4772667"/>
              <a:gd name="csX54" fmla="*/ 4421688 w 10872509"/>
              <a:gd name="csY54" fmla="*/ 1954310 h 4772667"/>
              <a:gd name="csX55" fmla="*/ 4421688 w 10872509"/>
              <a:gd name="csY55" fmla="*/ 1954310 h 4772667"/>
              <a:gd name="csX56" fmla="*/ 4359058 w 10872509"/>
              <a:gd name="csY56" fmla="*/ 1803998 h 4772667"/>
              <a:gd name="csX57" fmla="*/ 4559474 w 10872509"/>
              <a:gd name="csY57" fmla="*/ 1803998 h 4772667"/>
              <a:gd name="csX58" fmla="*/ 4747365 w 10872509"/>
              <a:gd name="csY58" fmla="*/ 1829050 h 4772667"/>
              <a:gd name="csX59" fmla="*/ 4835047 w 10872509"/>
              <a:gd name="csY59" fmla="*/ 1829050 h 4772667"/>
              <a:gd name="csX60" fmla="*/ 5022937 w 10872509"/>
              <a:gd name="csY60" fmla="*/ 1728842 h 4772667"/>
              <a:gd name="csX61" fmla="*/ 5260932 w 10872509"/>
              <a:gd name="csY61" fmla="*/ 1753894 h 4772667"/>
              <a:gd name="csX62" fmla="*/ 5411244 w 10872509"/>
              <a:gd name="csY62" fmla="*/ 1778946 h 4772667"/>
              <a:gd name="csX63" fmla="*/ 5599135 w 10872509"/>
              <a:gd name="csY63" fmla="*/ 1741368 h 4772667"/>
              <a:gd name="csX64" fmla="*/ 5736921 w 10872509"/>
              <a:gd name="csY64" fmla="*/ 1753894 h 4772667"/>
              <a:gd name="csX65" fmla="*/ 5799551 w 10872509"/>
              <a:gd name="csY65" fmla="*/ 1753894 h 4772667"/>
              <a:gd name="csX66" fmla="*/ 6137754 w 10872509"/>
              <a:gd name="csY66" fmla="*/ 1591056 h 4772667"/>
              <a:gd name="csX67" fmla="*/ 6363222 w 10872509"/>
              <a:gd name="csY67" fmla="*/ 1553478 h 4772667"/>
              <a:gd name="csX68" fmla="*/ 6551113 w 10872509"/>
              <a:gd name="csY68" fmla="*/ 1440743 h 4772667"/>
              <a:gd name="csX69" fmla="*/ 6713951 w 10872509"/>
              <a:gd name="csY69" fmla="*/ 1453269 h 4772667"/>
              <a:gd name="csX70" fmla="*/ 6851737 w 10872509"/>
              <a:gd name="csY70" fmla="*/ 1440743 h 4772667"/>
              <a:gd name="csX71" fmla="*/ 7002050 w 10872509"/>
              <a:gd name="csY71" fmla="*/ 1315483 h 4772667"/>
              <a:gd name="csX72" fmla="*/ 7214992 w 10872509"/>
              <a:gd name="csY72" fmla="*/ 1190223 h 4772667"/>
              <a:gd name="csX73" fmla="*/ 7340252 w 10872509"/>
              <a:gd name="csY73" fmla="*/ 1202749 h 4772667"/>
              <a:gd name="csX74" fmla="*/ 7440461 w 10872509"/>
              <a:gd name="csY74" fmla="*/ 1215275 h 4772667"/>
              <a:gd name="csX75" fmla="*/ 7528143 w 10872509"/>
              <a:gd name="csY75" fmla="*/ 1215275 h 4772667"/>
              <a:gd name="csX76" fmla="*/ 7741085 w 10872509"/>
              <a:gd name="csY76" fmla="*/ 1177697 h 4772667"/>
              <a:gd name="csX77" fmla="*/ 7803715 w 10872509"/>
              <a:gd name="csY77" fmla="*/ 1127593 h 4772667"/>
              <a:gd name="csX78" fmla="*/ 7941502 w 10872509"/>
              <a:gd name="csY78" fmla="*/ 1140119 h 4772667"/>
              <a:gd name="csX79" fmla="*/ 7941502 w 10872509"/>
              <a:gd name="csY79" fmla="*/ 1140119 h 4772667"/>
              <a:gd name="csX80" fmla="*/ 8079288 w 10872509"/>
              <a:gd name="csY80" fmla="*/ 1090015 h 4772667"/>
              <a:gd name="csX81" fmla="*/ 8267179 w 10872509"/>
              <a:gd name="csY81" fmla="*/ 1002332 h 4772667"/>
              <a:gd name="csX82" fmla="*/ 8442543 w 10872509"/>
              <a:gd name="csY82" fmla="*/ 902124 h 4772667"/>
              <a:gd name="csX83" fmla="*/ 8517699 w 10872509"/>
              <a:gd name="csY83" fmla="*/ 814442 h 4772667"/>
              <a:gd name="csX84" fmla="*/ 8555277 w 10872509"/>
              <a:gd name="csY84" fmla="*/ 764338 h 4772667"/>
              <a:gd name="csX85" fmla="*/ 8705589 w 10872509"/>
              <a:gd name="csY85" fmla="*/ 739286 h 4772667"/>
              <a:gd name="csX86" fmla="*/ 8818324 w 10872509"/>
              <a:gd name="csY86" fmla="*/ 714234 h 4772667"/>
              <a:gd name="csX87" fmla="*/ 8931058 w 10872509"/>
              <a:gd name="csY87" fmla="*/ 676656 h 4772667"/>
              <a:gd name="csX88" fmla="*/ 8981162 w 10872509"/>
              <a:gd name="csY88" fmla="*/ 651604 h 4772667"/>
              <a:gd name="csX89" fmla="*/ 9228008 w 10872509"/>
              <a:gd name="csY89" fmla="*/ 651604 h 4772667"/>
              <a:gd name="csX90" fmla="*/ 9955687 w 10872509"/>
              <a:gd name="csY90" fmla="*/ 83590 h 4772667"/>
              <a:gd name="csX91" fmla="*/ 10872509 w 10872509"/>
              <a:gd name="csY91" fmla="*/ 0 h 4772667"/>
              <a:gd name="csX0" fmla="*/ 162839 w 10872509"/>
              <a:gd name="csY0" fmla="*/ 4772667 h 4772667"/>
              <a:gd name="csX1" fmla="*/ 125261 w 10872509"/>
              <a:gd name="csY1" fmla="*/ 4722562 h 4772667"/>
              <a:gd name="csX2" fmla="*/ 37579 w 10872509"/>
              <a:gd name="csY2" fmla="*/ 4572250 h 4772667"/>
              <a:gd name="csX3" fmla="*/ 62631 w 10872509"/>
              <a:gd name="csY3" fmla="*/ 4484568 h 4772667"/>
              <a:gd name="csX4" fmla="*/ 37579 w 10872509"/>
              <a:gd name="csY4" fmla="*/ 4359308 h 4772667"/>
              <a:gd name="csX5" fmla="*/ 0 w 10872509"/>
              <a:gd name="csY5" fmla="*/ 4284152 h 4772667"/>
              <a:gd name="csX6" fmla="*/ 62631 w 10872509"/>
              <a:gd name="csY6" fmla="*/ 4133839 h 4772667"/>
              <a:gd name="csX7" fmla="*/ 112735 w 10872509"/>
              <a:gd name="csY7" fmla="*/ 4021105 h 4772667"/>
              <a:gd name="csX8" fmla="*/ 175365 w 10872509"/>
              <a:gd name="csY8" fmla="*/ 3920897 h 4772667"/>
              <a:gd name="csX9" fmla="*/ 175365 w 10872509"/>
              <a:gd name="csY9" fmla="*/ 3920897 h 4772667"/>
              <a:gd name="csX10" fmla="*/ 288099 w 10872509"/>
              <a:gd name="csY10" fmla="*/ 3795636 h 4772667"/>
              <a:gd name="csX11" fmla="*/ 413359 w 10872509"/>
              <a:gd name="csY11" fmla="*/ 3745532 h 4772667"/>
              <a:gd name="csX12" fmla="*/ 413359 w 10872509"/>
              <a:gd name="csY12" fmla="*/ 3745532 h 4772667"/>
              <a:gd name="csX13" fmla="*/ 400833 w 10872509"/>
              <a:gd name="csY13" fmla="*/ 3632798 h 4772667"/>
              <a:gd name="csX14" fmla="*/ 300625 w 10872509"/>
              <a:gd name="csY14" fmla="*/ 3595220 h 4772667"/>
              <a:gd name="csX15" fmla="*/ 288099 w 10872509"/>
              <a:gd name="csY15" fmla="*/ 3557642 h 4772667"/>
              <a:gd name="csX16" fmla="*/ 338203 w 10872509"/>
              <a:gd name="csY16" fmla="*/ 3432382 h 4772667"/>
              <a:gd name="csX17" fmla="*/ 388307 w 10872509"/>
              <a:gd name="csY17" fmla="*/ 3357226 h 4772667"/>
              <a:gd name="csX18" fmla="*/ 488515 w 10872509"/>
              <a:gd name="csY18" fmla="*/ 3181861 h 4772667"/>
              <a:gd name="csX19" fmla="*/ 513568 w 10872509"/>
              <a:gd name="csY19" fmla="*/ 3106705 h 4772667"/>
              <a:gd name="csX20" fmla="*/ 626302 w 10872509"/>
              <a:gd name="csY20" fmla="*/ 3006497 h 4772667"/>
              <a:gd name="csX21" fmla="*/ 701458 w 10872509"/>
              <a:gd name="csY21" fmla="*/ 2943867 h 4772667"/>
              <a:gd name="csX22" fmla="*/ 801666 w 10872509"/>
              <a:gd name="csY22" fmla="*/ 2893762 h 4772667"/>
              <a:gd name="csX23" fmla="*/ 876822 w 10872509"/>
              <a:gd name="csY23" fmla="*/ 2843658 h 4772667"/>
              <a:gd name="csX24" fmla="*/ 989557 w 10872509"/>
              <a:gd name="csY24" fmla="*/ 2781028 h 4772667"/>
              <a:gd name="csX25" fmla="*/ 1052187 w 10872509"/>
              <a:gd name="csY25" fmla="*/ 2718398 h 4772667"/>
              <a:gd name="csX26" fmla="*/ 1152395 w 10872509"/>
              <a:gd name="csY26" fmla="*/ 2630716 h 4772667"/>
              <a:gd name="csX27" fmla="*/ 1302707 w 10872509"/>
              <a:gd name="csY27" fmla="*/ 2580612 h 4772667"/>
              <a:gd name="csX28" fmla="*/ 1427968 w 10872509"/>
              <a:gd name="csY28" fmla="*/ 2618190 h 4772667"/>
              <a:gd name="csX29" fmla="*/ 1427968 w 10872509"/>
              <a:gd name="csY29" fmla="*/ 2618190 h 4772667"/>
              <a:gd name="csX30" fmla="*/ 1365337 w 10872509"/>
              <a:gd name="csY30" fmla="*/ 2555560 h 4772667"/>
              <a:gd name="csX31" fmla="*/ 1402915 w 10872509"/>
              <a:gd name="csY31" fmla="*/ 2367669 h 4772667"/>
              <a:gd name="csX32" fmla="*/ 1528176 w 10872509"/>
              <a:gd name="csY32" fmla="*/ 2267461 h 4772667"/>
              <a:gd name="csX33" fmla="*/ 1628384 w 10872509"/>
              <a:gd name="csY33" fmla="*/ 2204831 h 4772667"/>
              <a:gd name="csX34" fmla="*/ 1653436 w 10872509"/>
              <a:gd name="csY34" fmla="*/ 2167253 h 4772667"/>
              <a:gd name="csX35" fmla="*/ 1816274 w 10872509"/>
              <a:gd name="csY35" fmla="*/ 2154727 h 4772667"/>
              <a:gd name="csX36" fmla="*/ 1966587 w 10872509"/>
              <a:gd name="csY36" fmla="*/ 2204831 h 4772667"/>
              <a:gd name="csX37" fmla="*/ 1966587 w 10872509"/>
              <a:gd name="csY37" fmla="*/ 2204831 h 4772667"/>
              <a:gd name="csX38" fmla="*/ 1966587 w 10872509"/>
              <a:gd name="csY38" fmla="*/ 2204831 h 4772667"/>
              <a:gd name="csX39" fmla="*/ 2079321 w 10872509"/>
              <a:gd name="csY39" fmla="*/ 2154727 h 4772667"/>
              <a:gd name="csX40" fmla="*/ 2229633 w 10872509"/>
              <a:gd name="csY40" fmla="*/ 2054519 h 4772667"/>
              <a:gd name="csX41" fmla="*/ 2467628 w 10872509"/>
              <a:gd name="csY41" fmla="*/ 2016941 h 4772667"/>
              <a:gd name="csX42" fmla="*/ 2642992 w 10872509"/>
              <a:gd name="csY42" fmla="*/ 2041993 h 4772667"/>
              <a:gd name="csX43" fmla="*/ 2743200 w 10872509"/>
              <a:gd name="csY43" fmla="*/ 2129675 h 4772667"/>
              <a:gd name="csX44" fmla="*/ 2868461 w 10872509"/>
              <a:gd name="csY44" fmla="*/ 2154727 h 4772667"/>
              <a:gd name="csX45" fmla="*/ 2705622 w 10872509"/>
              <a:gd name="csY45" fmla="*/ 2041993 h 4772667"/>
              <a:gd name="csX46" fmla="*/ 2793305 w 10872509"/>
              <a:gd name="csY46" fmla="*/ 1916732 h 4772667"/>
              <a:gd name="csX47" fmla="*/ 2956143 w 10872509"/>
              <a:gd name="csY47" fmla="*/ 1916732 h 4772667"/>
              <a:gd name="csX48" fmla="*/ 3156559 w 10872509"/>
              <a:gd name="csY48" fmla="*/ 1916732 h 4772667"/>
              <a:gd name="csX49" fmla="*/ 3319398 w 10872509"/>
              <a:gd name="csY49" fmla="*/ 1929258 h 4772667"/>
              <a:gd name="csX50" fmla="*/ 3670126 w 10872509"/>
              <a:gd name="csY50" fmla="*/ 1879154 h 4772667"/>
              <a:gd name="csX51" fmla="*/ 3832965 w 10872509"/>
              <a:gd name="csY51" fmla="*/ 1879154 h 4772667"/>
              <a:gd name="csX52" fmla="*/ 4096011 w 10872509"/>
              <a:gd name="csY52" fmla="*/ 1854102 h 4772667"/>
              <a:gd name="csX53" fmla="*/ 4246324 w 10872509"/>
              <a:gd name="csY53" fmla="*/ 1866628 h 4772667"/>
              <a:gd name="csX54" fmla="*/ 4421688 w 10872509"/>
              <a:gd name="csY54" fmla="*/ 1954310 h 4772667"/>
              <a:gd name="csX55" fmla="*/ 4421688 w 10872509"/>
              <a:gd name="csY55" fmla="*/ 1954310 h 4772667"/>
              <a:gd name="csX56" fmla="*/ 4359058 w 10872509"/>
              <a:gd name="csY56" fmla="*/ 1803998 h 4772667"/>
              <a:gd name="csX57" fmla="*/ 4559474 w 10872509"/>
              <a:gd name="csY57" fmla="*/ 1803998 h 4772667"/>
              <a:gd name="csX58" fmla="*/ 4747365 w 10872509"/>
              <a:gd name="csY58" fmla="*/ 1829050 h 4772667"/>
              <a:gd name="csX59" fmla="*/ 4835047 w 10872509"/>
              <a:gd name="csY59" fmla="*/ 1829050 h 4772667"/>
              <a:gd name="csX60" fmla="*/ 5022937 w 10872509"/>
              <a:gd name="csY60" fmla="*/ 1728842 h 4772667"/>
              <a:gd name="csX61" fmla="*/ 5260932 w 10872509"/>
              <a:gd name="csY61" fmla="*/ 1753894 h 4772667"/>
              <a:gd name="csX62" fmla="*/ 5411244 w 10872509"/>
              <a:gd name="csY62" fmla="*/ 1778946 h 4772667"/>
              <a:gd name="csX63" fmla="*/ 5599135 w 10872509"/>
              <a:gd name="csY63" fmla="*/ 1741368 h 4772667"/>
              <a:gd name="csX64" fmla="*/ 5736921 w 10872509"/>
              <a:gd name="csY64" fmla="*/ 1753894 h 4772667"/>
              <a:gd name="csX65" fmla="*/ 5799551 w 10872509"/>
              <a:gd name="csY65" fmla="*/ 1753894 h 4772667"/>
              <a:gd name="csX66" fmla="*/ 6137754 w 10872509"/>
              <a:gd name="csY66" fmla="*/ 1591056 h 4772667"/>
              <a:gd name="csX67" fmla="*/ 6363222 w 10872509"/>
              <a:gd name="csY67" fmla="*/ 1553478 h 4772667"/>
              <a:gd name="csX68" fmla="*/ 6551113 w 10872509"/>
              <a:gd name="csY68" fmla="*/ 1440743 h 4772667"/>
              <a:gd name="csX69" fmla="*/ 6713951 w 10872509"/>
              <a:gd name="csY69" fmla="*/ 1453269 h 4772667"/>
              <a:gd name="csX70" fmla="*/ 6851737 w 10872509"/>
              <a:gd name="csY70" fmla="*/ 1440743 h 4772667"/>
              <a:gd name="csX71" fmla="*/ 7002050 w 10872509"/>
              <a:gd name="csY71" fmla="*/ 1315483 h 4772667"/>
              <a:gd name="csX72" fmla="*/ 7214992 w 10872509"/>
              <a:gd name="csY72" fmla="*/ 1190223 h 4772667"/>
              <a:gd name="csX73" fmla="*/ 7340252 w 10872509"/>
              <a:gd name="csY73" fmla="*/ 1202749 h 4772667"/>
              <a:gd name="csX74" fmla="*/ 7440461 w 10872509"/>
              <a:gd name="csY74" fmla="*/ 1215275 h 4772667"/>
              <a:gd name="csX75" fmla="*/ 7528143 w 10872509"/>
              <a:gd name="csY75" fmla="*/ 1215275 h 4772667"/>
              <a:gd name="csX76" fmla="*/ 7741085 w 10872509"/>
              <a:gd name="csY76" fmla="*/ 1177697 h 4772667"/>
              <a:gd name="csX77" fmla="*/ 7803715 w 10872509"/>
              <a:gd name="csY77" fmla="*/ 1127593 h 4772667"/>
              <a:gd name="csX78" fmla="*/ 7941502 w 10872509"/>
              <a:gd name="csY78" fmla="*/ 1140119 h 4772667"/>
              <a:gd name="csX79" fmla="*/ 7941502 w 10872509"/>
              <a:gd name="csY79" fmla="*/ 1140119 h 4772667"/>
              <a:gd name="csX80" fmla="*/ 8079288 w 10872509"/>
              <a:gd name="csY80" fmla="*/ 1090015 h 4772667"/>
              <a:gd name="csX81" fmla="*/ 8267179 w 10872509"/>
              <a:gd name="csY81" fmla="*/ 1002332 h 4772667"/>
              <a:gd name="csX82" fmla="*/ 8442543 w 10872509"/>
              <a:gd name="csY82" fmla="*/ 902124 h 4772667"/>
              <a:gd name="csX83" fmla="*/ 8517699 w 10872509"/>
              <a:gd name="csY83" fmla="*/ 814442 h 4772667"/>
              <a:gd name="csX84" fmla="*/ 8555277 w 10872509"/>
              <a:gd name="csY84" fmla="*/ 764338 h 4772667"/>
              <a:gd name="csX85" fmla="*/ 8705589 w 10872509"/>
              <a:gd name="csY85" fmla="*/ 739286 h 4772667"/>
              <a:gd name="csX86" fmla="*/ 8818324 w 10872509"/>
              <a:gd name="csY86" fmla="*/ 714234 h 4772667"/>
              <a:gd name="csX87" fmla="*/ 8931058 w 10872509"/>
              <a:gd name="csY87" fmla="*/ 676656 h 4772667"/>
              <a:gd name="csX88" fmla="*/ 8981162 w 10872509"/>
              <a:gd name="csY88" fmla="*/ 651604 h 4772667"/>
              <a:gd name="csX89" fmla="*/ 9228008 w 10872509"/>
              <a:gd name="csY89" fmla="*/ 651604 h 4772667"/>
              <a:gd name="csX90" fmla="*/ 9461911 w 10872509"/>
              <a:gd name="csY90" fmla="*/ 370102 h 4772667"/>
              <a:gd name="csX91" fmla="*/ 9955687 w 10872509"/>
              <a:gd name="csY91" fmla="*/ 83590 h 4772667"/>
              <a:gd name="csX92" fmla="*/ 10872509 w 10872509"/>
              <a:gd name="csY92" fmla="*/ 0 h 4772667"/>
              <a:gd name="csX0" fmla="*/ 162839 w 10872509"/>
              <a:gd name="csY0" fmla="*/ 4813227 h 4813227"/>
              <a:gd name="csX1" fmla="*/ 125261 w 10872509"/>
              <a:gd name="csY1" fmla="*/ 4763122 h 4813227"/>
              <a:gd name="csX2" fmla="*/ 37579 w 10872509"/>
              <a:gd name="csY2" fmla="*/ 4612810 h 4813227"/>
              <a:gd name="csX3" fmla="*/ 62631 w 10872509"/>
              <a:gd name="csY3" fmla="*/ 4525128 h 4813227"/>
              <a:gd name="csX4" fmla="*/ 37579 w 10872509"/>
              <a:gd name="csY4" fmla="*/ 4399868 h 4813227"/>
              <a:gd name="csX5" fmla="*/ 0 w 10872509"/>
              <a:gd name="csY5" fmla="*/ 4324712 h 4813227"/>
              <a:gd name="csX6" fmla="*/ 62631 w 10872509"/>
              <a:gd name="csY6" fmla="*/ 4174399 h 4813227"/>
              <a:gd name="csX7" fmla="*/ 112735 w 10872509"/>
              <a:gd name="csY7" fmla="*/ 4061665 h 4813227"/>
              <a:gd name="csX8" fmla="*/ 175365 w 10872509"/>
              <a:gd name="csY8" fmla="*/ 3961457 h 4813227"/>
              <a:gd name="csX9" fmla="*/ 175365 w 10872509"/>
              <a:gd name="csY9" fmla="*/ 3961457 h 4813227"/>
              <a:gd name="csX10" fmla="*/ 288099 w 10872509"/>
              <a:gd name="csY10" fmla="*/ 3836196 h 4813227"/>
              <a:gd name="csX11" fmla="*/ 413359 w 10872509"/>
              <a:gd name="csY11" fmla="*/ 3786092 h 4813227"/>
              <a:gd name="csX12" fmla="*/ 413359 w 10872509"/>
              <a:gd name="csY12" fmla="*/ 3786092 h 4813227"/>
              <a:gd name="csX13" fmla="*/ 400833 w 10872509"/>
              <a:gd name="csY13" fmla="*/ 3673358 h 4813227"/>
              <a:gd name="csX14" fmla="*/ 300625 w 10872509"/>
              <a:gd name="csY14" fmla="*/ 3635780 h 4813227"/>
              <a:gd name="csX15" fmla="*/ 288099 w 10872509"/>
              <a:gd name="csY15" fmla="*/ 3598202 h 4813227"/>
              <a:gd name="csX16" fmla="*/ 338203 w 10872509"/>
              <a:gd name="csY16" fmla="*/ 3472942 h 4813227"/>
              <a:gd name="csX17" fmla="*/ 388307 w 10872509"/>
              <a:gd name="csY17" fmla="*/ 3397786 h 4813227"/>
              <a:gd name="csX18" fmla="*/ 488515 w 10872509"/>
              <a:gd name="csY18" fmla="*/ 3222421 h 4813227"/>
              <a:gd name="csX19" fmla="*/ 513568 w 10872509"/>
              <a:gd name="csY19" fmla="*/ 3147265 h 4813227"/>
              <a:gd name="csX20" fmla="*/ 626302 w 10872509"/>
              <a:gd name="csY20" fmla="*/ 3047057 h 4813227"/>
              <a:gd name="csX21" fmla="*/ 701458 w 10872509"/>
              <a:gd name="csY21" fmla="*/ 2984427 h 4813227"/>
              <a:gd name="csX22" fmla="*/ 801666 w 10872509"/>
              <a:gd name="csY22" fmla="*/ 2934322 h 4813227"/>
              <a:gd name="csX23" fmla="*/ 876822 w 10872509"/>
              <a:gd name="csY23" fmla="*/ 2884218 h 4813227"/>
              <a:gd name="csX24" fmla="*/ 989557 w 10872509"/>
              <a:gd name="csY24" fmla="*/ 2821588 h 4813227"/>
              <a:gd name="csX25" fmla="*/ 1052187 w 10872509"/>
              <a:gd name="csY25" fmla="*/ 2758958 h 4813227"/>
              <a:gd name="csX26" fmla="*/ 1152395 w 10872509"/>
              <a:gd name="csY26" fmla="*/ 2671276 h 4813227"/>
              <a:gd name="csX27" fmla="*/ 1302707 w 10872509"/>
              <a:gd name="csY27" fmla="*/ 2621172 h 4813227"/>
              <a:gd name="csX28" fmla="*/ 1427968 w 10872509"/>
              <a:gd name="csY28" fmla="*/ 2658750 h 4813227"/>
              <a:gd name="csX29" fmla="*/ 1427968 w 10872509"/>
              <a:gd name="csY29" fmla="*/ 2658750 h 4813227"/>
              <a:gd name="csX30" fmla="*/ 1365337 w 10872509"/>
              <a:gd name="csY30" fmla="*/ 2596120 h 4813227"/>
              <a:gd name="csX31" fmla="*/ 1402915 w 10872509"/>
              <a:gd name="csY31" fmla="*/ 2408229 h 4813227"/>
              <a:gd name="csX32" fmla="*/ 1528176 w 10872509"/>
              <a:gd name="csY32" fmla="*/ 2308021 h 4813227"/>
              <a:gd name="csX33" fmla="*/ 1628384 w 10872509"/>
              <a:gd name="csY33" fmla="*/ 2245391 h 4813227"/>
              <a:gd name="csX34" fmla="*/ 1653436 w 10872509"/>
              <a:gd name="csY34" fmla="*/ 2207813 h 4813227"/>
              <a:gd name="csX35" fmla="*/ 1816274 w 10872509"/>
              <a:gd name="csY35" fmla="*/ 2195287 h 4813227"/>
              <a:gd name="csX36" fmla="*/ 1966587 w 10872509"/>
              <a:gd name="csY36" fmla="*/ 2245391 h 4813227"/>
              <a:gd name="csX37" fmla="*/ 1966587 w 10872509"/>
              <a:gd name="csY37" fmla="*/ 2245391 h 4813227"/>
              <a:gd name="csX38" fmla="*/ 1966587 w 10872509"/>
              <a:gd name="csY38" fmla="*/ 2245391 h 4813227"/>
              <a:gd name="csX39" fmla="*/ 2079321 w 10872509"/>
              <a:gd name="csY39" fmla="*/ 2195287 h 4813227"/>
              <a:gd name="csX40" fmla="*/ 2229633 w 10872509"/>
              <a:gd name="csY40" fmla="*/ 2095079 h 4813227"/>
              <a:gd name="csX41" fmla="*/ 2467628 w 10872509"/>
              <a:gd name="csY41" fmla="*/ 2057501 h 4813227"/>
              <a:gd name="csX42" fmla="*/ 2642992 w 10872509"/>
              <a:gd name="csY42" fmla="*/ 2082553 h 4813227"/>
              <a:gd name="csX43" fmla="*/ 2743200 w 10872509"/>
              <a:gd name="csY43" fmla="*/ 2170235 h 4813227"/>
              <a:gd name="csX44" fmla="*/ 2868461 w 10872509"/>
              <a:gd name="csY44" fmla="*/ 2195287 h 4813227"/>
              <a:gd name="csX45" fmla="*/ 2705622 w 10872509"/>
              <a:gd name="csY45" fmla="*/ 2082553 h 4813227"/>
              <a:gd name="csX46" fmla="*/ 2793305 w 10872509"/>
              <a:gd name="csY46" fmla="*/ 1957292 h 4813227"/>
              <a:gd name="csX47" fmla="*/ 2956143 w 10872509"/>
              <a:gd name="csY47" fmla="*/ 1957292 h 4813227"/>
              <a:gd name="csX48" fmla="*/ 3156559 w 10872509"/>
              <a:gd name="csY48" fmla="*/ 1957292 h 4813227"/>
              <a:gd name="csX49" fmla="*/ 3319398 w 10872509"/>
              <a:gd name="csY49" fmla="*/ 1969818 h 4813227"/>
              <a:gd name="csX50" fmla="*/ 3670126 w 10872509"/>
              <a:gd name="csY50" fmla="*/ 1919714 h 4813227"/>
              <a:gd name="csX51" fmla="*/ 3832965 w 10872509"/>
              <a:gd name="csY51" fmla="*/ 1919714 h 4813227"/>
              <a:gd name="csX52" fmla="*/ 4096011 w 10872509"/>
              <a:gd name="csY52" fmla="*/ 1894662 h 4813227"/>
              <a:gd name="csX53" fmla="*/ 4246324 w 10872509"/>
              <a:gd name="csY53" fmla="*/ 1907188 h 4813227"/>
              <a:gd name="csX54" fmla="*/ 4421688 w 10872509"/>
              <a:gd name="csY54" fmla="*/ 1994870 h 4813227"/>
              <a:gd name="csX55" fmla="*/ 4421688 w 10872509"/>
              <a:gd name="csY55" fmla="*/ 1994870 h 4813227"/>
              <a:gd name="csX56" fmla="*/ 4359058 w 10872509"/>
              <a:gd name="csY56" fmla="*/ 1844558 h 4813227"/>
              <a:gd name="csX57" fmla="*/ 4559474 w 10872509"/>
              <a:gd name="csY57" fmla="*/ 1844558 h 4813227"/>
              <a:gd name="csX58" fmla="*/ 4747365 w 10872509"/>
              <a:gd name="csY58" fmla="*/ 1869610 h 4813227"/>
              <a:gd name="csX59" fmla="*/ 4835047 w 10872509"/>
              <a:gd name="csY59" fmla="*/ 1869610 h 4813227"/>
              <a:gd name="csX60" fmla="*/ 5022937 w 10872509"/>
              <a:gd name="csY60" fmla="*/ 1769402 h 4813227"/>
              <a:gd name="csX61" fmla="*/ 5260932 w 10872509"/>
              <a:gd name="csY61" fmla="*/ 1794454 h 4813227"/>
              <a:gd name="csX62" fmla="*/ 5411244 w 10872509"/>
              <a:gd name="csY62" fmla="*/ 1819506 h 4813227"/>
              <a:gd name="csX63" fmla="*/ 5599135 w 10872509"/>
              <a:gd name="csY63" fmla="*/ 1781928 h 4813227"/>
              <a:gd name="csX64" fmla="*/ 5736921 w 10872509"/>
              <a:gd name="csY64" fmla="*/ 1794454 h 4813227"/>
              <a:gd name="csX65" fmla="*/ 5799551 w 10872509"/>
              <a:gd name="csY65" fmla="*/ 1794454 h 4813227"/>
              <a:gd name="csX66" fmla="*/ 6137754 w 10872509"/>
              <a:gd name="csY66" fmla="*/ 1631616 h 4813227"/>
              <a:gd name="csX67" fmla="*/ 6363222 w 10872509"/>
              <a:gd name="csY67" fmla="*/ 1594038 h 4813227"/>
              <a:gd name="csX68" fmla="*/ 6551113 w 10872509"/>
              <a:gd name="csY68" fmla="*/ 1481303 h 4813227"/>
              <a:gd name="csX69" fmla="*/ 6713951 w 10872509"/>
              <a:gd name="csY69" fmla="*/ 1493829 h 4813227"/>
              <a:gd name="csX70" fmla="*/ 6851737 w 10872509"/>
              <a:gd name="csY70" fmla="*/ 1481303 h 4813227"/>
              <a:gd name="csX71" fmla="*/ 7002050 w 10872509"/>
              <a:gd name="csY71" fmla="*/ 1356043 h 4813227"/>
              <a:gd name="csX72" fmla="*/ 7214992 w 10872509"/>
              <a:gd name="csY72" fmla="*/ 1230783 h 4813227"/>
              <a:gd name="csX73" fmla="*/ 7340252 w 10872509"/>
              <a:gd name="csY73" fmla="*/ 1243309 h 4813227"/>
              <a:gd name="csX74" fmla="*/ 7440461 w 10872509"/>
              <a:gd name="csY74" fmla="*/ 1255835 h 4813227"/>
              <a:gd name="csX75" fmla="*/ 7528143 w 10872509"/>
              <a:gd name="csY75" fmla="*/ 1255835 h 4813227"/>
              <a:gd name="csX76" fmla="*/ 7741085 w 10872509"/>
              <a:gd name="csY76" fmla="*/ 1218257 h 4813227"/>
              <a:gd name="csX77" fmla="*/ 7803715 w 10872509"/>
              <a:gd name="csY77" fmla="*/ 1168153 h 4813227"/>
              <a:gd name="csX78" fmla="*/ 7941502 w 10872509"/>
              <a:gd name="csY78" fmla="*/ 1180679 h 4813227"/>
              <a:gd name="csX79" fmla="*/ 7941502 w 10872509"/>
              <a:gd name="csY79" fmla="*/ 1180679 h 4813227"/>
              <a:gd name="csX80" fmla="*/ 8079288 w 10872509"/>
              <a:gd name="csY80" fmla="*/ 1130575 h 4813227"/>
              <a:gd name="csX81" fmla="*/ 8267179 w 10872509"/>
              <a:gd name="csY81" fmla="*/ 1042892 h 4813227"/>
              <a:gd name="csX82" fmla="*/ 8442543 w 10872509"/>
              <a:gd name="csY82" fmla="*/ 942684 h 4813227"/>
              <a:gd name="csX83" fmla="*/ 8517699 w 10872509"/>
              <a:gd name="csY83" fmla="*/ 855002 h 4813227"/>
              <a:gd name="csX84" fmla="*/ 8555277 w 10872509"/>
              <a:gd name="csY84" fmla="*/ 804898 h 4813227"/>
              <a:gd name="csX85" fmla="*/ 8705589 w 10872509"/>
              <a:gd name="csY85" fmla="*/ 779846 h 4813227"/>
              <a:gd name="csX86" fmla="*/ 8818324 w 10872509"/>
              <a:gd name="csY86" fmla="*/ 754794 h 4813227"/>
              <a:gd name="csX87" fmla="*/ 8931058 w 10872509"/>
              <a:gd name="csY87" fmla="*/ 717216 h 4813227"/>
              <a:gd name="csX88" fmla="*/ 8981162 w 10872509"/>
              <a:gd name="csY88" fmla="*/ 692164 h 4813227"/>
              <a:gd name="csX89" fmla="*/ 9228008 w 10872509"/>
              <a:gd name="csY89" fmla="*/ 692164 h 4813227"/>
              <a:gd name="csX90" fmla="*/ 9461911 w 10872509"/>
              <a:gd name="csY90" fmla="*/ 410662 h 4813227"/>
              <a:gd name="csX91" fmla="*/ 9955687 w 10872509"/>
              <a:gd name="csY91" fmla="*/ 124150 h 4813227"/>
              <a:gd name="csX92" fmla="*/ 10443367 w 10872509"/>
              <a:gd name="csY92" fmla="*/ 2230 h 4813227"/>
              <a:gd name="csX93" fmla="*/ 10872509 w 10872509"/>
              <a:gd name="csY93" fmla="*/ 40560 h 4813227"/>
              <a:gd name="csX0" fmla="*/ 162839 w 10866413"/>
              <a:gd name="csY0" fmla="*/ 4812274 h 4812274"/>
              <a:gd name="csX1" fmla="*/ 125261 w 10866413"/>
              <a:gd name="csY1" fmla="*/ 4762169 h 4812274"/>
              <a:gd name="csX2" fmla="*/ 37579 w 10866413"/>
              <a:gd name="csY2" fmla="*/ 4611857 h 4812274"/>
              <a:gd name="csX3" fmla="*/ 62631 w 10866413"/>
              <a:gd name="csY3" fmla="*/ 4524175 h 4812274"/>
              <a:gd name="csX4" fmla="*/ 37579 w 10866413"/>
              <a:gd name="csY4" fmla="*/ 4398915 h 4812274"/>
              <a:gd name="csX5" fmla="*/ 0 w 10866413"/>
              <a:gd name="csY5" fmla="*/ 4323759 h 4812274"/>
              <a:gd name="csX6" fmla="*/ 62631 w 10866413"/>
              <a:gd name="csY6" fmla="*/ 4173446 h 4812274"/>
              <a:gd name="csX7" fmla="*/ 112735 w 10866413"/>
              <a:gd name="csY7" fmla="*/ 4060712 h 4812274"/>
              <a:gd name="csX8" fmla="*/ 175365 w 10866413"/>
              <a:gd name="csY8" fmla="*/ 3960504 h 4812274"/>
              <a:gd name="csX9" fmla="*/ 175365 w 10866413"/>
              <a:gd name="csY9" fmla="*/ 3960504 h 4812274"/>
              <a:gd name="csX10" fmla="*/ 288099 w 10866413"/>
              <a:gd name="csY10" fmla="*/ 3835243 h 4812274"/>
              <a:gd name="csX11" fmla="*/ 413359 w 10866413"/>
              <a:gd name="csY11" fmla="*/ 3785139 h 4812274"/>
              <a:gd name="csX12" fmla="*/ 413359 w 10866413"/>
              <a:gd name="csY12" fmla="*/ 3785139 h 4812274"/>
              <a:gd name="csX13" fmla="*/ 400833 w 10866413"/>
              <a:gd name="csY13" fmla="*/ 3672405 h 4812274"/>
              <a:gd name="csX14" fmla="*/ 300625 w 10866413"/>
              <a:gd name="csY14" fmla="*/ 3634827 h 4812274"/>
              <a:gd name="csX15" fmla="*/ 288099 w 10866413"/>
              <a:gd name="csY15" fmla="*/ 3597249 h 4812274"/>
              <a:gd name="csX16" fmla="*/ 338203 w 10866413"/>
              <a:gd name="csY16" fmla="*/ 3471989 h 4812274"/>
              <a:gd name="csX17" fmla="*/ 388307 w 10866413"/>
              <a:gd name="csY17" fmla="*/ 3396833 h 4812274"/>
              <a:gd name="csX18" fmla="*/ 488515 w 10866413"/>
              <a:gd name="csY18" fmla="*/ 3221468 h 4812274"/>
              <a:gd name="csX19" fmla="*/ 513568 w 10866413"/>
              <a:gd name="csY19" fmla="*/ 3146312 h 4812274"/>
              <a:gd name="csX20" fmla="*/ 626302 w 10866413"/>
              <a:gd name="csY20" fmla="*/ 3046104 h 4812274"/>
              <a:gd name="csX21" fmla="*/ 701458 w 10866413"/>
              <a:gd name="csY21" fmla="*/ 2983474 h 4812274"/>
              <a:gd name="csX22" fmla="*/ 801666 w 10866413"/>
              <a:gd name="csY22" fmla="*/ 2933369 h 4812274"/>
              <a:gd name="csX23" fmla="*/ 876822 w 10866413"/>
              <a:gd name="csY23" fmla="*/ 2883265 h 4812274"/>
              <a:gd name="csX24" fmla="*/ 989557 w 10866413"/>
              <a:gd name="csY24" fmla="*/ 2820635 h 4812274"/>
              <a:gd name="csX25" fmla="*/ 1052187 w 10866413"/>
              <a:gd name="csY25" fmla="*/ 2758005 h 4812274"/>
              <a:gd name="csX26" fmla="*/ 1152395 w 10866413"/>
              <a:gd name="csY26" fmla="*/ 2670323 h 4812274"/>
              <a:gd name="csX27" fmla="*/ 1302707 w 10866413"/>
              <a:gd name="csY27" fmla="*/ 2620219 h 4812274"/>
              <a:gd name="csX28" fmla="*/ 1427968 w 10866413"/>
              <a:gd name="csY28" fmla="*/ 2657797 h 4812274"/>
              <a:gd name="csX29" fmla="*/ 1427968 w 10866413"/>
              <a:gd name="csY29" fmla="*/ 2657797 h 4812274"/>
              <a:gd name="csX30" fmla="*/ 1365337 w 10866413"/>
              <a:gd name="csY30" fmla="*/ 2595167 h 4812274"/>
              <a:gd name="csX31" fmla="*/ 1402915 w 10866413"/>
              <a:gd name="csY31" fmla="*/ 2407276 h 4812274"/>
              <a:gd name="csX32" fmla="*/ 1528176 w 10866413"/>
              <a:gd name="csY32" fmla="*/ 2307068 h 4812274"/>
              <a:gd name="csX33" fmla="*/ 1628384 w 10866413"/>
              <a:gd name="csY33" fmla="*/ 2244438 h 4812274"/>
              <a:gd name="csX34" fmla="*/ 1653436 w 10866413"/>
              <a:gd name="csY34" fmla="*/ 2206860 h 4812274"/>
              <a:gd name="csX35" fmla="*/ 1816274 w 10866413"/>
              <a:gd name="csY35" fmla="*/ 2194334 h 4812274"/>
              <a:gd name="csX36" fmla="*/ 1966587 w 10866413"/>
              <a:gd name="csY36" fmla="*/ 2244438 h 4812274"/>
              <a:gd name="csX37" fmla="*/ 1966587 w 10866413"/>
              <a:gd name="csY37" fmla="*/ 2244438 h 4812274"/>
              <a:gd name="csX38" fmla="*/ 1966587 w 10866413"/>
              <a:gd name="csY38" fmla="*/ 2244438 h 4812274"/>
              <a:gd name="csX39" fmla="*/ 2079321 w 10866413"/>
              <a:gd name="csY39" fmla="*/ 2194334 h 4812274"/>
              <a:gd name="csX40" fmla="*/ 2229633 w 10866413"/>
              <a:gd name="csY40" fmla="*/ 2094126 h 4812274"/>
              <a:gd name="csX41" fmla="*/ 2467628 w 10866413"/>
              <a:gd name="csY41" fmla="*/ 2056548 h 4812274"/>
              <a:gd name="csX42" fmla="*/ 2642992 w 10866413"/>
              <a:gd name="csY42" fmla="*/ 2081600 h 4812274"/>
              <a:gd name="csX43" fmla="*/ 2743200 w 10866413"/>
              <a:gd name="csY43" fmla="*/ 2169282 h 4812274"/>
              <a:gd name="csX44" fmla="*/ 2868461 w 10866413"/>
              <a:gd name="csY44" fmla="*/ 2194334 h 4812274"/>
              <a:gd name="csX45" fmla="*/ 2705622 w 10866413"/>
              <a:gd name="csY45" fmla="*/ 2081600 h 4812274"/>
              <a:gd name="csX46" fmla="*/ 2793305 w 10866413"/>
              <a:gd name="csY46" fmla="*/ 1956339 h 4812274"/>
              <a:gd name="csX47" fmla="*/ 2956143 w 10866413"/>
              <a:gd name="csY47" fmla="*/ 1956339 h 4812274"/>
              <a:gd name="csX48" fmla="*/ 3156559 w 10866413"/>
              <a:gd name="csY48" fmla="*/ 1956339 h 4812274"/>
              <a:gd name="csX49" fmla="*/ 3319398 w 10866413"/>
              <a:gd name="csY49" fmla="*/ 1968865 h 4812274"/>
              <a:gd name="csX50" fmla="*/ 3670126 w 10866413"/>
              <a:gd name="csY50" fmla="*/ 1918761 h 4812274"/>
              <a:gd name="csX51" fmla="*/ 3832965 w 10866413"/>
              <a:gd name="csY51" fmla="*/ 1918761 h 4812274"/>
              <a:gd name="csX52" fmla="*/ 4096011 w 10866413"/>
              <a:gd name="csY52" fmla="*/ 1893709 h 4812274"/>
              <a:gd name="csX53" fmla="*/ 4246324 w 10866413"/>
              <a:gd name="csY53" fmla="*/ 1906235 h 4812274"/>
              <a:gd name="csX54" fmla="*/ 4421688 w 10866413"/>
              <a:gd name="csY54" fmla="*/ 1993917 h 4812274"/>
              <a:gd name="csX55" fmla="*/ 4421688 w 10866413"/>
              <a:gd name="csY55" fmla="*/ 1993917 h 4812274"/>
              <a:gd name="csX56" fmla="*/ 4359058 w 10866413"/>
              <a:gd name="csY56" fmla="*/ 1843605 h 4812274"/>
              <a:gd name="csX57" fmla="*/ 4559474 w 10866413"/>
              <a:gd name="csY57" fmla="*/ 1843605 h 4812274"/>
              <a:gd name="csX58" fmla="*/ 4747365 w 10866413"/>
              <a:gd name="csY58" fmla="*/ 1868657 h 4812274"/>
              <a:gd name="csX59" fmla="*/ 4835047 w 10866413"/>
              <a:gd name="csY59" fmla="*/ 1868657 h 4812274"/>
              <a:gd name="csX60" fmla="*/ 5022937 w 10866413"/>
              <a:gd name="csY60" fmla="*/ 1768449 h 4812274"/>
              <a:gd name="csX61" fmla="*/ 5260932 w 10866413"/>
              <a:gd name="csY61" fmla="*/ 1793501 h 4812274"/>
              <a:gd name="csX62" fmla="*/ 5411244 w 10866413"/>
              <a:gd name="csY62" fmla="*/ 1818553 h 4812274"/>
              <a:gd name="csX63" fmla="*/ 5599135 w 10866413"/>
              <a:gd name="csY63" fmla="*/ 1780975 h 4812274"/>
              <a:gd name="csX64" fmla="*/ 5736921 w 10866413"/>
              <a:gd name="csY64" fmla="*/ 1793501 h 4812274"/>
              <a:gd name="csX65" fmla="*/ 5799551 w 10866413"/>
              <a:gd name="csY65" fmla="*/ 1793501 h 4812274"/>
              <a:gd name="csX66" fmla="*/ 6137754 w 10866413"/>
              <a:gd name="csY66" fmla="*/ 1630663 h 4812274"/>
              <a:gd name="csX67" fmla="*/ 6363222 w 10866413"/>
              <a:gd name="csY67" fmla="*/ 1593085 h 4812274"/>
              <a:gd name="csX68" fmla="*/ 6551113 w 10866413"/>
              <a:gd name="csY68" fmla="*/ 1480350 h 4812274"/>
              <a:gd name="csX69" fmla="*/ 6713951 w 10866413"/>
              <a:gd name="csY69" fmla="*/ 1492876 h 4812274"/>
              <a:gd name="csX70" fmla="*/ 6851737 w 10866413"/>
              <a:gd name="csY70" fmla="*/ 1480350 h 4812274"/>
              <a:gd name="csX71" fmla="*/ 7002050 w 10866413"/>
              <a:gd name="csY71" fmla="*/ 1355090 h 4812274"/>
              <a:gd name="csX72" fmla="*/ 7214992 w 10866413"/>
              <a:gd name="csY72" fmla="*/ 1229830 h 4812274"/>
              <a:gd name="csX73" fmla="*/ 7340252 w 10866413"/>
              <a:gd name="csY73" fmla="*/ 1242356 h 4812274"/>
              <a:gd name="csX74" fmla="*/ 7440461 w 10866413"/>
              <a:gd name="csY74" fmla="*/ 1254882 h 4812274"/>
              <a:gd name="csX75" fmla="*/ 7528143 w 10866413"/>
              <a:gd name="csY75" fmla="*/ 1254882 h 4812274"/>
              <a:gd name="csX76" fmla="*/ 7741085 w 10866413"/>
              <a:gd name="csY76" fmla="*/ 1217304 h 4812274"/>
              <a:gd name="csX77" fmla="*/ 7803715 w 10866413"/>
              <a:gd name="csY77" fmla="*/ 1167200 h 4812274"/>
              <a:gd name="csX78" fmla="*/ 7941502 w 10866413"/>
              <a:gd name="csY78" fmla="*/ 1179726 h 4812274"/>
              <a:gd name="csX79" fmla="*/ 7941502 w 10866413"/>
              <a:gd name="csY79" fmla="*/ 1179726 h 4812274"/>
              <a:gd name="csX80" fmla="*/ 8079288 w 10866413"/>
              <a:gd name="csY80" fmla="*/ 1129622 h 4812274"/>
              <a:gd name="csX81" fmla="*/ 8267179 w 10866413"/>
              <a:gd name="csY81" fmla="*/ 1041939 h 4812274"/>
              <a:gd name="csX82" fmla="*/ 8442543 w 10866413"/>
              <a:gd name="csY82" fmla="*/ 941731 h 4812274"/>
              <a:gd name="csX83" fmla="*/ 8517699 w 10866413"/>
              <a:gd name="csY83" fmla="*/ 854049 h 4812274"/>
              <a:gd name="csX84" fmla="*/ 8555277 w 10866413"/>
              <a:gd name="csY84" fmla="*/ 803945 h 4812274"/>
              <a:gd name="csX85" fmla="*/ 8705589 w 10866413"/>
              <a:gd name="csY85" fmla="*/ 778893 h 4812274"/>
              <a:gd name="csX86" fmla="*/ 8818324 w 10866413"/>
              <a:gd name="csY86" fmla="*/ 753841 h 4812274"/>
              <a:gd name="csX87" fmla="*/ 8931058 w 10866413"/>
              <a:gd name="csY87" fmla="*/ 716263 h 4812274"/>
              <a:gd name="csX88" fmla="*/ 8981162 w 10866413"/>
              <a:gd name="csY88" fmla="*/ 691211 h 4812274"/>
              <a:gd name="csX89" fmla="*/ 9228008 w 10866413"/>
              <a:gd name="csY89" fmla="*/ 691211 h 4812274"/>
              <a:gd name="csX90" fmla="*/ 9461911 w 10866413"/>
              <a:gd name="csY90" fmla="*/ 409709 h 4812274"/>
              <a:gd name="csX91" fmla="*/ 9955687 w 10866413"/>
              <a:gd name="csY91" fmla="*/ 123197 h 4812274"/>
              <a:gd name="csX92" fmla="*/ 10443367 w 10866413"/>
              <a:gd name="csY92" fmla="*/ 1277 h 4812274"/>
              <a:gd name="csX93" fmla="*/ 10866413 w 10866413"/>
              <a:gd name="csY93" fmla="*/ 88375 h 4812274"/>
              <a:gd name="csX0" fmla="*/ 162839 w 10895408"/>
              <a:gd name="csY0" fmla="*/ 4812274 h 4812274"/>
              <a:gd name="csX1" fmla="*/ 125261 w 10895408"/>
              <a:gd name="csY1" fmla="*/ 4762169 h 4812274"/>
              <a:gd name="csX2" fmla="*/ 37579 w 10895408"/>
              <a:gd name="csY2" fmla="*/ 4611857 h 4812274"/>
              <a:gd name="csX3" fmla="*/ 62631 w 10895408"/>
              <a:gd name="csY3" fmla="*/ 4524175 h 4812274"/>
              <a:gd name="csX4" fmla="*/ 37579 w 10895408"/>
              <a:gd name="csY4" fmla="*/ 4398915 h 4812274"/>
              <a:gd name="csX5" fmla="*/ 0 w 10895408"/>
              <a:gd name="csY5" fmla="*/ 4323759 h 4812274"/>
              <a:gd name="csX6" fmla="*/ 62631 w 10895408"/>
              <a:gd name="csY6" fmla="*/ 4173446 h 4812274"/>
              <a:gd name="csX7" fmla="*/ 112735 w 10895408"/>
              <a:gd name="csY7" fmla="*/ 4060712 h 4812274"/>
              <a:gd name="csX8" fmla="*/ 175365 w 10895408"/>
              <a:gd name="csY8" fmla="*/ 3960504 h 4812274"/>
              <a:gd name="csX9" fmla="*/ 175365 w 10895408"/>
              <a:gd name="csY9" fmla="*/ 3960504 h 4812274"/>
              <a:gd name="csX10" fmla="*/ 288099 w 10895408"/>
              <a:gd name="csY10" fmla="*/ 3835243 h 4812274"/>
              <a:gd name="csX11" fmla="*/ 413359 w 10895408"/>
              <a:gd name="csY11" fmla="*/ 3785139 h 4812274"/>
              <a:gd name="csX12" fmla="*/ 413359 w 10895408"/>
              <a:gd name="csY12" fmla="*/ 3785139 h 4812274"/>
              <a:gd name="csX13" fmla="*/ 400833 w 10895408"/>
              <a:gd name="csY13" fmla="*/ 3672405 h 4812274"/>
              <a:gd name="csX14" fmla="*/ 300625 w 10895408"/>
              <a:gd name="csY14" fmla="*/ 3634827 h 4812274"/>
              <a:gd name="csX15" fmla="*/ 288099 w 10895408"/>
              <a:gd name="csY15" fmla="*/ 3597249 h 4812274"/>
              <a:gd name="csX16" fmla="*/ 338203 w 10895408"/>
              <a:gd name="csY16" fmla="*/ 3471989 h 4812274"/>
              <a:gd name="csX17" fmla="*/ 388307 w 10895408"/>
              <a:gd name="csY17" fmla="*/ 3396833 h 4812274"/>
              <a:gd name="csX18" fmla="*/ 488515 w 10895408"/>
              <a:gd name="csY18" fmla="*/ 3221468 h 4812274"/>
              <a:gd name="csX19" fmla="*/ 513568 w 10895408"/>
              <a:gd name="csY19" fmla="*/ 3146312 h 4812274"/>
              <a:gd name="csX20" fmla="*/ 626302 w 10895408"/>
              <a:gd name="csY20" fmla="*/ 3046104 h 4812274"/>
              <a:gd name="csX21" fmla="*/ 701458 w 10895408"/>
              <a:gd name="csY21" fmla="*/ 2983474 h 4812274"/>
              <a:gd name="csX22" fmla="*/ 801666 w 10895408"/>
              <a:gd name="csY22" fmla="*/ 2933369 h 4812274"/>
              <a:gd name="csX23" fmla="*/ 876822 w 10895408"/>
              <a:gd name="csY23" fmla="*/ 2883265 h 4812274"/>
              <a:gd name="csX24" fmla="*/ 989557 w 10895408"/>
              <a:gd name="csY24" fmla="*/ 2820635 h 4812274"/>
              <a:gd name="csX25" fmla="*/ 1052187 w 10895408"/>
              <a:gd name="csY25" fmla="*/ 2758005 h 4812274"/>
              <a:gd name="csX26" fmla="*/ 1152395 w 10895408"/>
              <a:gd name="csY26" fmla="*/ 2670323 h 4812274"/>
              <a:gd name="csX27" fmla="*/ 1302707 w 10895408"/>
              <a:gd name="csY27" fmla="*/ 2620219 h 4812274"/>
              <a:gd name="csX28" fmla="*/ 1427968 w 10895408"/>
              <a:gd name="csY28" fmla="*/ 2657797 h 4812274"/>
              <a:gd name="csX29" fmla="*/ 1427968 w 10895408"/>
              <a:gd name="csY29" fmla="*/ 2657797 h 4812274"/>
              <a:gd name="csX30" fmla="*/ 1365337 w 10895408"/>
              <a:gd name="csY30" fmla="*/ 2595167 h 4812274"/>
              <a:gd name="csX31" fmla="*/ 1402915 w 10895408"/>
              <a:gd name="csY31" fmla="*/ 2407276 h 4812274"/>
              <a:gd name="csX32" fmla="*/ 1528176 w 10895408"/>
              <a:gd name="csY32" fmla="*/ 2307068 h 4812274"/>
              <a:gd name="csX33" fmla="*/ 1628384 w 10895408"/>
              <a:gd name="csY33" fmla="*/ 2244438 h 4812274"/>
              <a:gd name="csX34" fmla="*/ 1653436 w 10895408"/>
              <a:gd name="csY34" fmla="*/ 2206860 h 4812274"/>
              <a:gd name="csX35" fmla="*/ 1816274 w 10895408"/>
              <a:gd name="csY35" fmla="*/ 2194334 h 4812274"/>
              <a:gd name="csX36" fmla="*/ 1966587 w 10895408"/>
              <a:gd name="csY36" fmla="*/ 2244438 h 4812274"/>
              <a:gd name="csX37" fmla="*/ 1966587 w 10895408"/>
              <a:gd name="csY37" fmla="*/ 2244438 h 4812274"/>
              <a:gd name="csX38" fmla="*/ 1966587 w 10895408"/>
              <a:gd name="csY38" fmla="*/ 2244438 h 4812274"/>
              <a:gd name="csX39" fmla="*/ 2079321 w 10895408"/>
              <a:gd name="csY39" fmla="*/ 2194334 h 4812274"/>
              <a:gd name="csX40" fmla="*/ 2229633 w 10895408"/>
              <a:gd name="csY40" fmla="*/ 2094126 h 4812274"/>
              <a:gd name="csX41" fmla="*/ 2467628 w 10895408"/>
              <a:gd name="csY41" fmla="*/ 2056548 h 4812274"/>
              <a:gd name="csX42" fmla="*/ 2642992 w 10895408"/>
              <a:gd name="csY42" fmla="*/ 2081600 h 4812274"/>
              <a:gd name="csX43" fmla="*/ 2743200 w 10895408"/>
              <a:gd name="csY43" fmla="*/ 2169282 h 4812274"/>
              <a:gd name="csX44" fmla="*/ 2868461 w 10895408"/>
              <a:gd name="csY44" fmla="*/ 2194334 h 4812274"/>
              <a:gd name="csX45" fmla="*/ 2705622 w 10895408"/>
              <a:gd name="csY45" fmla="*/ 2081600 h 4812274"/>
              <a:gd name="csX46" fmla="*/ 2793305 w 10895408"/>
              <a:gd name="csY46" fmla="*/ 1956339 h 4812274"/>
              <a:gd name="csX47" fmla="*/ 2956143 w 10895408"/>
              <a:gd name="csY47" fmla="*/ 1956339 h 4812274"/>
              <a:gd name="csX48" fmla="*/ 3156559 w 10895408"/>
              <a:gd name="csY48" fmla="*/ 1956339 h 4812274"/>
              <a:gd name="csX49" fmla="*/ 3319398 w 10895408"/>
              <a:gd name="csY49" fmla="*/ 1968865 h 4812274"/>
              <a:gd name="csX50" fmla="*/ 3670126 w 10895408"/>
              <a:gd name="csY50" fmla="*/ 1918761 h 4812274"/>
              <a:gd name="csX51" fmla="*/ 3832965 w 10895408"/>
              <a:gd name="csY51" fmla="*/ 1918761 h 4812274"/>
              <a:gd name="csX52" fmla="*/ 4096011 w 10895408"/>
              <a:gd name="csY52" fmla="*/ 1893709 h 4812274"/>
              <a:gd name="csX53" fmla="*/ 4246324 w 10895408"/>
              <a:gd name="csY53" fmla="*/ 1906235 h 4812274"/>
              <a:gd name="csX54" fmla="*/ 4421688 w 10895408"/>
              <a:gd name="csY54" fmla="*/ 1993917 h 4812274"/>
              <a:gd name="csX55" fmla="*/ 4421688 w 10895408"/>
              <a:gd name="csY55" fmla="*/ 1993917 h 4812274"/>
              <a:gd name="csX56" fmla="*/ 4359058 w 10895408"/>
              <a:gd name="csY56" fmla="*/ 1843605 h 4812274"/>
              <a:gd name="csX57" fmla="*/ 4559474 w 10895408"/>
              <a:gd name="csY57" fmla="*/ 1843605 h 4812274"/>
              <a:gd name="csX58" fmla="*/ 4747365 w 10895408"/>
              <a:gd name="csY58" fmla="*/ 1868657 h 4812274"/>
              <a:gd name="csX59" fmla="*/ 4835047 w 10895408"/>
              <a:gd name="csY59" fmla="*/ 1868657 h 4812274"/>
              <a:gd name="csX60" fmla="*/ 5022937 w 10895408"/>
              <a:gd name="csY60" fmla="*/ 1768449 h 4812274"/>
              <a:gd name="csX61" fmla="*/ 5260932 w 10895408"/>
              <a:gd name="csY61" fmla="*/ 1793501 h 4812274"/>
              <a:gd name="csX62" fmla="*/ 5411244 w 10895408"/>
              <a:gd name="csY62" fmla="*/ 1818553 h 4812274"/>
              <a:gd name="csX63" fmla="*/ 5599135 w 10895408"/>
              <a:gd name="csY63" fmla="*/ 1780975 h 4812274"/>
              <a:gd name="csX64" fmla="*/ 5736921 w 10895408"/>
              <a:gd name="csY64" fmla="*/ 1793501 h 4812274"/>
              <a:gd name="csX65" fmla="*/ 5799551 w 10895408"/>
              <a:gd name="csY65" fmla="*/ 1793501 h 4812274"/>
              <a:gd name="csX66" fmla="*/ 6137754 w 10895408"/>
              <a:gd name="csY66" fmla="*/ 1630663 h 4812274"/>
              <a:gd name="csX67" fmla="*/ 6363222 w 10895408"/>
              <a:gd name="csY67" fmla="*/ 1593085 h 4812274"/>
              <a:gd name="csX68" fmla="*/ 6551113 w 10895408"/>
              <a:gd name="csY68" fmla="*/ 1480350 h 4812274"/>
              <a:gd name="csX69" fmla="*/ 6713951 w 10895408"/>
              <a:gd name="csY69" fmla="*/ 1492876 h 4812274"/>
              <a:gd name="csX70" fmla="*/ 6851737 w 10895408"/>
              <a:gd name="csY70" fmla="*/ 1480350 h 4812274"/>
              <a:gd name="csX71" fmla="*/ 7002050 w 10895408"/>
              <a:gd name="csY71" fmla="*/ 1355090 h 4812274"/>
              <a:gd name="csX72" fmla="*/ 7214992 w 10895408"/>
              <a:gd name="csY72" fmla="*/ 1229830 h 4812274"/>
              <a:gd name="csX73" fmla="*/ 7340252 w 10895408"/>
              <a:gd name="csY73" fmla="*/ 1242356 h 4812274"/>
              <a:gd name="csX74" fmla="*/ 7440461 w 10895408"/>
              <a:gd name="csY74" fmla="*/ 1254882 h 4812274"/>
              <a:gd name="csX75" fmla="*/ 7528143 w 10895408"/>
              <a:gd name="csY75" fmla="*/ 1254882 h 4812274"/>
              <a:gd name="csX76" fmla="*/ 7741085 w 10895408"/>
              <a:gd name="csY76" fmla="*/ 1217304 h 4812274"/>
              <a:gd name="csX77" fmla="*/ 7803715 w 10895408"/>
              <a:gd name="csY77" fmla="*/ 1167200 h 4812274"/>
              <a:gd name="csX78" fmla="*/ 7941502 w 10895408"/>
              <a:gd name="csY78" fmla="*/ 1179726 h 4812274"/>
              <a:gd name="csX79" fmla="*/ 7941502 w 10895408"/>
              <a:gd name="csY79" fmla="*/ 1179726 h 4812274"/>
              <a:gd name="csX80" fmla="*/ 8079288 w 10895408"/>
              <a:gd name="csY80" fmla="*/ 1129622 h 4812274"/>
              <a:gd name="csX81" fmla="*/ 8267179 w 10895408"/>
              <a:gd name="csY81" fmla="*/ 1041939 h 4812274"/>
              <a:gd name="csX82" fmla="*/ 8442543 w 10895408"/>
              <a:gd name="csY82" fmla="*/ 941731 h 4812274"/>
              <a:gd name="csX83" fmla="*/ 8517699 w 10895408"/>
              <a:gd name="csY83" fmla="*/ 854049 h 4812274"/>
              <a:gd name="csX84" fmla="*/ 8555277 w 10895408"/>
              <a:gd name="csY84" fmla="*/ 803945 h 4812274"/>
              <a:gd name="csX85" fmla="*/ 8705589 w 10895408"/>
              <a:gd name="csY85" fmla="*/ 778893 h 4812274"/>
              <a:gd name="csX86" fmla="*/ 8818324 w 10895408"/>
              <a:gd name="csY86" fmla="*/ 753841 h 4812274"/>
              <a:gd name="csX87" fmla="*/ 8931058 w 10895408"/>
              <a:gd name="csY87" fmla="*/ 716263 h 4812274"/>
              <a:gd name="csX88" fmla="*/ 8981162 w 10895408"/>
              <a:gd name="csY88" fmla="*/ 691211 h 4812274"/>
              <a:gd name="csX89" fmla="*/ 9228008 w 10895408"/>
              <a:gd name="csY89" fmla="*/ 691211 h 4812274"/>
              <a:gd name="csX90" fmla="*/ 9461911 w 10895408"/>
              <a:gd name="csY90" fmla="*/ 409709 h 4812274"/>
              <a:gd name="csX91" fmla="*/ 9955687 w 10895408"/>
              <a:gd name="csY91" fmla="*/ 123197 h 4812274"/>
              <a:gd name="csX92" fmla="*/ 10443367 w 10895408"/>
              <a:gd name="csY92" fmla="*/ 1277 h 4812274"/>
              <a:gd name="csX93" fmla="*/ 10866413 w 10895408"/>
              <a:gd name="csY93" fmla="*/ 88375 h 4812274"/>
              <a:gd name="csX94" fmla="*/ 10857895 w 10895408"/>
              <a:gd name="csY94" fmla="*/ 92716 h 4812274"/>
              <a:gd name="csX0" fmla="*/ 162839 w 10867147"/>
              <a:gd name="csY0" fmla="*/ 4812274 h 4812274"/>
              <a:gd name="csX1" fmla="*/ 125261 w 10867147"/>
              <a:gd name="csY1" fmla="*/ 4762169 h 4812274"/>
              <a:gd name="csX2" fmla="*/ 37579 w 10867147"/>
              <a:gd name="csY2" fmla="*/ 4611857 h 4812274"/>
              <a:gd name="csX3" fmla="*/ 62631 w 10867147"/>
              <a:gd name="csY3" fmla="*/ 4524175 h 4812274"/>
              <a:gd name="csX4" fmla="*/ 37579 w 10867147"/>
              <a:gd name="csY4" fmla="*/ 4398915 h 4812274"/>
              <a:gd name="csX5" fmla="*/ 0 w 10867147"/>
              <a:gd name="csY5" fmla="*/ 4323759 h 4812274"/>
              <a:gd name="csX6" fmla="*/ 62631 w 10867147"/>
              <a:gd name="csY6" fmla="*/ 4173446 h 4812274"/>
              <a:gd name="csX7" fmla="*/ 112735 w 10867147"/>
              <a:gd name="csY7" fmla="*/ 4060712 h 4812274"/>
              <a:gd name="csX8" fmla="*/ 175365 w 10867147"/>
              <a:gd name="csY8" fmla="*/ 3960504 h 4812274"/>
              <a:gd name="csX9" fmla="*/ 175365 w 10867147"/>
              <a:gd name="csY9" fmla="*/ 3960504 h 4812274"/>
              <a:gd name="csX10" fmla="*/ 288099 w 10867147"/>
              <a:gd name="csY10" fmla="*/ 3835243 h 4812274"/>
              <a:gd name="csX11" fmla="*/ 413359 w 10867147"/>
              <a:gd name="csY11" fmla="*/ 3785139 h 4812274"/>
              <a:gd name="csX12" fmla="*/ 413359 w 10867147"/>
              <a:gd name="csY12" fmla="*/ 3785139 h 4812274"/>
              <a:gd name="csX13" fmla="*/ 400833 w 10867147"/>
              <a:gd name="csY13" fmla="*/ 3672405 h 4812274"/>
              <a:gd name="csX14" fmla="*/ 300625 w 10867147"/>
              <a:gd name="csY14" fmla="*/ 3634827 h 4812274"/>
              <a:gd name="csX15" fmla="*/ 288099 w 10867147"/>
              <a:gd name="csY15" fmla="*/ 3597249 h 4812274"/>
              <a:gd name="csX16" fmla="*/ 338203 w 10867147"/>
              <a:gd name="csY16" fmla="*/ 3471989 h 4812274"/>
              <a:gd name="csX17" fmla="*/ 388307 w 10867147"/>
              <a:gd name="csY17" fmla="*/ 3396833 h 4812274"/>
              <a:gd name="csX18" fmla="*/ 488515 w 10867147"/>
              <a:gd name="csY18" fmla="*/ 3221468 h 4812274"/>
              <a:gd name="csX19" fmla="*/ 513568 w 10867147"/>
              <a:gd name="csY19" fmla="*/ 3146312 h 4812274"/>
              <a:gd name="csX20" fmla="*/ 626302 w 10867147"/>
              <a:gd name="csY20" fmla="*/ 3046104 h 4812274"/>
              <a:gd name="csX21" fmla="*/ 701458 w 10867147"/>
              <a:gd name="csY21" fmla="*/ 2983474 h 4812274"/>
              <a:gd name="csX22" fmla="*/ 801666 w 10867147"/>
              <a:gd name="csY22" fmla="*/ 2933369 h 4812274"/>
              <a:gd name="csX23" fmla="*/ 876822 w 10867147"/>
              <a:gd name="csY23" fmla="*/ 2883265 h 4812274"/>
              <a:gd name="csX24" fmla="*/ 989557 w 10867147"/>
              <a:gd name="csY24" fmla="*/ 2820635 h 4812274"/>
              <a:gd name="csX25" fmla="*/ 1052187 w 10867147"/>
              <a:gd name="csY25" fmla="*/ 2758005 h 4812274"/>
              <a:gd name="csX26" fmla="*/ 1152395 w 10867147"/>
              <a:gd name="csY26" fmla="*/ 2670323 h 4812274"/>
              <a:gd name="csX27" fmla="*/ 1302707 w 10867147"/>
              <a:gd name="csY27" fmla="*/ 2620219 h 4812274"/>
              <a:gd name="csX28" fmla="*/ 1427968 w 10867147"/>
              <a:gd name="csY28" fmla="*/ 2657797 h 4812274"/>
              <a:gd name="csX29" fmla="*/ 1427968 w 10867147"/>
              <a:gd name="csY29" fmla="*/ 2657797 h 4812274"/>
              <a:gd name="csX30" fmla="*/ 1365337 w 10867147"/>
              <a:gd name="csY30" fmla="*/ 2595167 h 4812274"/>
              <a:gd name="csX31" fmla="*/ 1402915 w 10867147"/>
              <a:gd name="csY31" fmla="*/ 2407276 h 4812274"/>
              <a:gd name="csX32" fmla="*/ 1528176 w 10867147"/>
              <a:gd name="csY32" fmla="*/ 2307068 h 4812274"/>
              <a:gd name="csX33" fmla="*/ 1628384 w 10867147"/>
              <a:gd name="csY33" fmla="*/ 2244438 h 4812274"/>
              <a:gd name="csX34" fmla="*/ 1653436 w 10867147"/>
              <a:gd name="csY34" fmla="*/ 2206860 h 4812274"/>
              <a:gd name="csX35" fmla="*/ 1816274 w 10867147"/>
              <a:gd name="csY35" fmla="*/ 2194334 h 4812274"/>
              <a:gd name="csX36" fmla="*/ 1966587 w 10867147"/>
              <a:gd name="csY36" fmla="*/ 2244438 h 4812274"/>
              <a:gd name="csX37" fmla="*/ 1966587 w 10867147"/>
              <a:gd name="csY37" fmla="*/ 2244438 h 4812274"/>
              <a:gd name="csX38" fmla="*/ 1966587 w 10867147"/>
              <a:gd name="csY38" fmla="*/ 2244438 h 4812274"/>
              <a:gd name="csX39" fmla="*/ 2079321 w 10867147"/>
              <a:gd name="csY39" fmla="*/ 2194334 h 4812274"/>
              <a:gd name="csX40" fmla="*/ 2229633 w 10867147"/>
              <a:gd name="csY40" fmla="*/ 2094126 h 4812274"/>
              <a:gd name="csX41" fmla="*/ 2467628 w 10867147"/>
              <a:gd name="csY41" fmla="*/ 2056548 h 4812274"/>
              <a:gd name="csX42" fmla="*/ 2642992 w 10867147"/>
              <a:gd name="csY42" fmla="*/ 2081600 h 4812274"/>
              <a:gd name="csX43" fmla="*/ 2743200 w 10867147"/>
              <a:gd name="csY43" fmla="*/ 2169282 h 4812274"/>
              <a:gd name="csX44" fmla="*/ 2868461 w 10867147"/>
              <a:gd name="csY44" fmla="*/ 2194334 h 4812274"/>
              <a:gd name="csX45" fmla="*/ 2705622 w 10867147"/>
              <a:gd name="csY45" fmla="*/ 2081600 h 4812274"/>
              <a:gd name="csX46" fmla="*/ 2793305 w 10867147"/>
              <a:gd name="csY46" fmla="*/ 1956339 h 4812274"/>
              <a:gd name="csX47" fmla="*/ 2956143 w 10867147"/>
              <a:gd name="csY47" fmla="*/ 1956339 h 4812274"/>
              <a:gd name="csX48" fmla="*/ 3156559 w 10867147"/>
              <a:gd name="csY48" fmla="*/ 1956339 h 4812274"/>
              <a:gd name="csX49" fmla="*/ 3319398 w 10867147"/>
              <a:gd name="csY49" fmla="*/ 1968865 h 4812274"/>
              <a:gd name="csX50" fmla="*/ 3670126 w 10867147"/>
              <a:gd name="csY50" fmla="*/ 1918761 h 4812274"/>
              <a:gd name="csX51" fmla="*/ 3832965 w 10867147"/>
              <a:gd name="csY51" fmla="*/ 1918761 h 4812274"/>
              <a:gd name="csX52" fmla="*/ 4096011 w 10867147"/>
              <a:gd name="csY52" fmla="*/ 1893709 h 4812274"/>
              <a:gd name="csX53" fmla="*/ 4246324 w 10867147"/>
              <a:gd name="csY53" fmla="*/ 1906235 h 4812274"/>
              <a:gd name="csX54" fmla="*/ 4421688 w 10867147"/>
              <a:gd name="csY54" fmla="*/ 1993917 h 4812274"/>
              <a:gd name="csX55" fmla="*/ 4421688 w 10867147"/>
              <a:gd name="csY55" fmla="*/ 1993917 h 4812274"/>
              <a:gd name="csX56" fmla="*/ 4359058 w 10867147"/>
              <a:gd name="csY56" fmla="*/ 1843605 h 4812274"/>
              <a:gd name="csX57" fmla="*/ 4559474 w 10867147"/>
              <a:gd name="csY57" fmla="*/ 1843605 h 4812274"/>
              <a:gd name="csX58" fmla="*/ 4747365 w 10867147"/>
              <a:gd name="csY58" fmla="*/ 1868657 h 4812274"/>
              <a:gd name="csX59" fmla="*/ 4835047 w 10867147"/>
              <a:gd name="csY59" fmla="*/ 1868657 h 4812274"/>
              <a:gd name="csX60" fmla="*/ 5022937 w 10867147"/>
              <a:gd name="csY60" fmla="*/ 1768449 h 4812274"/>
              <a:gd name="csX61" fmla="*/ 5260932 w 10867147"/>
              <a:gd name="csY61" fmla="*/ 1793501 h 4812274"/>
              <a:gd name="csX62" fmla="*/ 5411244 w 10867147"/>
              <a:gd name="csY62" fmla="*/ 1818553 h 4812274"/>
              <a:gd name="csX63" fmla="*/ 5599135 w 10867147"/>
              <a:gd name="csY63" fmla="*/ 1780975 h 4812274"/>
              <a:gd name="csX64" fmla="*/ 5736921 w 10867147"/>
              <a:gd name="csY64" fmla="*/ 1793501 h 4812274"/>
              <a:gd name="csX65" fmla="*/ 5799551 w 10867147"/>
              <a:gd name="csY65" fmla="*/ 1793501 h 4812274"/>
              <a:gd name="csX66" fmla="*/ 6137754 w 10867147"/>
              <a:gd name="csY66" fmla="*/ 1630663 h 4812274"/>
              <a:gd name="csX67" fmla="*/ 6363222 w 10867147"/>
              <a:gd name="csY67" fmla="*/ 1593085 h 4812274"/>
              <a:gd name="csX68" fmla="*/ 6551113 w 10867147"/>
              <a:gd name="csY68" fmla="*/ 1480350 h 4812274"/>
              <a:gd name="csX69" fmla="*/ 6713951 w 10867147"/>
              <a:gd name="csY69" fmla="*/ 1492876 h 4812274"/>
              <a:gd name="csX70" fmla="*/ 6851737 w 10867147"/>
              <a:gd name="csY70" fmla="*/ 1480350 h 4812274"/>
              <a:gd name="csX71" fmla="*/ 7002050 w 10867147"/>
              <a:gd name="csY71" fmla="*/ 1355090 h 4812274"/>
              <a:gd name="csX72" fmla="*/ 7214992 w 10867147"/>
              <a:gd name="csY72" fmla="*/ 1229830 h 4812274"/>
              <a:gd name="csX73" fmla="*/ 7340252 w 10867147"/>
              <a:gd name="csY73" fmla="*/ 1242356 h 4812274"/>
              <a:gd name="csX74" fmla="*/ 7440461 w 10867147"/>
              <a:gd name="csY74" fmla="*/ 1254882 h 4812274"/>
              <a:gd name="csX75" fmla="*/ 7528143 w 10867147"/>
              <a:gd name="csY75" fmla="*/ 1254882 h 4812274"/>
              <a:gd name="csX76" fmla="*/ 7741085 w 10867147"/>
              <a:gd name="csY76" fmla="*/ 1217304 h 4812274"/>
              <a:gd name="csX77" fmla="*/ 7803715 w 10867147"/>
              <a:gd name="csY77" fmla="*/ 1167200 h 4812274"/>
              <a:gd name="csX78" fmla="*/ 7941502 w 10867147"/>
              <a:gd name="csY78" fmla="*/ 1179726 h 4812274"/>
              <a:gd name="csX79" fmla="*/ 7941502 w 10867147"/>
              <a:gd name="csY79" fmla="*/ 1179726 h 4812274"/>
              <a:gd name="csX80" fmla="*/ 8079288 w 10867147"/>
              <a:gd name="csY80" fmla="*/ 1129622 h 4812274"/>
              <a:gd name="csX81" fmla="*/ 8267179 w 10867147"/>
              <a:gd name="csY81" fmla="*/ 1041939 h 4812274"/>
              <a:gd name="csX82" fmla="*/ 8442543 w 10867147"/>
              <a:gd name="csY82" fmla="*/ 941731 h 4812274"/>
              <a:gd name="csX83" fmla="*/ 8517699 w 10867147"/>
              <a:gd name="csY83" fmla="*/ 854049 h 4812274"/>
              <a:gd name="csX84" fmla="*/ 8555277 w 10867147"/>
              <a:gd name="csY84" fmla="*/ 803945 h 4812274"/>
              <a:gd name="csX85" fmla="*/ 8705589 w 10867147"/>
              <a:gd name="csY85" fmla="*/ 778893 h 4812274"/>
              <a:gd name="csX86" fmla="*/ 8818324 w 10867147"/>
              <a:gd name="csY86" fmla="*/ 753841 h 4812274"/>
              <a:gd name="csX87" fmla="*/ 8931058 w 10867147"/>
              <a:gd name="csY87" fmla="*/ 716263 h 4812274"/>
              <a:gd name="csX88" fmla="*/ 8981162 w 10867147"/>
              <a:gd name="csY88" fmla="*/ 691211 h 4812274"/>
              <a:gd name="csX89" fmla="*/ 9228008 w 10867147"/>
              <a:gd name="csY89" fmla="*/ 691211 h 4812274"/>
              <a:gd name="csX90" fmla="*/ 9461911 w 10867147"/>
              <a:gd name="csY90" fmla="*/ 409709 h 4812274"/>
              <a:gd name="csX91" fmla="*/ 9955687 w 10867147"/>
              <a:gd name="csY91" fmla="*/ 123197 h 4812274"/>
              <a:gd name="csX92" fmla="*/ 10443367 w 10867147"/>
              <a:gd name="csY92" fmla="*/ 1277 h 4812274"/>
              <a:gd name="csX93" fmla="*/ 10866413 w 10867147"/>
              <a:gd name="csY93" fmla="*/ 88375 h 4812274"/>
              <a:gd name="csX94" fmla="*/ 6103015 w 10867147"/>
              <a:gd name="csY94" fmla="*/ 4640332 h 4812274"/>
              <a:gd name="csX0" fmla="*/ 162839 w 10940143"/>
              <a:gd name="csY0" fmla="*/ 4906561 h 4906561"/>
              <a:gd name="csX1" fmla="*/ 125261 w 10940143"/>
              <a:gd name="csY1" fmla="*/ 4856456 h 4906561"/>
              <a:gd name="csX2" fmla="*/ 37579 w 10940143"/>
              <a:gd name="csY2" fmla="*/ 4706144 h 4906561"/>
              <a:gd name="csX3" fmla="*/ 62631 w 10940143"/>
              <a:gd name="csY3" fmla="*/ 4618462 h 4906561"/>
              <a:gd name="csX4" fmla="*/ 37579 w 10940143"/>
              <a:gd name="csY4" fmla="*/ 4493202 h 4906561"/>
              <a:gd name="csX5" fmla="*/ 0 w 10940143"/>
              <a:gd name="csY5" fmla="*/ 4418046 h 4906561"/>
              <a:gd name="csX6" fmla="*/ 62631 w 10940143"/>
              <a:gd name="csY6" fmla="*/ 4267733 h 4906561"/>
              <a:gd name="csX7" fmla="*/ 112735 w 10940143"/>
              <a:gd name="csY7" fmla="*/ 4154999 h 4906561"/>
              <a:gd name="csX8" fmla="*/ 175365 w 10940143"/>
              <a:gd name="csY8" fmla="*/ 4054791 h 4906561"/>
              <a:gd name="csX9" fmla="*/ 175365 w 10940143"/>
              <a:gd name="csY9" fmla="*/ 4054791 h 4906561"/>
              <a:gd name="csX10" fmla="*/ 288099 w 10940143"/>
              <a:gd name="csY10" fmla="*/ 3929530 h 4906561"/>
              <a:gd name="csX11" fmla="*/ 413359 w 10940143"/>
              <a:gd name="csY11" fmla="*/ 3879426 h 4906561"/>
              <a:gd name="csX12" fmla="*/ 413359 w 10940143"/>
              <a:gd name="csY12" fmla="*/ 3879426 h 4906561"/>
              <a:gd name="csX13" fmla="*/ 400833 w 10940143"/>
              <a:gd name="csY13" fmla="*/ 3766692 h 4906561"/>
              <a:gd name="csX14" fmla="*/ 300625 w 10940143"/>
              <a:gd name="csY14" fmla="*/ 3729114 h 4906561"/>
              <a:gd name="csX15" fmla="*/ 288099 w 10940143"/>
              <a:gd name="csY15" fmla="*/ 3691536 h 4906561"/>
              <a:gd name="csX16" fmla="*/ 338203 w 10940143"/>
              <a:gd name="csY16" fmla="*/ 3566276 h 4906561"/>
              <a:gd name="csX17" fmla="*/ 388307 w 10940143"/>
              <a:gd name="csY17" fmla="*/ 3491120 h 4906561"/>
              <a:gd name="csX18" fmla="*/ 488515 w 10940143"/>
              <a:gd name="csY18" fmla="*/ 3315755 h 4906561"/>
              <a:gd name="csX19" fmla="*/ 513568 w 10940143"/>
              <a:gd name="csY19" fmla="*/ 3240599 h 4906561"/>
              <a:gd name="csX20" fmla="*/ 626302 w 10940143"/>
              <a:gd name="csY20" fmla="*/ 3140391 h 4906561"/>
              <a:gd name="csX21" fmla="*/ 701458 w 10940143"/>
              <a:gd name="csY21" fmla="*/ 3077761 h 4906561"/>
              <a:gd name="csX22" fmla="*/ 801666 w 10940143"/>
              <a:gd name="csY22" fmla="*/ 3027656 h 4906561"/>
              <a:gd name="csX23" fmla="*/ 876822 w 10940143"/>
              <a:gd name="csY23" fmla="*/ 2977552 h 4906561"/>
              <a:gd name="csX24" fmla="*/ 989557 w 10940143"/>
              <a:gd name="csY24" fmla="*/ 2914922 h 4906561"/>
              <a:gd name="csX25" fmla="*/ 1052187 w 10940143"/>
              <a:gd name="csY25" fmla="*/ 2852292 h 4906561"/>
              <a:gd name="csX26" fmla="*/ 1152395 w 10940143"/>
              <a:gd name="csY26" fmla="*/ 2764610 h 4906561"/>
              <a:gd name="csX27" fmla="*/ 1302707 w 10940143"/>
              <a:gd name="csY27" fmla="*/ 2714506 h 4906561"/>
              <a:gd name="csX28" fmla="*/ 1427968 w 10940143"/>
              <a:gd name="csY28" fmla="*/ 2752084 h 4906561"/>
              <a:gd name="csX29" fmla="*/ 1427968 w 10940143"/>
              <a:gd name="csY29" fmla="*/ 2752084 h 4906561"/>
              <a:gd name="csX30" fmla="*/ 1365337 w 10940143"/>
              <a:gd name="csY30" fmla="*/ 2689454 h 4906561"/>
              <a:gd name="csX31" fmla="*/ 1402915 w 10940143"/>
              <a:gd name="csY31" fmla="*/ 2501563 h 4906561"/>
              <a:gd name="csX32" fmla="*/ 1528176 w 10940143"/>
              <a:gd name="csY32" fmla="*/ 2401355 h 4906561"/>
              <a:gd name="csX33" fmla="*/ 1628384 w 10940143"/>
              <a:gd name="csY33" fmla="*/ 2338725 h 4906561"/>
              <a:gd name="csX34" fmla="*/ 1653436 w 10940143"/>
              <a:gd name="csY34" fmla="*/ 2301147 h 4906561"/>
              <a:gd name="csX35" fmla="*/ 1816274 w 10940143"/>
              <a:gd name="csY35" fmla="*/ 2288621 h 4906561"/>
              <a:gd name="csX36" fmla="*/ 1966587 w 10940143"/>
              <a:gd name="csY36" fmla="*/ 2338725 h 4906561"/>
              <a:gd name="csX37" fmla="*/ 1966587 w 10940143"/>
              <a:gd name="csY37" fmla="*/ 2338725 h 4906561"/>
              <a:gd name="csX38" fmla="*/ 1966587 w 10940143"/>
              <a:gd name="csY38" fmla="*/ 2338725 h 4906561"/>
              <a:gd name="csX39" fmla="*/ 2079321 w 10940143"/>
              <a:gd name="csY39" fmla="*/ 2288621 h 4906561"/>
              <a:gd name="csX40" fmla="*/ 2229633 w 10940143"/>
              <a:gd name="csY40" fmla="*/ 2188413 h 4906561"/>
              <a:gd name="csX41" fmla="*/ 2467628 w 10940143"/>
              <a:gd name="csY41" fmla="*/ 2150835 h 4906561"/>
              <a:gd name="csX42" fmla="*/ 2642992 w 10940143"/>
              <a:gd name="csY42" fmla="*/ 2175887 h 4906561"/>
              <a:gd name="csX43" fmla="*/ 2743200 w 10940143"/>
              <a:gd name="csY43" fmla="*/ 2263569 h 4906561"/>
              <a:gd name="csX44" fmla="*/ 2868461 w 10940143"/>
              <a:gd name="csY44" fmla="*/ 2288621 h 4906561"/>
              <a:gd name="csX45" fmla="*/ 2705622 w 10940143"/>
              <a:gd name="csY45" fmla="*/ 2175887 h 4906561"/>
              <a:gd name="csX46" fmla="*/ 2793305 w 10940143"/>
              <a:gd name="csY46" fmla="*/ 2050626 h 4906561"/>
              <a:gd name="csX47" fmla="*/ 2956143 w 10940143"/>
              <a:gd name="csY47" fmla="*/ 2050626 h 4906561"/>
              <a:gd name="csX48" fmla="*/ 3156559 w 10940143"/>
              <a:gd name="csY48" fmla="*/ 2050626 h 4906561"/>
              <a:gd name="csX49" fmla="*/ 3319398 w 10940143"/>
              <a:gd name="csY49" fmla="*/ 2063152 h 4906561"/>
              <a:gd name="csX50" fmla="*/ 3670126 w 10940143"/>
              <a:gd name="csY50" fmla="*/ 2013048 h 4906561"/>
              <a:gd name="csX51" fmla="*/ 3832965 w 10940143"/>
              <a:gd name="csY51" fmla="*/ 2013048 h 4906561"/>
              <a:gd name="csX52" fmla="*/ 4096011 w 10940143"/>
              <a:gd name="csY52" fmla="*/ 1987996 h 4906561"/>
              <a:gd name="csX53" fmla="*/ 4246324 w 10940143"/>
              <a:gd name="csY53" fmla="*/ 2000522 h 4906561"/>
              <a:gd name="csX54" fmla="*/ 4421688 w 10940143"/>
              <a:gd name="csY54" fmla="*/ 2088204 h 4906561"/>
              <a:gd name="csX55" fmla="*/ 4421688 w 10940143"/>
              <a:gd name="csY55" fmla="*/ 2088204 h 4906561"/>
              <a:gd name="csX56" fmla="*/ 4359058 w 10940143"/>
              <a:gd name="csY56" fmla="*/ 1937892 h 4906561"/>
              <a:gd name="csX57" fmla="*/ 4559474 w 10940143"/>
              <a:gd name="csY57" fmla="*/ 1937892 h 4906561"/>
              <a:gd name="csX58" fmla="*/ 4747365 w 10940143"/>
              <a:gd name="csY58" fmla="*/ 1962944 h 4906561"/>
              <a:gd name="csX59" fmla="*/ 4835047 w 10940143"/>
              <a:gd name="csY59" fmla="*/ 1962944 h 4906561"/>
              <a:gd name="csX60" fmla="*/ 5022937 w 10940143"/>
              <a:gd name="csY60" fmla="*/ 1862736 h 4906561"/>
              <a:gd name="csX61" fmla="*/ 5260932 w 10940143"/>
              <a:gd name="csY61" fmla="*/ 1887788 h 4906561"/>
              <a:gd name="csX62" fmla="*/ 5411244 w 10940143"/>
              <a:gd name="csY62" fmla="*/ 1912840 h 4906561"/>
              <a:gd name="csX63" fmla="*/ 5599135 w 10940143"/>
              <a:gd name="csY63" fmla="*/ 1875262 h 4906561"/>
              <a:gd name="csX64" fmla="*/ 5736921 w 10940143"/>
              <a:gd name="csY64" fmla="*/ 1887788 h 4906561"/>
              <a:gd name="csX65" fmla="*/ 5799551 w 10940143"/>
              <a:gd name="csY65" fmla="*/ 1887788 h 4906561"/>
              <a:gd name="csX66" fmla="*/ 6137754 w 10940143"/>
              <a:gd name="csY66" fmla="*/ 1724950 h 4906561"/>
              <a:gd name="csX67" fmla="*/ 6363222 w 10940143"/>
              <a:gd name="csY67" fmla="*/ 1687372 h 4906561"/>
              <a:gd name="csX68" fmla="*/ 6551113 w 10940143"/>
              <a:gd name="csY68" fmla="*/ 1574637 h 4906561"/>
              <a:gd name="csX69" fmla="*/ 6713951 w 10940143"/>
              <a:gd name="csY69" fmla="*/ 1587163 h 4906561"/>
              <a:gd name="csX70" fmla="*/ 6851737 w 10940143"/>
              <a:gd name="csY70" fmla="*/ 1574637 h 4906561"/>
              <a:gd name="csX71" fmla="*/ 7002050 w 10940143"/>
              <a:gd name="csY71" fmla="*/ 1449377 h 4906561"/>
              <a:gd name="csX72" fmla="*/ 7214992 w 10940143"/>
              <a:gd name="csY72" fmla="*/ 1324117 h 4906561"/>
              <a:gd name="csX73" fmla="*/ 7340252 w 10940143"/>
              <a:gd name="csY73" fmla="*/ 1336643 h 4906561"/>
              <a:gd name="csX74" fmla="*/ 7440461 w 10940143"/>
              <a:gd name="csY74" fmla="*/ 1349169 h 4906561"/>
              <a:gd name="csX75" fmla="*/ 7528143 w 10940143"/>
              <a:gd name="csY75" fmla="*/ 1349169 h 4906561"/>
              <a:gd name="csX76" fmla="*/ 7741085 w 10940143"/>
              <a:gd name="csY76" fmla="*/ 1311591 h 4906561"/>
              <a:gd name="csX77" fmla="*/ 7803715 w 10940143"/>
              <a:gd name="csY77" fmla="*/ 1261487 h 4906561"/>
              <a:gd name="csX78" fmla="*/ 7941502 w 10940143"/>
              <a:gd name="csY78" fmla="*/ 1274013 h 4906561"/>
              <a:gd name="csX79" fmla="*/ 7941502 w 10940143"/>
              <a:gd name="csY79" fmla="*/ 1274013 h 4906561"/>
              <a:gd name="csX80" fmla="*/ 8079288 w 10940143"/>
              <a:gd name="csY80" fmla="*/ 1223909 h 4906561"/>
              <a:gd name="csX81" fmla="*/ 8267179 w 10940143"/>
              <a:gd name="csY81" fmla="*/ 1136226 h 4906561"/>
              <a:gd name="csX82" fmla="*/ 8442543 w 10940143"/>
              <a:gd name="csY82" fmla="*/ 1036018 h 4906561"/>
              <a:gd name="csX83" fmla="*/ 8517699 w 10940143"/>
              <a:gd name="csY83" fmla="*/ 948336 h 4906561"/>
              <a:gd name="csX84" fmla="*/ 8555277 w 10940143"/>
              <a:gd name="csY84" fmla="*/ 898232 h 4906561"/>
              <a:gd name="csX85" fmla="*/ 8705589 w 10940143"/>
              <a:gd name="csY85" fmla="*/ 873180 h 4906561"/>
              <a:gd name="csX86" fmla="*/ 8818324 w 10940143"/>
              <a:gd name="csY86" fmla="*/ 848128 h 4906561"/>
              <a:gd name="csX87" fmla="*/ 8931058 w 10940143"/>
              <a:gd name="csY87" fmla="*/ 810550 h 4906561"/>
              <a:gd name="csX88" fmla="*/ 8981162 w 10940143"/>
              <a:gd name="csY88" fmla="*/ 785498 h 4906561"/>
              <a:gd name="csX89" fmla="*/ 9228008 w 10940143"/>
              <a:gd name="csY89" fmla="*/ 785498 h 4906561"/>
              <a:gd name="csX90" fmla="*/ 9461911 w 10940143"/>
              <a:gd name="csY90" fmla="*/ 503996 h 4906561"/>
              <a:gd name="csX91" fmla="*/ 9955687 w 10940143"/>
              <a:gd name="csY91" fmla="*/ 217484 h 4906561"/>
              <a:gd name="csX92" fmla="*/ 10443367 w 10940143"/>
              <a:gd name="csY92" fmla="*/ 95564 h 4906561"/>
              <a:gd name="csX93" fmla="*/ 10866413 w 10940143"/>
              <a:gd name="csY93" fmla="*/ 182662 h 4906561"/>
              <a:gd name="csX94" fmla="*/ 9663079 w 10940143"/>
              <a:gd name="csY94" fmla="*/ 2942395 h 4906561"/>
              <a:gd name="csX95" fmla="*/ 6103015 w 10940143"/>
              <a:gd name="csY95" fmla="*/ 4734619 h 4906561"/>
              <a:gd name="csX0" fmla="*/ 162839 w 10901050"/>
              <a:gd name="csY0" fmla="*/ 4858593 h 4858593"/>
              <a:gd name="csX1" fmla="*/ 125261 w 10901050"/>
              <a:gd name="csY1" fmla="*/ 4808488 h 4858593"/>
              <a:gd name="csX2" fmla="*/ 37579 w 10901050"/>
              <a:gd name="csY2" fmla="*/ 4658176 h 4858593"/>
              <a:gd name="csX3" fmla="*/ 62631 w 10901050"/>
              <a:gd name="csY3" fmla="*/ 4570494 h 4858593"/>
              <a:gd name="csX4" fmla="*/ 37579 w 10901050"/>
              <a:gd name="csY4" fmla="*/ 4445234 h 4858593"/>
              <a:gd name="csX5" fmla="*/ 0 w 10901050"/>
              <a:gd name="csY5" fmla="*/ 4370078 h 4858593"/>
              <a:gd name="csX6" fmla="*/ 62631 w 10901050"/>
              <a:gd name="csY6" fmla="*/ 4219765 h 4858593"/>
              <a:gd name="csX7" fmla="*/ 112735 w 10901050"/>
              <a:gd name="csY7" fmla="*/ 4107031 h 4858593"/>
              <a:gd name="csX8" fmla="*/ 175365 w 10901050"/>
              <a:gd name="csY8" fmla="*/ 4006823 h 4858593"/>
              <a:gd name="csX9" fmla="*/ 175365 w 10901050"/>
              <a:gd name="csY9" fmla="*/ 4006823 h 4858593"/>
              <a:gd name="csX10" fmla="*/ 288099 w 10901050"/>
              <a:gd name="csY10" fmla="*/ 3881562 h 4858593"/>
              <a:gd name="csX11" fmla="*/ 413359 w 10901050"/>
              <a:gd name="csY11" fmla="*/ 3831458 h 4858593"/>
              <a:gd name="csX12" fmla="*/ 413359 w 10901050"/>
              <a:gd name="csY12" fmla="*/ 3831458 h 4858593"/>
              <a:gd name="csX13" fmla="*/ 400833 w 10901050"/>
              <a:gd name="csY13" fmla="*/ 3718724 h 4858593"/>
              <a:gd name="csX14" fmla="*/ 300625 w 10901050"/>
              <a:gd name="csY14" fmla="*/ 3681146 h 4858593"/>
              <a:gd name="csX15" fmla="*/ 288099 w 10901050"/>
              <a:gd name="csY15" fmla="*/ 3643568 h 4858593"/>
              <a:gd name="csX16" fmla="*/ 338203 w 10901050"/>
              <a:gd name="csY16" fmla="*/ 3518308 h 4858593"/>
              <a:gd name="csX17" fmla="*/ 388307 w 10901050"/>
              <a:gd name="csY17" fmla="*/ 3443152 h 4858593"/>
              <a:gd name="csX18" fmla="*/ 488515 w 10901050"/>
              <a:gd name="csY18" fmla="*/ 3267787 h 4858593"/>
              <a:gd name="csX19" fmla="*/ 513568 w 10901050"/>
              <a:gd name="csY19" fmla="*/ 3192631 h 4858593"/>
              <a:gd name="csX20" fmla="*/ 626302 w 10901050"/>
              <a:gd name="csY20" fmla="*/ 3092423 h 4858593"/>
              <a:gd name="csX21" fmla="*/ 701458 w 10901050"/>
              <a:gd name="csY21" fmla="*/ 3029793 h 4858593"/>
              <a:gd name="csX22" fmla="*/ 801666 w 10901050"/>
              <a:gd name="csY22" fmla="*/ 2979688 h 4858593"/>
              <a:gd name="csX23" fmla="*/ 876822 w 10901050"/>
              <a:gd name="csY23" fmla="*/ 2929584 h 4858593"/>
              <a:gd name="csX24" fmla="*/ 989557 w 10901050"/>
              <a:gd name="csY24" fmla="*/ 2866954 h 4858593"/>
              <a:gd name="csX25" fmla="*/ 1052187 w 10901050"/>
              <a:gd name="csY25" fmla="*/ 2804324 h 4858593"/>
              <a:gd name="csX26" fmla="*/ 1152395 w 10901050"/>
              <a:gd name="csY26" fmla="*/ 2716642 h 4858593"/>
              <a:gd name="csX27" fmla="*/ 1302707 w 10901050"/>
              <a:gd name="csY27" fmla="*/ 2666538 h 4858593"/>
              <a:gd name="csX28" fmla="*/ 1427968 w 10901050"/>
              <a:gd name="csY28" fmla="*/ 2704116 h 4858593"/>
              <a:gd name="csX29" fmla="*/ 1427968 w 10901050"/>
              <a:gd name="csY29" fmla="*/ 2704116 h 4858593"/>
              <a:gd name="csX30" fmla="*/ 1365337 w 10901050"/>
              <a:gd name="csY30" fmla="*/ 2641486 h 4858593"/>
              <a:gd name="csX31" fmla="*/ 1402915 w 10901050"/>
              <a:gd name="csY31" fmla="*/ 2453595 h 4858593"/>
              <a:gd name="csX32" fmla="*/ 1528176 w 10901050"/>
              <a:gd name="csY32" fmla="*/ 2353387 h 4858593"/>
              <a:gd name="csX33" fmla="*/ 1628384 w 10901050"/>
              <a:gd name="csY33" fmla="*/ 2290757 h 4858593"/>
              <a:gd name="csX34" fmla="*/ 1653436 w 10901050"/>
              <a:gd name="csY34" fmla="*/ 2253179 h 4858593"/>
              <a:gd name="csX35" fmla="*/ 1816274 w 10901050"/>
              <a:gd name="csY35" fmla="*/ 2240653 h 4858593"/>
              <a:gd name="csX36" fmla="*/ 1966587 w 10901050"/>
              <a:gd name="csY36" fmla="*/ 2290757 h 4858593"/>
              <a:gd name="csX37" fmla="*/ 1966587 w 10901050"/>
              <a:gd name="csY37" fmla="*/ 2290757 h 4858593"/>
              <a:gd name="csX38" fmla="*/ 1966587 w 10901050"/>
              <a:gd name="csY38" fmla="*/ 2290757 h 4858593"/>
              <a:gd name="csX39" fmla="*/ 2079321 w 10901050"/>
              <a:gd name="csY39" fmla="*/ 2240653 h 4858593"/>
              <a:gd name="csX40" fmla="*/ 2229633 w 10901050"/>
              <a:gd name="csY40" fmla="*/ 2140445 h 4858593"/>
              <a:gd name="csX41" fmla="*/ 2467628 w 10901050"/>
              <a:gd name="csY41" fmla="*/ 2102867 h 4858593"/>
              <a:gd name="csX42" fmla="*/ 2642992 w 10901050"/>
              <a:gd name="csY42" fmla="*/ 2127919 h 4858593"/>
              <a:gd name="csX43" fmla="*/ 2743200 w 10901050"/>
              <a:gd name="csY43" fmla="*/ 2215601 h 4858593"/>
              <a:gd name="csX44" fmla="*/ 2868461 w 10901050"/>
              <a:gd name="csY44" fmla="*/ 2240653 h 4858593"/>
              <a:gd name="csX45" fmla="*/ 2705622 w 10901050"/>
              <a:gd name="csY45" fmla="*/ 2127919 h 4858593"/>
              <a:gd name="csX46" fmla="*/ 2793305 w 10901050"/>
              <a:gd name="csY46" fmla="*/ 2002658 h 4858593"/>
              <a:gd name="csX47" fmla="*/ 2956143 w 10901050"/>
              <a:gd name="csY47" fmla="*/ 2002658 h 4858593"/>
              <a:gd name="csX48" fmla="*/ 3156559 w 10901050"/>
              <a:gd name="csY48" fmla="*/ 2002658 h 4858593"/>
              <a:gd name="csX49" fmla="*/ 3319398 w 10901050"/>
              <a:gd name="csY49" fmla="*/ 2015184 h 4858593"/>
              <a:gd name="csX50" fmla="*/ 3670126 w 10901050"/>
              <a:gd name="csY50" fmla="*/ 1965080 h 4858593"/>
              <a:gd name="csX51" fmla="*/ 3832965 w 10901050"/>
              <a:gd name="csY51" fmla="*/ 1965080 h 4858593"/>
              <a:gd name="csX52" fmla="*/ 4096011 w 10901050"/>
              <a:gd name="csY52" fmla="*/ 1940028 h 4858593"/>
              <a:gd name="csX53" fmla="*/ 4246324 w 10901050"/>
              <a:gd name="csY53" fmla="*/ 1952554 h 4858593"/>
              <a:gd name="csX54" fmla="*/ 4421688 w 10901050"/>
              <a:gd name="csY54" fmla="*/ 2040236 h 4858593"/>
              <a:gd name="csX55" fmla="*/ 4421688 w 10901050"/>
              <a:gd name="csY55" fmla="*/ 2040236 h 4858593"/>
              <a:gd name="csX56" fmla="*/ 4359058 w 10901050"/>
              <a:gd name="csY56" fmla="*/ 1889924 h 4858593"/>
              <a:gd name="csX57" fmla="*/ 4559474 w 10901050"/>
              <a:gd name="csY57" fmla="*/ 1889924 h 4858593"/>
              <a:gd name="csX58" fmla="*/ 4747365 w 10901050"/>
              <a:gd name="csY58" fmla="*/ 1914976 h 4858593"/>
              <a:gd name="csX59" fmla="*/ 4835047 w 10901050"/>
              <a:gd name="csY59" fmla="*/ 1914976 h 4858593"/>
              <a:gd name="csX60" fmla="*/ 5022937 w 10901050"/>
              <a:gd name="csY60" fmla="*/ 1814768 h 4858593"/>
              <a:gd name="csX61" fmla="*/ 5260932 w 10901050"/>
              <a:gd name="csY61" fmla="*/ 1839820 h 4858593"/>
              <a:gd name="csX62" fmla="*/ 5411244 w 10901050"/>
              <a:gd name="csY62" fmla="*/ 1864872 h 4858593"/>
              <a:gd name="csX63" fmla="*/ 5599135 w 10901050"/>
              <a:gd name="csY63" fmla="*/ 1827294 h 4858593"/>
              <a:gd name="csX64" fmla="*/ 5736921 w 10901050"/>
              <a:gd name="csY64" fmla="*/ 1839820 h 4858593"/>
              <a:gd name="csX65" fmla="*/ 5799551 w 10901050"/>
              <a:gd name="csY65" fmla="*/ 1839820 h 4858593"/>
              <a:gd name="csX66" fmla="*/ 6137754 w 10901050"/>
              <a:gd name="csY66" fmla="*/ 1676982 h 4858593"/>
              <a:gd name="csX67" fmla="*/ 6363222 w 10901050"/>
              <a:gd name="csY67" fmla="*/ 1639404 h 4858593"/>
              <a:gd name="csX68" fmla="*/ 6551113 w 10901050"/>
              <a:gd name="csY68" fmla="*/ 1526669 h 4858593"/>
              <a:gd name="csX69" fmla="*/ 6713951 w 10901050"/>
              <a:gd name="csY69" fmla="*/ 1539195 h 4858593"/>
              <a:gd name="csX70" fmla="*/ 6851737 w 10901050"/>
              <a:gd name="csY70" fmla="*/ 1526669 h 4858593"/>
              <a:gd name="csX71" fmla="*/ 7002050 w 10901050"/>
              <a:gd name="csY71" fmla="*/ 1401409 h 4858593"/>
              <a:gd name="csX72" fmla="*/ 7214992 w 10901050"/>
              <a:gd name="csY72" fmla="*/ 1276149 h 4858593"/>
              <a:gd name="csX73" fmla="*/ 7340252 w 10901050"/>
              <a:gd name="csY73" fmla="*/ 1288675 h 4858593"/>
              <a:gd name="csX74" fmla="*/ 7440461 w 10901050"/>
              <a:gd name="csY74" fmla="*/ 1301201 h 4858593"/>
              <a:gd name="csX75" fmla="*/ 7528143 w 10901050"/>
              <a:gd name="csY75" fmla="*/ 1301201 h 4858593"/>
              <a:gd name="csX76" fmla="*/ 7741085 w 10901050"/>
              <a:gd name="csY76" fmla="*/ 1263623 h 4858593"/>
              <a:gd name="csX77" fmla="*/ 7803715 w 10901050"/>
              <a:gd name="csY77" fmla="*/ 1213519 h 4858593"/>
              <a:gd name="csX78" fmla="*/ 7941502 w 10901050"/>
              <a:gd name="csY78" fmla="*/ 1226045 h 4858593"/>
              <a:gd name="csX79" fmla="*/ 7941502 w 10901050"/>
              <a:gd name="csY79" fmla="*/ 1226045 h 4858593"/>
              <a:gd name="csX80" fmla="*/ 8079288 w 10901050"/>
              <a:gd name="csY80" fmla="*/ 1175941 h 4858593"/>
              <a:gd name="csX81" fmla="*/ 8267179 w 10901050"/>
              <a:gd name="csY81" fmla="*/ 1088258 h 4858593"/>
              <a:gd name="csX82" fmla="*/ 8442543 w 10901050"/>
              <a:gd name="csY82" fmla="*/ 988050 h 4858593"/>
              <a:gd name="csX83" fmla="*/ 8517699 w 10901050"/>
              <a:gd name="csY83" fmla="*/ 900368 h 4858593"/>
              <a:gd name="csX84" fmla="*/ 8555277 w 10901050"/>
              <a:gd name="csY84" fmla="*/ 850264 h 4858593"/>
              <a:gd name="csX85" fmla="*/ 8705589 w 10901050"/>
              <a:gd name="csY85" fmla="*/ 825212 h 4858593"/>
              <a:gd name="csX86" fmla="*/ 8818324 w 10901050"/>
              <a:gd name="csY86" fmla="*/ 800160 h 4858593"/>
              <a:gd name="csX87" fmla="*/ 8931058 w 10901050"/>
              <a:gd name="csY87" fmla="*/ 762582 h 4858593"/>
              <a:gd name="csX88" fmla="*/ 8981162 w 10901050"/>
              <a:gd name="csY88" fmla="*/ 737530 h 4858593"/>
              <a:gd name="csX89" fmla="*/ 9228008 w 10901050"/>
              <a:gd name="csY89" fmla="*/ 737530 h 4858593"/>
              <a:gd name="csX90" fmla="*/ 9461911 w 10901050"/>
              <a:gd name="csY90" fmla="*/ 456028 h 4858593"/>
              <a:gd name="csX91" fmla="*/ 9955687 w 10901050"/>
              <a:gd name="csY91" fmla="*/ 169516 h 4858593"/>
              <a:gd name="csX92" fmla="*/ 10443367 w 10901050"/>
              <a:gd name="csY92" fmla="*/ 47596 h 4858593"/>
              <a:gd name="csX93" fmla="*/ 10866413 w 10901050"/>
              <a:gd name="csY93" fmla="*/ 134694 h 4858593"/>
              <a:gd name="csX94" fmla="*/ 10784743 w 10901050"/>
              <a:gd name="csY94" fmla="*/ 1400908 h 4858593"/>
              <a:gd name="csX95" fmla="*/ 9663079 w 10901050"/>
              <a:gd name="csY95" fmla="*/ 2894427 h 4858593"/>
              <a:gd name="csX96" fmla="*/ 6103015 w 10901050"/>
              <a:gd name="csY96" fmla="*/ 4686651 h 4858593"/>
              <a:gd name="csX0" fmla="*/ 162839 w 10901050"/>
              <a:gd name="csY0" fmla="*/ 4858593 h 4858593"/>
              <a:gd name="csX1" fmla="*/ 125261 w 10901050"/>
              <a:gd name="csY1" fmla="*/ 4808488 h 4858593"/>
              <a:gd name="csX2" fmla="*/ 37579 w 10901050"/>
              <a:gd name="csY2" fmla="*/ 4658176 h 4858593"/>
              <a:gd name="csX3" fmla="*/ 62631 w 10901050"/>
              <a:gd name="csY3" fmla="*/ 4570494 h 4858593"/>
              <a:gd name="csX4" fmla="*/ 37579 w 10901050"/>
              <a:gd name="csY4" fmla="*/ 4445234 h 4858593"/>
              <a:gd name="csX5" fmla="*/ 0 w 10901050"/>
              <a:gd name="csY5" fmla="*/ 4370078 h 4858593"/>
              <a:gd name="csX6" fmla="*/ 62631 w 10901050"/>
              <a:gd name="csY6" fmla="*/ 4219765 h 4858593"/>
              <a:gd name="csX7" fmla="*/ 112735 w 10901050"/>
              <a:gd name="csY7" fmla="*/ 4107031 h 4858593"/>
              <a:gd name="csX8" fmla="*/ 175365 w 10901050"/>
              <a:gd name="csY8" fmla="*/ 4006823 h 4858593"/>
              <a:gd name="csX9" fmla="*/ 175365 w 10901050"/>
              <a:gd name="csY9" fmla="*/ 4006823 h 4858593"/>
              <a:gd name="csX10" fmla="*/ 288099 w 10901050"/>
              <a:gd name="csY10" fmla="*/ 3881562 h 4858593"/>
              <a:gd name="csX11" fmla="*/ 413359 w 10901050"/>
              <a:gd name="csY11" fmla="*/ 3831458 h 4858593"/>
              <a:gd name="csX12" fmla="*/ 413359 w 10901050"/>
              <a:gd name="csY12" fmla="*/ 3831458 h 4858593"/>
              <a:gd name="csX13" fmla="*/ 400833 w 10901050"/>
              <a:gd name="csY13" fmla="*/ 3718724 h 4858593"/>
              <a:gd name="csX14" fmla="*/ 300625 w 10901050"/>
              <a:gd name="csY14" fmla="*/ 3681146 h 4858593"/>
              <a:gd name="csX15" fmla="*/ 288099 w 10901050"/>
              <a:gd name="csY15" fmla="*/ 3643568 h 4858593"/>
              <a:gd name="csX16" fmla="*/ 338203 w 10901050"/>
              <a:gd name="csY16" fmla="*/ 3518308 h 4858593"/>
              <a:gd name="csX17" fmla="*/ 388307 w 10901050"/>
              <a:gd name="csY17" fmla="*/ 3443152 h 4858593"/>
              <a:gd name="csX18" fmla="*/ 488515 w 10901050"/>
              <a:gd name="csY18" fmla="*/ 3267787 h 4858593"/>
              <a:gd name="csX19" fmla="*/ 513568 w 10901050"/>
              <a:gd name="csY19" fmla="*/ 3192631 h 4858593"/>
              <a:gd name="csX20" fmla="*/ 626302 w 10901050"/>
              <a:gd name="csY20" fmla="*/ 3092423 h 4858593"/>
              <a:gd name="csX21" fmla="*/ 701458 w 10901050"/>
              <a:gd name="csY21" fmla="*/ 3029793 h 4858593"/>
              <a:gd name="csX22" fmla="*/ 801666 w 10901050"/>
              <a:gd name="csY22" fmla="*/ 2979688 h 4858593"/>
              <a:gd name="csX23" fmla="*/ 876822 w 10901050"/>
              <a:gd name="csY23" fmla="*/ 2929584 h 4858593"/>
              <a:gd name="csX24" fmla="*/ 989557 w 10901050"/>
              <a:gd name="csY24" fmla="*/ 2866954 h 4858593"/>
              <a:gd name="csX25" fmla="*/ 1052187 w 10901050"/>
              <a:gd name="csY25" fmla="*/ 2804324 h 4858593"/>
              <a:gd name="csX26" fmla="*/ 1152395 w 10901050"/>
              <a:gd name="csY26" fmla="*/ 2716642 h 4858593"/>
              <a:gd name="csX27" fmla="*/ 1302707 w 10901050"/>
              <a:gd name="csY27" fmla="*/ 2666538 h 4858593"/>
              <a:gd name="csX28" fmla="*/ 1427968 w 10901050"/>
              <a:gd name="csY28" fmla="*/ 2704116 h 4858593"/>
              <a:gd name="csX29" fmla="*/ 1427968 w 10901050"/>
              <a:gd name="csY29" fmla="*/ 2704116 h 4858593"/>
              <a:gd name="csX30" fmla="*/ 1365337 w 10901050"/>
              <a:gd name="csY30" fmla="*/ 2641486 h 4858593"/>
              <a:gd name="csX31" fmla="*/ 1402915 w 10901050"/>
              <a:gd name="csY31" fmla="*/ 2453595 h 4858593"/>
              <a:gd name="csX32" fmla="*/ 1528176 w 10901050"/>
              <a:gd name="csY32" fmla="*/ 2353387 h 4858593"/>
              <a:gd name="csX33" fmla="*/ 1628384 w 10901050"/>
              <a:gd name="csY33" fmla="*/ 2290757 h 4858593"/>
              <a:gd name="csX34" fmla="*/ 1653436 w 10901050"/>
              <a:gd name="csY34" fmla="*/ 2253179 h 4858593"/>
              <a:gd name="csX35" fmla="*/ 1816274 w 10901050"/>
              <a:gd name="csY35" fmla="*/ 2240653 h 4858593"/>
              <a:gd name="csX36" fmla="*/ 1966587 w 10901050"/>
              <a:gd name="csY36" fmla="*/ 2290757 h 4858593"/>
              <a:gd name="csX37" fmla="*/ 1966587 w 10901050"/>
              <a:gd name="csY37" fmla="*/ 2290757 h 4858593"/>
              <a:gd name="csX38" fmla="*/ 1966587 w 10901050"/>
              <a:gd name="csY38" fmla="*/ 2290757 h 4858593"/>
              <a:gd name="csX39" fmla="*/ 2079321 w 10901050"/>
              <a:gd name="csY39" fmla="*/ 2240653 h 4858593"/>
              <a:gd name="csX40" fmla="*/ 2229633 w 10901050"/>
              <a:gd name="csY40" fmla="*/ 2140445 h 4858593"/>
              <a:gd name="csX41" fmla="*/ 2467628 w 10901050"/>
              <a:gd name="csY41" fmla="*/ 2102867 h 4858593"/>
              <a:gd name="csX42" fmla="*/ 2642992 w 10901050"/>
              <a:gd name="csY42" fmla="*/ 2127919 h 4858593"/>
              <a:gd name="csX43" fmla="*/ 2743200 w 10901050"/>
              <a:gd name="csY43" fmla="*/ 2215601 h 4858593"/>
              <a:gd name="csX44" fmla="*/ 2868461 w 10901050"/>
              <a:gd name="csY44" fmla="*/ 2240653 h 4858593"/>
              <a:gd name="csX45" fmla="*/ 2705622 w 10901050"/>
              <a:gd name="csY45" fmla="*/ 2127919 h 4858593"/>
              <a:gd name="csX46" fmla="*/ 2793305 w 10901050"/>
              <a:gd name="csY46" fmla="*/ 2002658 h 4858593"/>
              <a:gd name="csX47" fmla="*/ 2956143 w 10901050"/>
              <a:gd name="csY47" fmla="*/ 2002658 h 4858593"/>
              <a:gd name="csX48" fmla="*/ 3156559 w 10901050"/>
              <a:gd name="csY48" fmla="*/ 2002658 h 4858593"/>
              <a:gd name="csX49" fmla="*/ 3319398 w 10901050"/>
              <a:gd name="csY49" fmla="*/ 2015184 h 4858593"/>
              <a:gd name="csX50" fmla="*/ 3670126 w 10901050"/>
              <a:gd name="csY50" fmla="*/ 1965080 h 4858593"/>
              <a:gd name="csX51" fmla="*/ 3832965 w 10901050"/>
              <a:gd name="csY51" fmla="*/ 1965080 h 4858593"/>
              <a:gd name="csX52" fmla="*/ 4096011 w 10901050"/>
              <a:gd name="csY52" fmla="*/ 1940028 h 4858593"/>
              <a:gd name="csX53" fmla="*/ 4246324 w 10901050"/>
              <a:gd name="csY53" fmla="*/ 1952554 h 4858593"/>
              <a:gd name="csX54" fmla="*/ 4421688 w 10901050"/>
              <a:gd name="csY54" fmla="*/ 2040236 h 4858593"/>
              <a:gd name="csX55" fmla="*/ 4421688 w 10901050"/>
              <a:gd name="csY55" fmla="*/ 2040236 h 4858593"/>
              <a:gd name="csX56" fmla="*/ 4359058 w 10901050"/>
              <a:gd name="csY56" fmla="*/ 1889924 h 4858593"/>
              <a:gd name="csX57" fmla="*/ 4559474 w 10901050"/>
              <a:gd name="csY57" fmla="*/ 1889924 h 4858593"/>
              <a:gd name="csX58" fmla="*/ 4747365 w 10901050"/>
              <a:gd name="csY58" fmla="*/ 1914976 h 4858593"/>
              <a:gd name="csX59" fmla="*/ 4835047 w 10901050"/>
              <a:gd name="csY59" fmla="*/ 1914976 h 4858593"/>
              <a:gd name="csX60" fmla="*/ 5022937 w 10901050"/>
              <a:gd name="csY60" fmla="*/ 1814768 h 4858593"/>
              <a:gd name="csX61" fmla="*/ 5260932 w 10901050"/>
              <a:gd name="csY61" fmla="*/ 1839820 h 4858593"/>
              <a:gd name="csX62" fmla="*/ 5411244 w 10901050"/>
              <a:gd name="csY62" fmla="*/ 1864872 h 4858593"/>
              <a:gd name="csX63" fmla="*/ 5599135 w 10901050"/>
              <a:gd name="csY63" fmla="*/ 1827294 h 4858593"/>
              <a:gd name="csX64" fmla="*/ 5736921 w 10901050"/>
              <a:gd name="csY64" fmla="*/ 1839820 h 4858593"/>
              <a:gd name="csX65" fmla="*/ 5799551 w 10901050"/>
              <a:gd name="csY65" fmla="*/ 1839820 h 4858593"/>
              <a:gd name="csX66" fmla="*/ 6137754 w 10901050"/>
              <a:gd name="csY66" fmla="*/ 1676982 h 4858593"/>
              <a:gd name="csX67" fmla="*/ 6363222 w 10901050"/>
              <a:gd name="csY67" fmla="*/ 1639404 h 4858593"/>
              <a:gd name="csX68" fmla="*/ 6551113 w 10901050"/>
              <a:gd name="csY68" fmla="*/ 1526669 h 4858593"/>
              <a:gd name="csX69" fmla="*/ 6713951 w 10901050"/>
              <a:gd name="csY69" fmla="*/ 1539195 h 4858593"/>
              <a:gd name="csX70" fmla="*/ 6851737 w 10901050"/>
              <a:gd name="csY70" fmla="*/ 1526669 h 4858593"/>
              <a:gd name="csX71" fmla="*/ 7002050 w 10901050"/>
              <a:gd name="csY71" fmla="*/ 1401409 h 4858593"/>
              <a:gd name="csX72" fmla="*/ 7214992 w 10901050"/>
              <a:gd name="csY72" fmla="*/ 1276149 h 4858593"/>
              <a:gd name="csX73" fmla="*/ 7340252 w 10901050"/>
              <a:gd name="csY73" fmla="*/ 1288675 h 4858593"/>
              <a:gd name="csX74" fmla="*/ 7440461 w 10901050"/>
              <a:gd name="csY74" fmla="*/ 1301201 h 4858593"/>
              <a:gd name="csX75" fmla="*/ 7528143 w 10901050"/>
              <a:gd name="csY75" fmla="*/ 1301201 h 4858593"/>
              <a:gd name="csX76" fmla="*/ 7741085 w 10901050"/>
              <a:gd name="csY76" fmla="*/ 1263623 h 4858593"/>
              <a:gd name="csX77" fmla="*/ 7803715 w 10901050"/>
              <a:gd name="csY77" fmla="*/ 1213519 h 4858593"/>
              <a:gd name="csX78" fmla="*/ 7941502 w 10901050"/>
              <a:gd name="csY78" fmla="*/ 1226045 h 4858593"/>
              <a:gd name="csX79" fmla="*/ 7941502 w 10901050"/>
              <a:gd name="csY79" fmla="*/ 1226045 h 4858593"/>
              <a:gd name="csX80" fmla="*/ 8079288 w 10901050"/>
              <a:gd name="csY80" fmla="*/ 1175941 h 4858593"/>
              <a:gd name="csX81" fmla="*/ 8267179 w 10901050"/>
              <a:gd name="csY81" fmla="*/ 1088258 h 4858593"/>
              <a:gd name="csX82" fmla="*/ 8442543 w 10901050"/>
              <a:gd name="csY82" fmla="*/ 988050 h 4858593"/>
              <a:gd name="csX83" fmla="*/ 8517699 w 10901050"/>
              <a:gd name="csY83" fmla="*/ 900368 h 4858593"/>
              <a:gd name="csX84" fmla="*/ 8555277 w 10901050"/>
              <a:gd name="csY84" fmla="*/ 850264 h 4858593"/>
              <a:gd name="csX85" fmla="*/ 8705589 w 10901050"/>
              <a:gd name="csY85" fmla="*/ 825212 h 4858593"/>
              <a:gd name="csX86" fmla="*/ 8818324 w 10901050"/>
              <a:gd name="csY86" fmla="*/ 800160 h 4858593"/>
              <a:gd name="csX87" fmla="*/ 8931058 w 10901050"/>
              <a:gd name="csY87" fmla="*/ 762582 h 4858593"/>
              <a:gd name="csX88" fmla="*/ 8981162 w 10901050"/>
              <a:gd name="csY88" fmla="*/ 737530 h 4858593"/>
              <a:gd name="csX89" fmla="*/ 9228008 w 10901050"/>
              <a:gd name="csY89" fmla="*/ 737530 h 4858593"/>
              <a:gd name="csX90" fmla="*/ 9461911 w 10901050"/>
              <a:gd name="csY90" fmla="*/ 456028 h 4858593"/>
              <a:gd name="csX91" fmla="*/ 9955687 w 10901050"/>
              <a:gd name="csY91" fmla="*/ 169516 h 4858593"/>
              <a:gd name="csX92" fmla="*/ 10443367 w 10901050"/>
              <a:gd name="csY92" fmla="*/ 47596 h 4858593"/>
              <a:gd name="csX93" fmla="*/ 10866413 w 10901050"/>
              <a:gd name="csY93" fmla="*/ 134694 h 4858593"/>
              <a:gd name="csX94" fmla="*/ 10784743 w 10901050"/>
              <a:gd name="csY94" fmla="*/ 1400908 h 4858593"/>
              <a:gd name="csX95" fmla="*/ 9663079 w 10901050"/>
              <a:gd name="csY95" fmla="*/ 2894427 h 4858593"/>
              <a:gd name="csX96" fmla="*/ 6103015 w 10901050"/>
              <a:gd name="csY96" fmla="*/ 4686651 h 4858593"/>
              <a:gd name="csX0" fmla="*/ 162839 w 11035873"/>
              <a:gd name="csY0" fmla="*/ 4819074 h 4819074"/>
              <a:gd name="csX1" fmla="*/ 125261 w 11035873"/>
              <a:gd name="csY1" fmla="*/ 4768969 h 4819074"/>
              <a:gd name="csX2" fmla="*/ 37579 w 11035873"/>
              <a:gd name="csY2" fmla="*/ 4618657 h 4819074"/>
              <a:gd name="csX3" fmla="*/ 62631 w 11035873"/>
              <a:gd name="csY3" fmla="*/ 4530975 h 4819074"/>
              <a:gd name="csX4" fmla="*/ 37579 w 11035873"/>
              <a:gd name="csY4" fmla="*/ 4405715 h 4819074"/>
              <a:gd name="csX5" fmla="*/ 0 w 11035873"/>
              <a:gd name="csY5" fmla="*/ 4330559 h 4819074"/>
              <a:gd name="csX6" fmla="*/ 62631 w 11035873"/>
              <a:gd name="csY6" fmla="*/ 4180246 h 4819074"/>
              <a:gd name="csX7" fmla="*/ 112735 w 11035873"/>
              <a:gd name="csY7" fmla="*/ 4067512 h 4819074"/>
              <a:gd name="csX8" fmla="*/ 175365 w 11035873"/>
              <a:gd name="csY8" fmla="*/ 3967304 h 4819074"/>
              <a:gd name="csX9" fmla="*/ 175365 w 11035873"/>
              <a:gd name="csY9" fmla="*/ 3967304 h 4819074"/>
              <a:gd name="csX10" fmla="*/ 288099 w 11035873"/>
              <a:gd name="csY10" fmla="*/ 3842043 h 4819074"/>
              <a:gd name="csX11" fmla="*/ 413359 w 11035873"/>
              <a:gd name="csY11" fmla="*/ 3791939 h 4819074"/>
              <a:gd name="csX12" fmla="*/ 413359 w 11035873"/>
              <a:gd name="csY12" fmla="*/ 3791939 h 4819074"/>
              <a:gd name="csX13" fmla="*/ 400833 w 11035873"/>
              <a:gd name="csY13" fmla="*/ 3679205 h 4819074"/>
              <a:gd name="csX14" fmla="*/ 300625 w 11035873"/>
              <a:gd name="csY14" fmla="*/ 3641627 h 4819074"/>
              <a:gd name="csX15" fmla="*/ 288099 w 11035873"/>
              <a:gd name="csY15" fmla="*/ 3604049 h 4819074"/>
              <a:gd name="csX16" fmla="*/ 338203 w 11035873"/>
              <a:gd name="csY16" fmla="*/ 3478789 h 4819074"/>
              <a:gd name="csX17" fmla="*/ 388307 w 11035873"/>
              <a:gd name="csY17" fmla="*/ 3403633 h 4819074"/>
              <a:gd name="csX18" fmla="*/ 488515 w 11035873"/>
              <a:gd name="csY18" fmla="*/ 3228268 h 4819074"/>
              <a:gd name="csX19" fmla="*/ 513568 w 11035873"/>
              <a:gd name="csY19" fmla="*/ 3153112 h 4819074"/>
              <a:gd name="csX20" fmla="*/ 626302 w 11035873"/>
              <a:gd name="csY20" fmla="*/ 3052904 h 4819074"/>
              <a:gd name="csX21" fmla="*/ 701458 w 11035873"/>
              <a:gd name="csY21" fmla="*/ 2990274 h 4819074"/>
              <a:gd name="csX22" fmla="*/ 801666 w 11035873"/>
              <a:gd name="csY22" fmla="*/ 2940169 h 4819074"/>
              <a:gd name="csX23" fmla="*/ 876822 w 11035873"/>
              <a:gd name="csY23" fmla="*/ 2890065 h 4819074"/>
              <a:gd name="csX24" fmla="*/ 989557 w 11035873"/>
              <a:gd name="csY24" fmla="*/ 2827435 h 4819074"/>
              <a:gd name="csX25" fmla="*/ 1052187 w 11035873"/>
              <a:gd name="csY25" fmla="*/ 2764805 h 4819074"/>
              <a:gd name="csX26" fmla="*/ 1152395 w 11035873"/>
              <a:gd name="csY26" fmla="*/ 2677123 h 4819074"/>
              <a:gd name="csX27" fmla="*/ 1302707 w 11035873"/>
              <a:gd name="csY27" fmla="*/ 2627019 h 4819074"/>
              <a:gd name="csX28" fmla="*/ 1427968 w 11035873"/>
              <a:gd name="csY28" fmla="*/ 2664597 h 4819074"/>
              <a:gd name="csX29" fmla="*/ 1427968 w 11035873"/>
              <a:gd name="csY29" fmla="*/ 2664597 h 4819074"/>
              <a:gd name="csX30" fmla="*/ 1365337 w 11035873"/>
              <a:gd name="csY30" fmla="*/ 2601967 h 4819074"/>
              <a:gd name="csX31" fmla="*/ 1402915 w 11035873"/>
              <a:gd name="csY31" fmla="*/ 2414076 h 4819074"/>
              <a:gd name="csX32" fmla="*/ 1528176 w 11035873"/>
              <a:gd name="csY32" fmla="*/ 2313868 h 4819074"/>
              <a:gd name="csX33" fmla="*/ 1628384 w 11035873"/>
              <a:gd name="csY33" fmla="*/ 2251238 h 4819074"/>
              <a:gd name="csX34" fmla="*/ 1653436 w 11035873"/>
              <a:gd name="csY34" fmla="*/ 2213660 h 4819074"/>
              <a:gd name="csX35" fmla="*/ 1816274 w 11035873"/>
              <a:gd name="csY35" fmla="*/ 2201134 h 4819074"/>
              <a:gd name="csX36" fmla="*/ 1966587 w 11035873"/>
              <a:gd name="csY36" fmla="*/ 2251238 h 4819074"/>
              <a:gd name="csX37" fmla="*/ 1966587 w 11035873"/>
              <a:gd name="csY37" fmla="*/ 2251238 h 4819074"/>
              <a:gd name="csX38" fmla="*/ 1966587 w 11035873"/>
              <a:gd name="csY38" fmla="*/ 2251238 h 4819074"/>
              <a:gd name="csX39" fmla="*/ 2079321 w 11035873"/>
              <a:gd name="csY39" fmla="*/ 2201134 h 4819074"/>
              <a:gd name="csX40" fmla="*/ 2229633 w 11035873"/>
              <a:gd name="csY40" fmla="*/ 2100926 h 4819074"/>
              <a:gd name="csX41" fmla="*/ 2467628 w 11035873"/>
              <a:gd name="csY41" fmla="*/ 2063348 h 4819074"/>
              <a:gd name="csX42" fmla="*/ 2642992 w 11035873"/>
              <a:gd name="csY42" fmla="*/ 2088400 h 4819074"/>
              <a:gd name="csX43" fmla="*/ 2743200 w 11035873"/>
              <a:gd name="csY43" fmla="*/ 2176082 h 4819074"/>
              <a:gd name="csX44" fmla="*/ 2868461 w 11035873"/>
              <a:gd name="csY44" fmla="*/ 2201134 h 4819074"/>
              <a:gd name="csX45" fmla="*/ 2705622 w 11035873"/>
              <a:gd name="csY45" fmla="*/ 2088400 h 4819074"/>
              <a:gd name="csX46" fmla="*/ 2793305 w 11035873"/>
              <a:gd name="csY46" fmla="*/ 1963139 h 4819074"/>
              <a:gd name="csX47" fmla="*/ 2956143 w 11035873"/>
              <a:gd name="csY47" fmla="*/ 1963139 h 4819074"/>
              <a:gd name="csX48" fmla="*/ 3156559 w 11035873"/>
              <a:gd name="csY48" fmla="*/ 1963139 h 4819074"/>
              <a:gd name="csX49" fmla="*/ 3319398 w 11035873"/>
              <a:gd name="csY49" fmla="*/ 1975665 h 4819074"/>
              <a:gd name="csX50" fmla="*/ 3670126 w 11035873"/>
              <a:gd name="csY50" fmla="*/ 1925561 h 4819074"/>
              <a:gd name="csX51" fmla="*/ 3832965 w 11035873"/>
              <a:gd name="csY51" fmla="*/ 1925561 h 4819074"/>
              <a:gd name="csX52" fmla="*/ 4096011 w 11035873"/>
              <a:gd name="csY52" fmla="*/ 1900509 h 4819074"/>
              <a:gd name="csX53" fmla="*/ 4246324 w 11035873"/>
              <a:gd name="csY53" fmla="*/ 1913035 h 4819074"/>
              <a:gd name="csX54" fmla="*/ 4421688 w 11035873"/>
              <a:gd name="csY54" fmla="*/ 2000717 h 4819074"/>
              <a:gd name="csX55" fmla="*/ 4421688 w 11035873"/>
              <a:gd name="csY55" fmla="*/ 2000717 h 4819074"/>
              <a:gd name="csX56" fmla="*/ 4359058 w 11035873"/>
              <a:gd name="csY56" fmla="*/ 1850405 h 4819074"/>
              <a:gd name="csX57" fmla="*/ 4559474 w 11035873"/>
              <a:gd name="csY57" fmla="*/ 1850405 h 4819074"/>
              <a:gd name="csX58" fmla="*/ 4747365 w 11035873"/>
              <a:gd name="csY58" fmla="*/ 1875457 h 4819074"/>
              <a:gd name="csX59" fmla="*/ 4835047 w 11035873"/>
              <a:gd name="csY59" fmla="*/ 1875457 h 4819074"/>
              <a:gd name="csX60" fmla="*/ 5022937 w 11035873"/>
              <a:gd name="csY60" fmla="*/ 1775249 h 4819074"/>
              <a:gd name="csX61" fmla="*/ 5260932 w 11035873"/>
              <a:gd name="csY61" fmla="*/ 1800301 h 4819074"/>
              <a:gd name="csX62" fmla="*/ 5411244 w 11035873"/>
              <a:gd name="csY62" fmla="*/ 1825353 h 4819074"/>
              <a:gd name="csX63" fmla="*/ 5599135 w 11035873"/>
              <a:gd name="csY63" fmla="*/ 1787775 h 4819074"/>
              <a:gd name="csX64" fmla="*/ 5736921 w 11035873"/>
              <a:gd name="csY64" fmla="*/ 1800301 h 4819074"/>
              <a:gd name="csX65" fmla="*/ 5799551 w 11035873"/>
              <a:gd name="csY65" fmla="*/ 1800301 h 4819074"/>
              <a:gd name="csX66" fmla="*/ 6137754 w 11035873"/>
              <a:gd name="csY66" fmla="*/ 1637463 h 4819074"/>
              <a:gd name="csX67" fmla="*/ 6363222 w 11035873"/>
              <a:gd name="csY67" fmla="*/ 1599885 h 4819074"/>
              <a:gd name="csX68" fmla="*/ 6551113 w 11035873"/>
              <a:gd name="csY68" fmla="*/ 1487150 h 4819074"/>
              <a:gd name="csX69" fmla="*/ 6713951 w 11035873"/>
              <a:gd name="csY69" fmla="*/ 1499676 h 4819074"/>
              <a:gd name="csX70" fmla="*/ 6851737 w 11035873"/>
              <a:gd name="csY70" fmla="*/ 1487150 h 4819074"/>
              <a:gd name="csX71" fmla="*/ 7002050 w 11035873"/>
              <a:gd name="csY71" fmla="*/ 1361890 h 4819074"/>
              <a:gd name="csX72" fmla="*/ 7214992 w 11035873"/>
              <a:gd name="csY72" fmla="*/ 1236630 h 4819074"/>
              <a:gd name="csX73" fmla="*/ 7340252 w 11035873"/>
              <a:gd name="csY73" fmla="*/ 1249156 h 4819074"/>
              <a:gd name="csX74" fmla="*/ 7440461 w 11035873"/>
              <a:gd name="csY74" fmla="*/ 1261682 h 4819074"/>
              <a:gd name="csX75" fmla="*/ 7528143 w 11035873"/>
              <a:gd name="csY75" fmla="*/ 1261682 h 4819074"/>
              <a:gd name="csX76" fmla="*/ 7741085 w 11035873"/>
              <a:gd name="csY76" fmla="*/ 1224104 h 4819074"/>
              <a:gd name="csX77" fmla="*/ 7803715 w 11035873"/>
              <a:gd name="csY77" fmla="*/ 1174000 h 4819074"/>
              <a:gd name="csX78" fmla="*/ 7941502 w 11035873"/>
              <a:gd name="csY78" fmla="*/ 1186526 h 4819074"/>
              <a:gd name="csX79" fmla="*/ 7941502 w 11035873"/>
              <a:gd name="csY79" fmla="*/ 1186526 h 4819074"/>
              <a:gd name="csX80" fmla="*/ 8079288 w 11035873"/>
              <a:gd name="csY80" fmla="*/ 1136422 h 4819074"/>
              <a:gd name="csX81" fmla="*/ 8267179 w 11035873"/>
              <a:gd name="csY81" fmla="*/ 1048739 h 4819074"/>
              <a:gd name="csX82" fmla="*/ 8442543 w 11035873"/>
              <a:gd name="csY82" fmla="*/ 948531 h 4819074"/>
              <a:gd name="csX83" fmla="*/ 8517699 w 11035873"/>
              <a:gd name="csY83" fmla="*/ 860849 h 4819074"/>
              <a:gd name="csX84" fmla="*/ 8555277 w 11035873"/>
              <a:gd name="csY84" fmla="*/ 810745 h 4819074"/>
              <a:gd name="csX85" fmla="*/ 8705589 w 11035873"/>
              <a:gd name="csY85" fmla="*/ 785693 h 4819074"/>
              <a:gd name="csX86" fmla="*/ 8818324 w 11035873"/>
              <a:gd name="csY86" fmla="*/ 760641 h 4819074"/>
              <a:gd name="csX87" fmla="*/ 8931058 w 11035873"/>
              <a:gd name="csY87" fmla="*/ 723063 h 4819074"/>
              <a:gd name="csX88" fmla="*/ 8981162 w 11035873"/>
              <a:gd name="csY88" fmla="*/ 698011 h 4819074"/>
              <a:gd name="csX89" fmla="*/ 9228008 w 11035873"/>
              <a:gd name="csY89" fmla="*/ 698011 h 4819074"/>
              <a:gd name="csX90" fmla="*/ 9461911 w 11035873"/>
              <a:gd name="csY90" fmla="*/ 416509 h 4819074"/>
              <a:gd name="csX91" fmla="*/ 9955687 w 11035873"/>
              <a:gd name="csY91" fmla="*/ 129997 h 4819074"/>
              <a:gd name="csX92" fmla="*/ 10443367 w 11035873"/>
              <a:gd name="csY92" fmla="*/ 8077 h 4819074"/>
              <a:gd name="csX93" fmla="*/ 10866413 w 11035873"/>
              <a:gd name="csY93" fmla="*/ 95175 h 4819074"/>
              <a:gd name="csX94" fmla="*/ 11034679 w 11035873"/>
              <a:gd name="csY94" fmla="*/ 635965 h 4819074"/>
              <a:gd name="csX95" fmla="*/ 10784743 w 11035873"/>
              <a:gd name="csY95" fmla="*/ 1361389 h 4819074"/>
              <a:gd name="csX96" fmla="*/ 9663079 w 11035873"/>
              <a:gd name="csY96" fmla="*/ 2854908 h 4819074"/>
              <a:gd name="csX97" fmla="*/ 6103015 w 11035873"/>
              <a:gd name="csY97" fmla="*/ 4647132 h 4819074"/>
              <a:gd name="csX0" fmla="*/ 162839 w 11034679"/>
              <a:gd name="csY0" fmla="*/ 4819074 h 4819074"/>
              <a:gd name="csX1" fmla="*/ 125261 w 11034679"/>
              <a:gd name="csY1" fmla="*/ 4768969 h 4819074"/>
              <a:gd name="csX2" fmla="*/ 37579 w 11034679"/>
              <a:gd name="csY2" fmla="*/ 4618657 h 4819074"/>
              <a:gd name="csX3" fmla="*/ 62631 w 11034679"/>
              <a:gd name="csY3" fmla="*/ 4530975 h 4819074"/>
              <a:gd name="csX4" fmla="*/ 37579 w 11034679"/>
              <a:gd name="csY4" fmla="*/ 4405715 h 4819074"/>
              <a:gd name="csX5" fmla="*/ 0 w 11034679"/>
              <a:gd name="csY5" fmla="*/ 4330559 h 4819074"/>
              <a:gd name="csX6" fmla="*/ 62631 w 11034679"/>
              <a:gd name="csY6" fmla="*/ 4180246 h 4819074"/>
              <a:gd name="csX7" fmla="*/ 112735 w 11034679"/>
              <a:gd name="csY7" fmla="*/ 4067512 h 4819074"/>
              <a:gd name="csX8" fmla="*/ 175365 w 11034679"/>
              <a:gd name="csY8" fmla="*/ 3967304 h 4819074"/>
              <a:gd name="csX9" fmla="*/ 175365 w 11034679"/>
              <a:gd name="csY9" fmla="*/ 3967304 h 4819074"/>
              <a:gd name="csX10" fmla="*/ 288099 w 11034679"/>
              <a:gd name="csY10" fmla="*/ 3842043 h 4819074"/>
              <a:gd name="csX11" fmla="*/ 413359 w 11034679"/>
              <a:gd name="csY11" fmla="*/ 3791939 h 4819074"/>
              <a:gd name="csX12" fmla="*/ 413359 w 11034679"/>
              <a:gd name="csY12" fmla="*/ 3791939 h 4819074"/>
              <a:gd name="csX13" fmla="*/ 400833 w 11034679"/>
              <a:gd name="csY13" fmla="*/ 3679205 h 4819074"/>
              <a:gd name="csX14" fmla="*/ 300625 w 11034679"/>
              <a:gd name="csY14" fmla="*/ 3641627 h 4819074"/>
              <a:gd name="csX15" fmla="*/ 288099 w 11034679"/>
              <a:gd name="csY15" fmla="*/ 3604049 h 4819074"/>
              <a:gd name="csX16" fmla="*/ 338203 w 11034679"/>
              <a:gd name="csY16" fmla="*/ 3478789 h 4819074"/>
              <a:gd name="csX17" fmla="*/ 388307 w 11034679"/>
              <a:gd name="csY17" fmla="*/ 3403633 h 4819074"/>
              <a:gd name="csX18" fmla="*/ 488515 w 11034679"/>
              <a:gd name="csY18" fmla="*/ 3228268 h 4819074"/>
              <a:gd name="csX19" fmla="*/ 513568 w 11034679"/>
              <a:gd name="csY19" fmla="*/ 3153112 h 4819074"/>
              <a:gd name="csX20" fmla="*/ 626302 w 11034679"/>
              <a:gd name="csY20" fmla="*/ 3052904 h 4819074"/>
              <a:gd name="csX21" fmla="*/ 701458 w 11034679"/>
              <a:gd name="csY21" fmla="*/ 2990274 h 4819074"/>
              <a:gd name="csX22" fmla="*/ 801666 w 11034679"/>
              <a:gd name="csY22" fmla="*/ 2940169 h 4819074"/>
              <a:gd name="csX23" fmla="*/ 876822 w 11034679"/>
              <a:gd name="csY23" fmla="*/ 2890065 h 4819074"/>
              <a:gd name="csX24" fmla="*/ 989557 w 11034679"/>
              <a:gd name="csY24" fmla="*/ 2827435 h 4819074"/>
              <a:gd name="csX25" fmla="*/ 1052187 w 11034679"/>
              <a:gd name="csY25" fmla="*/ 2764805 h 4819074"/>
              <a:gd name="csX26" fmla="*/ 1152395 w 11034679"/>
              <a:gd name="csY26" fmla="*/ 2677123 h 4819074"/>
              <a:gd name="csX27" fmla="*/ 1302707 w 11034679"/>
              <a:gd name="csY27" fmla="*/ 2627019 h 4819074"/>
              <a:gd name="csX28" fmla="*/ 1427968 w 11034679"/>
              <a:gd name="csY28" fmla="*/ 2664597 h 4819074"/>
              <a:gd name="csX29" fmla="*/ 1427968 w 11034679"/>
              <a:gd name="csY29" fmla="*/ 2664597 h 4819074"/>
              <a:gd name="csX30" fmla="*/ 1365337 w 11034679"/>
              <a:gd name="csY30" fmla="*/ 2601967 h 4819074"/>
              <a:gd name="csX31" fmla="*/ 1402915 w 11034679"/>
              <a:gd name="csY31" fmla="*/ 2414076 h 4819074"/>
              <a:gd name="csX32" fmla="*/ 1528176 w 11034679"/>
              <a:gd name="csY32" fmla="*/ 2313868 h 4819074"/>
              <a:gd name="csX33" fmla="*/ 1628384 w 11034679"/>
              <a:gd name="csY33" fmla="*/ 2251238 h 4819074"/>
              <a:gd name="csX34" fmla="*/ 1653436 w 11034679"/>
              <a:gd name="csY34" fmla="*/ 2213660 h 4819074"/>
              <a:gd name="csX35" fmla="*/ 1816274 w 11034679"/>
              <a:gd name="csY35" fmla="*/ 2201134 h 4819074"/>
              <a:gd name="csX36" fmla="*/ 1966587 w 11034679"/>
              <a:gd name="csY36" fmla="*/ 2251238 h 4819074"/>
              <a:gd name="csX37" fmla="*/ 1966587 w 11034679"/>
              <a:gd name="csY37" fmla="*/ 2251238 h 4819074"/>
              <a:gd name="csX38" fmla="*/ 1966587 w 11034679"/>
              <a:gd name="csY38" fmla="*/ 2251238 h 4819074"/>
              <a:gd name="csX39" fmla="*/ 2079321 w 11034679"/>
              <a:gd name="csY39" fmla="*/ 2201134 h 4819074"/>
              <a:gd name="csX40" fmla="*/ 2229633 w 11034679"/>
              <a:gd name="csY40" fmla="*/ 2100926 h 4819074"/>
              <a:gd name="csX41" fmla="*/ 2467628 w 11034679"/>
              <a:gd name="csY41" fmla="*/ 2063348 h 4819074"/>
              <a:gd name="csX42" fmla="*/ 2642992 w 11034679"/>
              <a:gd name="csY42" fmla="*/ 2088400 h 4819074"/>
              <a:gd name="csX43" fmla="*/ 2743200 w 11034679"/>
              <a:gd name="csY43" fmla="*/ 2176082 h 4819074"/>
              <a:gd name="csX44" fmla="*/ 2868461 w 11034679"/>
              <a:gd name="csY44" fmla="*/ 2201134 h 4819074"/>
              <a:gd name="csX45" fmla="*/ 2705622 w 11034679"/>
              <a:gd name="csY45" fmla="*/ 2088400 h 4819074"/>
              <a:gd name="csX46" fmla="*/ 2793305 w 11034679"/>
              <a:gd name="csY46" fmla="*/ 1963139 h 4819074"/>
              <a:gd name="csX47" fmla="*/ 2956143 w 11034679"/>
              <a:gd name="csY47" fmla="*/ 1963139 h 4819074"/>
              <a:gd name="csX48" fmla="*/ 3156559 w 11034679"/>
              <a:gd name="csY48" fmla="*/ 1963139 h 4819074"/>
              <a:gd name="csX49" fmla="*/ 3319398 w 11034679"/>
              <a:gd name="csY49" fmla="*/ 1975665 h 4819074"/>
              <a:gd name="csX50" fmla="*/ 3670126 w 11034679"/>
              <a:gd name="csY50" fmla="*/ 1925561 h 4819074"/>
              <a:gd name="csX51" fmla="*/ 3832965 w 11034679"/>
              <a:gd name="csY51" fmla="*/ 1925561 h 4819074"/>
              <a:gd name="csX52" fmla="*/ 4096011 w 11034679"/>
              <a:gd name="csY52" fmla="*/ 1900509 h 4819074"/>
              <a:gd name="csX53" fmla="*/ 4246324 w 11034679"/>
              <a:gd name="csY53" fmla="*/ 1913035 h 4819074"/>
              <a:gd name="csX54" fmla="*/ 4421688 w 11034679"/>
              <a:gd name="csY54" fmla="*/ 2000717 h 4819074"/>
              <a:gd name="csX55" fmla="*/ 4421688 w 11034679"/>
              <a:gd name="csY55" fmla="*/ 2000717 h 4819074"/>
              <a:gd name="csX56" fmla="*/ 4359058 w 11034679"/>
              <a:gd name="csY56" fmla="*/ 1850405 h 4819074"/>
              <a:gd name="csX57" fmla="*/ 4559474 w 11034679"/>
              <a:gd name="csY57" fmla="*/ 1850405 h 4819074"/>
              <a:gd name="csX58" fmla="*/ 4747365 w 11034679"/>
              <a:gd name="csY58" fmla="*/ 1875457 h 4819074"/>
              <a:gd name="csX59" fmla="*/ 4835047 w 11034679"/>
              <a:gd name="csY59" fmla="*/ 1875457 h 4819074"/>
              <a:gd name="csX60" fmla="*/ 5022937 w 11034679"/>
              <a:gd name="csY60" fmla="*/ 1775249 h 4819074"/>
              <a:gd name="csX61" fmla="*/ 5260932 w 11034679"/>
              <a:gd name="csY61" fmla="*/ 1800301 h 4819074"/>
              <a:gd name="csX62" fmla="*/ 5411244 w 11034679"/>
              <a:gd name="csY62" fmla="*/ 1825353 h 4819074"/>
              <a:gd name="csX63" fmla="*/ 5599135 w 11034679"/>
              <a:gd name="csY63" fmla="*/ 1787775 h 4819074"/>
              <a:gd name="csX64" fmla="*/ 5736921 w 11034679"/>
              <a:gd name="csY64" fmla="*/ 1800301 h 4819074"/>
              <a:gd name="csX65" fmla="*/ 5799551 w 11034679"/>
              <a:gd name="csY65" fmla="*/ 1800301 h 4819074"/>
              <a:gd name="csX66" fmla="*/ 6137754 w 11034679"/>
              <a:gd name="csY66" fmla="*/ 1637463 h 4819074"/>
              <a:gd name="csX67" fmla="*/ 6363222 w 11034679"/>
              <a:gd name="csY67" fmla="*/ 1599885 h 4819074"/>
              <a:gd name="csX68" fmla="*/ 6551113 w 11034679"/>
              <a:gd name="csY68" fmla="*/ 1487150 h 4819074"/>
              <a:gd name="csX69" fmla="*/ 6713951 w 11034679"/>
              <a:gd name="csY69" fmla="*/ 1499676 h 4819074"/>
              <a:gd name="csX70" fmla="*/ 6851737 w 11034679"/>
              <a:gd name="csY70" fmla="*/ 1487150 h 4819074"/>
              <a:gd name="csX71" fmla="*/ 7002050 w 11034679"/>
              <a:gd name="csY71" fmla="*/ 1361890 h 4819074"/>
              <a:gd name="csX72" fmla="*/ 7214992 w 11034679"/>
              <a:gd name="csY72" fmla="*/ 1236630 h 4819074"/>
              <a:gd name="csX73" fmla="*/ 7340252 w 11034679"/>
              <a:gd name="csY73" fmla="*/ 1249156 h 4819074"/>
              <a:gd name="csX74" fmla="*/ 7440461 w 11034679"/>
              <a:gd name="csY74" fmla="*/ 1261682 h 4819074"/>
              <a:gd name="csX75" fmla="*/ 7528143 w 11034679"/>
              <a:gd name="csY75" fmla="*/ 1261682 h 4819074"/>
              <a:gd name="csX76" fmla="*/ 7741085 w 11034679"/>
              <a:gd name="csY76" fmla="*/ 1224104 h 4819074"/>
              <a:gd name="csX77" fmla="*/ 7803715 w 11034679"/>
              <a:gd name="csY77" fmla="*/ 1174000 h 4819074"/>
              <a:gd name="csX78" fmla="*/ 7941502 w 11034679"/>
              <a:gd name="csY78" fmla="*/ 1186526 h 4819074"/>
              <a:gd name="csX79" fmla="*/ 7941502 w 11034679"/>
              <a:gd name="csY79" fmla="*/ 1186526 h 4819074"/>
              <a:gd name="csX80" fmla="*/ 8079288 w 11034679"/>
              <a:gd name="csY80" fmla="*/ 1136422 h 4819074"/>
              <a:gd name="csX81" fmla="*/ 8267179 w 11034679"/>
              <a:gd name="csY81" fmla="*/ 1048739 h 4819074"/>
              <a:gd name="csX82" fmla="*/ 8442543 w 11034679"/>
              <a:gd name="csY82" fmla="*/ 948531 h 4819074"/>
              <a:gd name="csX83" fmla="*/ 8517699 w 11034679"/>
              <a:gd name="csY83" fmla="*/ 860849 h 4819074"/>
              <a:gd name="csX84" fmla="*/ 8555277 w 11034679"/>
              <a:gd name="csY84" fmla="*/ 810745 h 4819074"/>
              <a:gd name="csX85" fmla="*/ 8705589 w 11034679"/>
              <a:gd name="csY85" fmla="*/ 785693 h 4819074"/>
              <a:gd name="csX86" fmla="*/ 8818324 w 11034679"/>
              <a:gd name="csY86" fmla="*/ 760641 h 4819074"/>
              <a:gd name="csX87" fmla="*/ 8931058 w 11034679"/>
              <a:gd name="csY87" fmla="*/ 723063 h 4819074"/>
              <a:gd name="csX88" fmla="*/ 8981162 w 11034679"/>
              <a:gd name="csY88" fmla="*/ 698011 h 4819074"/>
              <a:gd name="csX89" fmla="*/ 9228008 w 11034679"/>
              <a:gd name="csY89" fmla="*/ 698011 h 4819074"/>
              <a:gd name="csX90" fmla="*/ 9461911 w 11034679"/>
              <a:gd name="csY90" fmla="*/ 416509 h 4819074"/>
              <a:gd name="csX91" fmla="*/ 9955687 w 11034679"/>
              <a:gd name="csY91" fmla="*/ 129997 h 4819074"/>
              <a:gd name="csX92" fmla="*/ 10443367 w 11034679"/>
              <a:gd name="csY92" fmla="*/ 8077 h 4819074"/>
              <a:gd name="csX93" fmla="*/ 10866413 w 11034679"/>
              <a:gd name="csY93" fmla="*/ 95175 h 4819074"/>
              <a:gd name="csX94" fmla="*/ 11034679 w 11034679"/>
              <a:gd name="csY94" fmla="*/ 635965 h 4819074"/>
              <a:gd name="csX95" fmla="*/ 10784743 w 11034679"/>
              <a:gd name="csY95" fmla="*/ 1361389 h 4819074"/>
              <a:gd name="csX96" fmla="*/ 9663079 w 11034679"/>
              <a:gd name="csY96" fmla="*/ 2854908 h 4819074"/>
              <a:gd name="csX97" fmla="*/ 6103015 w 11034679"/>
              <a:gd name="csY97" fmla="*/ 4647132 h 4819074"/>
              <a:gd name="csX0" fmla="*/ 162839 w 11044051"/>
              <a:gd name="csY0" fmla="*/ 4812988 h 4812988"/>
              <a:gd name="csX1" fmla="*/ 125261 w 11044051"/>
              <a:gd name="csY1" fmla="*/ 4762883 h 4812988"/>
              <a:gd name="csX2" fmla="*/ 37579 w 11044051"/>
              <a:gd name="csY2" fmla="*/ 4612571 h 4812988"/>
              <a:gd name="csX3" fmla="*/ 62631 w 11044051"/>
              <a:gd name="csY3" fmla="*/ 4524889 h 4812988"/>
              <a:gd name="csX4" fmla="*/ 37579 w 11044051"/>
              <a:gd name="csY4" fmla="*/ 4399629 h 4812988"/>
              <a:gd name="csX5" fmla="*/ 0 w 11044051"/>
              <a:gd name="csY5" fmla="*/ 4324473 h 4812988"/>
              <a:gd name="csX6" fmla="*/ 62631 w 11044051"/>
              <a:gd name="csY6" fmla="*/ 4174160 h 4812988"/>
              <a:gd name="csX7" fmla="*/ 112735 w 11044051"/>
              <a:gd name="csY7" fmla="*/ 4061426 h 4812988"/>
              <a:gd name="csX8" fmla="*/ 175365 w 11044051"/>
              <a:gd name="csY8" fmla="*/ 3961218 h 4812988"/>
              <a:gd name="csX9" fmla="*/ 175365 w 11044051"/>
              <a:gd name="csY9" fmla="*/ 3961218 h 4812988"/>
              <a:gd name="csX10" fmla="*/ 288099 w 11044051"/>
              <a:gd name="csY10" fmla="*/ 3835957 h 4812988"/>
              <a:gd name="csX11" fmla="*/ 413359 w 11044051"/>
              <a:gd name="csY11" fmla="*/ 3785853 h 4812988"/>
              <a:gd name="csX12" fmla="*/ 413359 w 11044051"/>
              <a:gd name="csY12" fmla="*/ 3785853 h 4812988"/>
              <a:gd name="csX13" fmla="*/ 400833 w 11044051"/>
              <a:gd name="csY13" fmla="*/ 3673119 h 4812988"/>
              <a:gd name="csX14" fmla="*/ 300625 w 11044051"/>
              <a:gd name="csY14" fmla="*/ 3635541 h 4812988"/>
              <a:gd name="csX15" fmla="*/ 288099 w 11044051"/>
              <a:gd name="csY15" fmla="*/ 3597963 h 4812988"/>
              <a:gd name="csX16" fmla="*/ 338203 w 11044051"/>
              <a:gd name="csY16" fmla="*/ 3472703 h 4812988"/>
              <a:gd name="csX17" fmla="*/ 388307 w 11044051"/>
              <a:gd name="csY17" fmla="*/ 3397547 h 4812988"/>
              <a:gd name="csX18" fmla="*/ 488515 w 11044051"/>
              <a:gd name="csY18" fmla="*/ 3222182 h 4812988"/>
              <a:gd name="csX19" fmla="*/ 513568 w 11044051"/>
              <a:gd name="csY19" fmla="*/ 3147026 h 4812988"/>
              <a:gd name="csX20" fmla="*/ 626302 w 11044051"/>
              <a:gd name="csY20" fmla="*/ 3046818 h 4812988"/>
              <a:gd name="csX21" fmla="*/ 701458 w 11044051"/>
              <a:gd name="csY21" fmla="*/ 2984188 h 4812988"/>
              <a:gd name="csX22" fmla="*/ 801666 w 11044051"/>
              <a:gd name="csY22" fmla="*/ 2934083 h 4812988"/>
              <a:gd name="csX23" fmla="*/ 876822 w 11044051"/>
              <a:gd name="csY23" fmla="*/ 2883979 h 4812988"/>
              <a:gd name="csX24" fmla="*/ 989557 w 11044051"/>
              <a:gd name="csY24" fmla="*/ 2821349 h 4812988"/>
              <a:gd name="csX25" fmla="*/ 1052187 w 11044051"/>
              <a:gd name="csY25" fmla="*/ 2758719 h 4812988"/>
              <a:gd name="csX26" fmla="*/ 1152395 w 11044051"/>
              <a:gd name="csY26" fmla="*/ 2671037 h 4812988"/>
              <a:gd name="csX27" fmla="*/ 1302707 w 11044051"/>
              <a:gd name="csY27" fmla="*/ 2620933 h 4812988"/>
              <a:gd name="csX28" fmla="*/ 1427968 w 11044051"/>
              <a:gd name="csY28" fmla="*/ 2658511 h 4812988"/>
              <a:gd name="csX29" fmla="*/ 1427968 w 11044051"/>
              <a:gd name="csY29" fmla="*/ 2658511 h 4812988"/>
              <a:gd name="csX30" fmla="*/ 1365337 w 11044051"/>
              <a:gd name="csY30" fmla="*/ 2595881 h 4812988"/>
              <a:gd name="csX31" fmla="*/ 1402915 w 11044051"/>
              <a:gd name="csY31" fmla="*/ 2407990 h 4812988"/>
              <a:gd name="csX32" fmla="*/ 1528176 w 11044051"/>
              <a:gd name="csY32" fmla="*/ 2307782 h 4812988"/>
              <a:gd name="csX33" fmla="*/ 1628384 w 11044051"/>
              <a:gd name="csY33" fmla="*/ 2245152 h 4812988"/>
              <a:gd name="csX34" fmla="*/ 1653436 w 11044051"/>
              <a:gd name="csY34" fmla="*/ 2207574 h 4812988"/>
              <a:gd name="csX35" fmla="*/ 1816274 w 11044051"/>
              <a:gd name="csY35" fmla="*/ 2195048 h 4812988"/>
              <a:gd name="csX36" fmla="*/ 1966587 w 11044051"/>
              <a:gd name="csY36" fmla="*/ 2245152 h 4812988"/>
              <a:gd name="csX37" fmla="*/ 1966587 w 11044051"/>
              <a:gd name="csY37" fmla="*/ 2245152 h 4812988"/>
              <a:gd name="csX38" fmla="*/ 1966587 w 11044051"/>
              <a:gd name="csY38" fmla="*/ 2245152 h 4812988"/>
              <a:gd name="csX39" fmla="*/ 2079321 w 11044051"/>
              <a:gd name="csY39" fmla="*/ 2195048 h 4812988"/>
              <a:gd name="csX40" fmla="*/ 2229633 w 11044051"/>
              <a:gd name="csY40" fmla="*/ 2094840 h 4812988"/>
              <a:gd name="csX41" fmla="*/ 2467628 w 11044051"/>
              <a:gd name="csY41" fmla="*/ 2057262 h 4812988"/>
              <a:gd name="csX42" fmla="*/ 2642992 w 11044051"/>
              <a:gd name="csY42" fmla="*/ 2082314 h 4812988"/>
              <a:gd name="csX43" fmla="*/ 2743200 w 11044051"/>
              <a:gd name="csY43" fmla="*/ 2169996 h 4812988"/>
              <a:gd name="csX44" fmla="*/ 2868461 w 11044051"/>
              <a:gd name="csY44" fmla="*/ 2195048 h 4812988"/>
              <a:gd name="csX45" fmla="*/ 2705622 w 11044051"/>
              <a:gd name="csY45" fmla="*/ 2082314 h 4812988"/>
              <a:gd name="csX46" fmla="*/ 2793305 w 11044051"/>
              <a:gd name="csY46" fmla="*/ 1957053 h 4812988"/>
              <a:gd name="csX47" fmla="*/ 2956143 w 11044051"/>
              <a:gd name="csY47" fmla="*/ 1957053 h 4812988"/>
              <a:gd name="csX48" fmla="*/ 3156559 w 11044051"/>
              <a:gd name="csY48" fmla="*/ 1957053 h 4812988"/>
              <a:gd name="csX49" fmla="*/ 3319398 w 11044051"/>
              <a:gd name="csY49" fmla="*/ 1969579 h 4812988"/>
              <a:gd name="csX50" fmla="*/ 3670126 w 11044051"/>
              <a:gd name="csY50" fmla="*/ 1919475 h 4812988"/>
              <a:gd name="csX51" fmla="*/ 3832965 w 11044051"/>
              <a:gd name="csY51" fmla="*/ 1919475 h 4812988"/>
              <a:gd name="csX52" fmla="*/ 4096011 w 11044051"/>
              <a:gd name="csY52" fmla="*/ 1894423 h 4812988"/>
              <a:gd name="csX53" fmla="*/ 4246324 w 11044051"/>
              <a:gd name="csY53" fmla="*/ 1906949 h 4812988"/>
              <a:gd name="csX54" fmla="*/ 4421688 w 11044051"/>
              <a:gd name="csY54" fmla="*/ 1994631 h 4812988"/>
              <a:gd name="csX55" fmla="*/ 4421688 w 11044051"/>
              <a:gd name="csY55" fmla="*/ 1994631 h 4812988"/>
              <a:gd name="csX56" fmla="*/ 4359058 w 11044051"/>
              <a:gd name="csY56" fmla="*/ 1844319 h 4812988"/>
              <a:gd name="csX57" fmla="*/ 4559474 w 11044051"/>
              <a:gd name="csY57" fmla="*/ 1844319 h 4812988"/>
              <a:gd name="csX58" fmla="*/ 4747365 w 11044051"/>
              <a:gd name="csY58" fmla="*/ 1869371 h 4812988"/>
              <a:gd name="csX59" fmla="*/ 4835047 w 11044051"/>
              <a:gd name="csY59" fmla="*/ 1869371 h 4812988"/>
              <a:gd name="csX60" fmla="*/ 5022937 w 11044051"/>
              <a:gd name="csY60" fmla="*/ 1769163 h 4812988"/>
              <a:gd name="csX61" fmla="*/ 5260932 w 11044051"/>
              <a:gd name="csY61" fmla="*/ 1794215 h 4812988"/>
              <a:gd name="csX62" fmla="*/ 5411244 w 11044051"/>
              <a:gd name="csY62" fmla="*/ 1819267 h 4812988"/>
              <a:gd name="csX63" fmla="*/ 5599135 w 11044051"/>
              <a:gd name="csY63" fmla="*/ 1781689 h 4812988"/>
              <a:gd name="csX64" fmla="*/ 5736921 w 11044051"/>
              <a:gd name="csY64" fmla="*/ 1794215 h 4812988"/>
              <a:gd name="csX65" fmla="*/ 5799551 w 11044051"/>
              <a:gd name="csY65" fmla="*/ 1794215 h 4812988"/>
              <a:gd name="csX66" fmla="*/ 6137754 w 11044051"/>
              <a:gd name="csY66" fmla="*/ 1631377 h 4812988"/>
              <a:gd name="csX67" fmla="*/ 6363222 w 11044051"/>
              <a:gd name="csY67" fmla="*/ 1593799 h 4812988"/>
              <a:gd name="csX68" fmla="*/ 6551113 w 11044051"/>
              <a:gd name="csY68" fmla="*/ 1481064 h 4812988"/>
              <a:gd name="csX69" fmla="*/ 6713951 w 11044051"/>
              <a:gd name="csY69" fmla="*/ 1493590 h 4812988"/>
              <a:gd name="csX70" fmla="*/ 6851737 w 11044051"/>
              <a:gd name="csY70" fmla="*/ 1481064 h 4812988"/>
              <a:gd name="csX71" fmla="*/ 7002050 w 11044051"/>
              <a:gd name="csY71" fmla="*/ 1355804 h 4812988"/>
              <a:gd name="csX72" fmla="*/ 7214992 w 11044051"/>
              <a:gd name="csY72" fmla="*/ 1230544 h 4812988"/>
              <a:gd name="csX73" fmla="*/ 7340252 w 11044051"/>
              <a:gd name="csY73" fmla="*/ 1243070 h 4812988"/>
              <a:gd name="csX74" fmla="*/ 7440461 w 11044051"/>
              <a:gd name="csY74" fmla="*/ 1255596 h 4812988"/>
              <a:gd name="csX75" fmla="*/ 7528143 w 11044051"/>
              <a:gd name="csY75" fmla="*/ 1255596 h 4812988"/>
              <a:gd name="csX76" fmla="*/ 7741085 w 11044051"/>
              <a:gd name="csY76" fmla="*/ 1218018 h 4812988"/>
              <a:gd name="csX77" fmla="*/ 7803715 w 11044051"/>
              <a:gd name="csY77" fmla="*/ 1167914 h 4812988"/>
              <a:gd name="csX78" fmla="*/ 7941502 w 11044051"/>
              <a:gd name="csY78" fmla="*/ 1180440 h 4812988"/>
              <a:gd name="csX79" fmla="*/ 7941502 w 11044051"/>
              <a:gd name="csY79" fmla="*/ 1180440 h 4812988"/>
              <a:gd name="csX80" fmla="*/ 8079288 w 11044051"/>
              <a:gd name="csY80" fmla="*/ 1130336 h 4812988"/>
              <a:gd name="csX81" fmla="*/ 8267179 w 11044051"/>
              <a:gd name="csY81" fmla="*/ 1042653 h 4812988"/>
              <a:gd name="csX82" fmla="*/ 8442543 w 11044051"/>
              <a:gd name="csY82" fmla="*/ 942445 h 4812988"/>
              <a:gd name="csX83" fmla="*/ 8517699 w 11044051"/>
              <a:gd name="csY83" fmla="*/ 854763 h 4812988"/>
              <a:gd name="csX84" fmla="*/ 8555277 w 11044051"/>
              <a:gd name="csY84" fmla="*/ 804659 h 4812988"/>
              <a:gd name="csX85" fmla="*/ 8705589 w 11044051"/>
              <a:gd name="csY85" fmla="*/ 779607 h 4812988"/>
              <a:gd name="csX86" fmla="*/ 8818324 w 11044051"/>
              <a:gd name="csY86" fmla="*/ 754555 h 4812988"/>
              <a:gd name="csX87" fmla="*/ 8931058 w 11044051"/>
              <a:gd name="csY87" fmla="*/ 716977 h 4812988"/>
              <a:gd name="csX88" fmla="*/ 8981162 w 11044051"/>
              <a:gd name="csY88" fmla="*/ 691925 h 4812988"/>
              <a:gd name="csX89" fmla="*/ 9228008 w 11044051"/>
              <a:gd name="csY89" fmla="*/ 691925 h 4812988"/>
              <a:gd name="csX90" fmla="*/ 9461911 w 11044051"/>
              <a:gd name="csY90" fmla="*/ 410423 h 4812988"/>
              <a:gd name="csX91" fmla="*/ 9955687 w 11044051"/>
              <a:gd name="csY91" fmla="*/ 123911 h 4812988"/>
              <a:gd name="csX92" fmla="*/ 10443367 w 11044051"/>
              <a:gd name="csY92" fmla="*/ 1991 h 4812988"/>
              <a:gd name="csX93" fmla="*/ 10866413 w 11044051"/>
              <a:gd name="csY93" fmla="*/ 89089 h 4812988"/>
              <a:gd name="csX94" fmla="*/ 10998103 w 11044051"/>
              <a:gd name="csY94" fmla="*/ 251926 h 4812988"/>
              <a:gd name="csX95" fmla="*/ 11034679 w 11044051"/>
              <a:gd name="csY95" fmla="*/ 629879 h 4812988"/>
              <a:gd name="csX96" fmla="*/ 10784743 w 11044051"/>
              <a:gd name="csY96" fmla="*/ 1355303 h 4812988"/>
              <a:gd name="csX97" fmla="*/ 9663079 w 11044051"/>
              <a:gd name="csY97" fmla="*/ 2848822 h 4812988"/>
              <a:gd name="csX98" fmla="*/ 6103015 w 11044051"/>
              <a:gd name="csY98" fmla="*/ 4641046 h 4812988"/>
              <a:gd name="csX0" fmla="*/ 162839 w 11034751"/>
              <a:gd name="csY0" fmla="*/ 4812988 h 4812988"/>
              <a:gd name="csX1" fmla="*/ 125261 w 11034751"/>
              <a:gd name="csY1" fmla="*/ 4762883 h 4812988"/>
              <a:gd name="csX2" fmla="*/ 37579 w 11034751"/>
              <a:gd name="csY2" fmla="*/ 4612571 h 4812988"/>
              <a:gd name="csX3" fmla="*/ 62631 w 11034751"/>
              <a:gd name="csY3" fmla="*/ 4524889 h 4812988"/>
              <a:gd name="csX4" fmla="*/ 37579 w 11034751"/>
              <a:gd name="csY4" fmla="*/ 4399629 h 4812988"/>
              <a:gd name="csX5" fmla="*/ 0 w 11034751"/>
              <a:gd name="csY5" fmla="*/ 4324473 h 4812988"/>
              <a:gd name="csX6" fmla="*/ 62631 w 11034751"/>
              <a:gd name="csY6" fmla="*/ 4174160 h 4812988"/>
              <a:gd name="csX7" fmla="*/ 112735 w 11034751"/>
              <a:gd name="csY7" fmla="*/ 4061426 h 4812988"/>
              <a:gd name="csX8" fmla="*/ 175365 w 11034751"/>
              <a:gd name="csY8" fmla="*/ 3961218 h 4812988"/>
              <a:gd name="csX9" fmla="*/ 175365 w 11034751"/>
              <a:gd name="csY9" fmla="*/ 3961218 h 4812988"/>
              <a:gd name="csX10" fmla="*/ 288099 w 11034751"/>
              <a:gd name="csY10" fmla="*/ 3835957 h 4812988"/>
              <a:gd name="csX11" fmla="*/ 413359 w 11034751"/>
              <a:gd name="csY11" fmla="*/ 3785853 h 4812988"/>
              <a:gd name="csX12" fmla="*/ 413359 w 11034751"/>
              <a:gd name="csY12" fmla="*/ 3785853 h 4812988"/>
              <a:gd name="csX13" fmla="*/ 400833 w 11034751"/>
              <a:gd name="csY13" fmla="*/ 3673119 h 4812988"/>
              <a:gd name="csX14" fmla="*/ 300625 w 11034751"/>
              <a:gd name="csY14" fmla="*/ 3635541 h 4812988"/>
              <a:gd name="csX15" fmla="*/ 288099 w 11034751"/>
              <a:gd name="csY15" fmla="*/ 3597963 h 4812988"/>
              <a:gd name="csX16" fmla="*/ 338203 w 11034751"/>
              <a:gd name="csY16" fmla="*/ 3472703 h 4812988"/>
              <a:gd name="csX17" fmla="*/ 388307 w 11034751"/>
              <a:gd name="csY17" fmla="*/ 3397547 h 4812988"/>
              <a:gd name="csX18" fmla="*/ 488515 w 11034751"/>
              <a:gd name="csY18" fmla="*/ 3222182 h 4812988"/>
              <a:gd name="csX19" fmla="*/ 513568 w 11034751"/>
              <a:gd name="csY19" fmla="*/ 3147026 h 4812988"/>
              <a:gd name="csX20" fmla="*/ 626302 w 11034751"/>
              <a:gd name="csY20" fmla="*/ 3046818 h 4812988"/>
              <a:gd name="csX21" fmla="*/ 701458 w 11034751"/>
              <a:gd name="csY21" fmla="*/ 2984188 h 4812988"/>
              <a:gd name="csX22" fmla="*/ 801666 w 11034751"/>
              <a:gd name="csY22" fmla="*/ 2934083 h 4812988"/>
              <a:gd name="csX23" fmla="*/ 876822 w 11034751"/>
              <a:gd name="csY23" fmla="*/ 2883979 h 4812988"/>
              <a:gd name="csX24" fmla="*/ 989557 w 11034751"/>
              <a:gd name="csY24" fmla="*/ 2821349 h 4812988"/>
              <a:gd name="csX25" fmla="*/ 1052187 w 11034751"/>
              <a:gd name="csY25" fmla="*/ 2758719 h 4812988"/>
              <a:gd name="csX26" fmla="*/ 1152395 w 11034751"/>
              <a:gd name="csY26" fmla="*/ 2671037 h 4812988"/>
              <a:gd name="csX27" fmla="*/ 1302707 w 11034751"/>
              <a:gd name="csY27" fmla="*/ 2620933 h 4812988"/>
              <a:gd name="csX28" fmla="*/ 1427968 w 11034751"/>
              <a:gd name="csY28" fmla="*/ 2658511 h 4812988"/>
              <a:gd name="csX29" fmla="*/ 1427968 w 11034751"/>
              <a:gd name="csY29" fmla="*/ 2658511 h 4812988"/>
              <a:gd name="csX30" fmla="*/ 1365337 w 11034751"/>
              <a:gd name="csY30" fmla="*/ 2595881 h 4812988"/>
              <a:gd name="csX31" fmla="*/ 1402915 w 11034751"/>
              <a:gd name="csY31" fmla="*/ 2407990 h 4812988"/>
              <a:gd name="csX32" fmla="*/ 1528176 w 11034751"/>
              <a:gd name="csY32" fmla="*/ 2307782 h 4812988"/>
              <a:gd name="csX33" fmla="*/ 1628384 w 11034751"/>
              <a:gd name="csY33" fmla="*/ 2245152 h 4812988"/>
              <a:gd name="csX34" fmla="*/ 1653436 w 11034751"/>
              <a:gd name="csY34" fmla="*/ 2207574 h 4812988"/>
              <a:gd name="csX35" fmla="*/ 1816274 w 11034751"/>
              <a:gd name="csY35" fmla="*/ 2195048 h 4812988"/>
              <a:gd name="csX36" fmla="*/ 1966587 w 11034751"/>
              <a:gd name="csY36" fmla="*/ 2245152 h 4812988"/>
              <a:gd name="csX37" fmla="*/ 1966587 w 11034751"/>
              <a:gd name="csY37" fmla="*/ 2245152 h 4812988"/>
              <a:gd name="csX38" fmla="*/ 1966587 w 11034751"/>
              <a:gd name="csY38" fmla="*/ 2245152 h 4812988"/>
              <a:gd name="csX39" fmla="*/ 2079321 w 11034751"/>
              <a:gd name="csY39" fmla="*/ 2195048 h 4812988"/>
              <a:gd name="csX40" fmla="*/ 2229633 w 11034751"/>
              <a:gd name="csY40" fmla="*/ 2094840 h 4812988"/>
              <a:gd name="csX41" fmla="*/ 2467628 w 11034751"/>
              <a:gd name="csY41" fmla="*/ 2057262 h 4812988"/>
              <a:gd name="csX42" fmla="*/ 2642992 w 11034751"/>
              <a:gd name="csY42" fmla="*/ 2082314 h 4812988"/>
              <a:gd name="csX43" fmla="*/ 2743200 w 11034751"/>
              <a:gd name="csY43" fmla="*/ 2169996 h 4812988"/>
              <a:gd name="csX44" fmla="*/ 2868461 w 11034751"/>
              <a:gd name="csY44" fmla="*/ 2195048 h 4812988"/>
              <a:gd name="csX45" fmla="*/ 2705622 w 11034751"/>
              <a:gd name="csY45" fmla="*/ 2082314 h 4812988"/>
              <a:gd name="csX46" fmla="*/ 2793305 w 11034751"/>
              <a:gd name="csY46" fmla="*/ 1957053 h 4812988"/>
              <a:gd name="csX47" fmla="*/ 2956143 w 11034751"/>
              <a:gd name="csY47" fmla="*/ 1957053 h 4812988"/>
              <a:gd name="csX48" fmla="*/ 3156559 w 11034751"/>
              <a:gd name="csY48" fmla="*/ 1957053 h 4812988"/>
              <a:gd name="csX49" fmla="*/ 3319398 w 11034751"/>
              <a:gd name="csY49" fmla="*/ 1969579 h 4812988"/>
              <a:gd name="csX50" fmla="*/ 3670126 w 11034751"/>
              <a:gd name="csY50" fmla="*/ 1919475 h 4812988"/>
              <a:gd name="csX51" fmla="*/ 3832965 w 11034751"/>
              <a:gd name="csY51" fmla="*/ 1919475 h 4812988"/>
              <a:gd name="csX52" fmla="*/ 4096011 w 11034751"/>
              <a:gd name="csY52" fmla="*/ 1894423 h 4812988"/>
              <a:gd name="csX53" fmla="*/ 4246324 w 11034751"/>
              <a:gd name="csY53" fmla="*/ 1906949 h 4812988"/>
              <a:gd name="csX54" fmla="*/ 4421688 w 11034751"/>
              <a:gd name="csY54" fmla="*/ 1994631 h 4812988"/>
              <a:gd name="csX55" fmla="*/ 4421688 w 11034751"/>
              <a:gd name="csY55" fmla="*/ 1994631 h 4812988"/>
              <a:gd name="csX56" fmla="*/ 4359058 w 11034751"/>
              <a:gd name="csY56" fmla="*/ 1844319 h 4812988"/>
              <a:gd name="csX57" fmla="*/ 4559474 w 11034751"/>
              <a:gd name="csY57" fmla="*/ 1844319 h 4812988"/>
              <a:gd name="csX58" fmla="*/ 4747365 w 11034751"/>
              <a:gd name="csY58" fmla="*/ 1869371 h 4812988"/>
              <a:gd name="csX59" fmla="*/ 4835047 w 11034751"/>
              <a:gd name="csY59" fmla="*/ 1869371 h 4812988"/>
              <a:gd name="csX60" fmla="*/ 5022937 w 11034751"/>
              <a:gd name="csY60" fmla="*/ 1769163 h 4812988"/>
              <a:gd name="csX61" fmla="*/ 5260932 w 11034751"/>
              <a:gd name="csY61" fmla="*/ 1794215 h 4812988"/>
              <a:gd name="csX62" fmla="*/ 5411244 w 11034751"/>
              <a:gd name="csY62" fmla="*/ 1819267 h 4812988"/>
              <a:gd name="csX63" fmla="*/ 5599135 w 11034751"/>
              <a:gd name="csY63" fmla="*/ 1781689 h 4812988"/>
              <a:gd name="csX64" fmla="*/ 5736921 w 11034751"/>
              <a:gd name="csY64" fmla="*/ 1794215 h 4812988"/>
              <a:gd name="csX65" fmla="*/ 5799551 w 11034751"/>
              <a:gd name="csY65" fmla="*/ 1794215 h 4812988"/>
              <a:gd name="csX66" fmla="*/ 6137754 w 11034751"/>
              <a:gd name="csY66" fmla="*/ 1631377 h 4812988"/>
              <a:gd name="csX67" fmla="*/ 6363222 w 11034751"/>
              <a:gd name="csY67" fmla="*/ 1593799 h 4812988"/>
              <a:gd name="csX68" fmla="*/ 6551113 w 11034751"/>
              <a:gd name="csY68" fmla="*/ 1481064 h 4812988"/>
              <a:gd name="csX69" fmla="*/ 6713951 w 11034751"/>
              <a:gd name="csY69" fmla="*/ 1493590 h 4812988"/>
              <a:gd name="csX70" fmla="*/ 6851737 w 11034751"/>
              <a:gd name="csY70" fmla="*/ 1481064 h 4812988"/>
              <a:gd name="csX71" fmla="*/ 7002050 w 11034751"/>
              <a:gd name="csY71" fmla="*/ 1355804 h 4812988"/>
              <a:gd name="csX72" fmla="*/ 7214992 w 11034751"/>
              <a:gd name="csY72" fmla="*/ 1230544 h 4812988"/>
              <a:gd name="csX73" fmla="*/ 7340252 w 11034751"/>
              <a:gd name="csY73" fmla="*/ 1243070 h 4812988"/>
              <a:gd name="csX74" fmla="*/ 7440461 w 11034751"/>
              <a:gd name="csY74" fmla="*/ 1255596 h 4812988"/>
              <a:gd name="csX75" fmla="*/ 7528143 w 11034751"/>
              <a:gd name="csY75" fmla="*/ 1255596 h 4812988"/>
              <a:gd name="csX76" fmla="*/ 7741085 w 11034751"/>
              <a:gd name="csY76" fmla="*/ 1218018 h 4812988"/>
              <a:gd name="csX77" fmla="*/ 7803715 w 11034751"/>
              <a:gd name="csY77" fmla="*/ 1167914 h 4812988"/>
              <a:gd name="csX78" fmla="*/ 7941502 w 11034751"/>
              <a:gd name="csY78" fmla="*/ 1180440 h 4812988"/>
              <a:gd name="csX79" fmla="*/ 7941502 w 11034751"/>
              <a:gd name="csY79" fmla="*/ 1180440 h 4812988"/>
              <a:gd name="csX80" fmla="*/ 8079288 w 11034751"/>
              <a:gd name="csY80" fmla="*/ 1130336 h 4812988"/>
              <a:gd name="csX81" fmla="*/ 8267179 w 11034751"/>
              <a:gd name="csY81" fmla="*/ 1042653 h 4812988"/>
              <a:gd name="csX82" fmla="*/ 8442543 w 11034751"/>
              <a:gd name="csY82" fmla="*/ 942445 h 4812988"/>
              <a:gd name="csX83" fmla="*/ 8517699 w 11034751"/>
              <a:gd name="csY83" fmla="*/ 854763 h 4812988"/>
              <a:gd name="csX84" fmla="*/ 8555277 w 11034751"/>
              <a:gd name="csY84" fmla="*/ 804659 h 4812988"/>
              <a:gd name="csX85" fmla="*/ 8705589 w 11034751"/>
              <a:gd name="csY85" fmla="*/ 779607 h 4812988"/>
              <a:gd name="csX86" fmla="*/ 8818324 w 11034751"/>
              <a:gd name="csY86" fmla="*/ 754555 h 4812988"/>
              <a:gd name="csX87" fmla="*/ 8931058 w 11034751"/>
              <a:gd name="csY87" fmla="*/ 716977 h 4812988"/>
              <a:gd name="csX88" fmla="*/ 8981162 w 11034751"/>
              <a:gd name="csY88" fmla="*/ 691925 h 4812988"/>
              <a:gd name="csX89" fmla="*/ 9228008 w 11034751"/>
              <a:gd name="csY89" fmla="*/ 691925 h 4812988"/>
              <a:gd name="csX90" fmla="*/ 9461911 w 11034751"/>
              <a:gd name="csY90" fmla="*/ 410423 h 4812988"/>
              <a:gd name="csX91" fmla="*/ 9955687 w 11034751"/>
              <a:gd name="csY91" fmla="*/ 123911 h 4812988"/>
              <a:gd name="csX92" fmla="*/ 10443367 w 11034751"/>
              <a:gd name="csY92" fmla="*/ 1991 h 4812988"/>
              <a:gd name="csX93" fmla="*/ 10866413 w 11034751"/>
              <a:gd name="csY93" fmla="*/ 89089 h 4812988"/>
              <a:gd name="csX94" fmla="*/ 10998103 w 11034751"/>
              <a:gd name="csY94" fmla="*/ 251926 h 4812988"/>
              <a:gd name="csX95" fmla="*/ 11034679 w 11034751"/>
              <a:gd name="csY95" fmla="*/ 629879 h 4812988"/>
              <a:gd name="csX96" fmla="*/ 10924951 w 11034751"/>
              <a:gd name="csY96" fmla="*/ 898102 h 4812988"/>
              <a:gd name="csX97" fmla="*/ 10784743 w 11034751"/>
              <a:gd name="csY97" fmla="*/ 1355303 h 4812988"/>
              <a:gd name="csX98" fmla="*/ 9663079 w 11034751"/>
              <a:gd name="csY98" fmla="*/ 2848822 h 4812988"/>
              <a:gd name="csX99" fmla="*/ 6103015 w 11034751"/>
              <a:gd name="csY99" fmla="*/ 4641046 h 4812988"/>
              <a:gd name="csX0" fmla="*/ 162839 w 11034751"/>
              <a:gd name="csY0" fmla="*/ 4812988 h 4812988"/>
              <a:gd name="csX1" fmla="*/ 125261 w 11034751"/>
              <a:gd name="csY1" fmla="*/ 4762883 h 4812988"/>
              <a:gd name="csX2" fmla="*/ 37579 w 11034751"/>
              <a:gd name="csY2" fmla="*/ 4612571 h 4812988"/>
              <a:gd name="csX3" fmla="*/ 62631 w 11034751"/>
              <a:gd name="csY3" fmla="*/ 4524889 h 4812988"/>
              <a:gd name="csX4" fmla="*/ 37579 w 11034751"/>
              <a:gd name="csY4" fmla="*/ 4399629 h 4812988"/>
              <a:gd name="csX5" fmla="*/ 0 w 11034751"/>
              <a:gd name="csY5" fmla="*/ 4324473 h 4812988"/>
              <a:gd name="csX6" fmla="*/ 62631 w 11034751"/>
              <a:gd name="csY6" fmla="*/ 4174160 h 4812988"/>
              <a:gd name="csX7" fmla="*/ 112735 w 11034751"/>
              <a:gd name="csY7" fmla="*/ 4061426 h 4812988"/>
              <a:gd name="csX8" fmla="*/ 175365 w 11034751"/>
              <a:gd name="csY8" fmla="*/ 3961218 h 4812988"/>
              <a:gd name="csX9" fmla="*/ 175365 w 11034751"/>
              <a:gd name="csY9" fmla="*/ 3961218 h 4812988"/>
              <a:gd name="csX10" fmla="*/ 288099 w 11034751"/>
              <a:gd name="csY10" fmla="*/ 3835957 h 4812988"/>
              <a:gd name="csX11" fmla="*/ 413359 w 11034751"/>
              <a:gd name="csY11" fmla="*/ 3785853 h 4812988"/>
              <a:gd name="csX12" fmla="*/ 413359 w 11034751"/>
              <a:gd name="csY12" fmla="*/ 3785853 h 4812988"/>
              <a:gd name="csX13" fmla="*/ 400833 w 11034751"/>
              <a:gd name="csY13" fmla="*/ 3673119 h 4812988"/>
              <a:gd name="csX14" fmla="*/ 300625 w 11034751"/>
              <a:gd name="csY14" fmla="*/ 3635541 h 4812988"/>
              <a:gd name="csX15" fmla="*/ 288099 w 11034751"/>
              <a:gd name="csY15" fmla="*/ 3597963 h 4812988"/>
              <a:gd name="csX16" fmla="*/ 338203 w 11034751"/>
              <a:gd name="csY16" fmla="*/ 3472703 h 4812988"/>
              <a:gd name="csX17" fmla="*/ 388307 w 11034751"/>
              <a:gd name="csY17" fmla="*/ 3397547 h 4812988"/>
              <a:gd name="csX18" fmla="*/ 488515 w 11034751"/>
              <a:gd name="csY18" fmla="*/ 3222182 h 4812988"/>
              <a:gd name="csX19" fmla="*/ 513568 w 11034751"/>
              <a:gd name="csY19" fmla="*/ 3147026 h 4812988"/>
              <a:gd name="csX20" fmla="*/ 626302 w 11034751"/>
              <a:gd name="csY20" fmla="*/ 3046818 h 4812988"/>
              <a:gd name="csX21" fmla="*/ 701458 w 11034751"/>
              <a:gd name="csY21" fmla="*/ 2984188 h 4812988"/>
              <a:gd name="csX22" fmla="*/ 801666 w 11034751"/>
              <a:gd name="csY22" fmla="*/ 2934083 h 4812988"/>
              <a:gd name="csX23" fmla="*/ 876822 w 11034751"/>
              <a:gd name="csY23" fmla="*/ 2883979 h 4812988"/>
              <a:gd name="csX24" fmla="*/ 989557 w 11034751"/>
              <a:gd name="csY24" fmla="*/ 2821349 h 4812988"/>
              <a:gd name="csX25" fmla="*/ 1052187 w 11034751"/>
              <a:gd name="csY25" fmla="*/ 2758719 h 4812988"/>
              <a:gd name="csX26" fmla="*/ 1152395 w 11034751"/>
              <a:gd name="csY26" fmla="*/ 2671037 h 4812988"/>
              <a:gd name="csX27" fmla="*/ 1302707 w 11034751"/>
              <a:gd name="csY27" fmla="*/ 2620933 h 4812988"/>
              <a:gd name="csX28" fmla="*/ 1427968 w 11034751"/>
              <a:gd name="csY28" fmla="*/ 2658511 h 4812988"/>
              <a:gd name="csX29" fmla="*/ 1427968 w 11034751"/>
              <a:gd name="csY29" fmla="*/ 2658511 h 4812988"/>
              <a:gd name="csX30" fmla="*/ 1365337 w 11034751"/>
              <a:gd name="csY30" fmla="*/ 2595881 h 4812988"/>
              <a:gd name="csX31" fmla="*/ 1402915 w 11034751"/>
              <a:gd name="csY31" fmla="*/ 2407990 h 4812988"/>
              <a:gd name="csX32" fmla="*/ 1528176 w 11034751"/>
              <a:gd name="csY32" fmla="*/ 2307782 h 4812988"/>
              <a:gd name="csX33" fmla="*/ 1628384 w 11034751"/>
              <a:gd name="csY33" fmla="*/ 2245152 h 4812988"/>
              <a:gd name="csX34" fmla="*/ 1653436 w 11034751"/>
              <a:gd name="csY34" fmla="*/ 2207574 h 4812988"/>
              <a:gd name="csX35" fmla="*/ 1816274 w 11034751"/>
              <a:gd name="csY35" fmla="*/ 2195048 h 4812988"/>
              <a:gd name="csX36" fmla="*/ 1966587 w 11034751"/>
              <a:gd name="csY36" fmla="*/ 2245152 h 4812988"/>
              <a:gd name="csX37" fmla="*/ 1966587 w 11034751"/>
              <a:gd name="csY37" fmla="*/ 2245152 h 4812988"/>
              <a:gd name="csX38" fmla="*/ 1966587 w 11034751"/>
              <a:gd name="csY38" fmla="*/ 2245152 h 4812988"/>
              <a:gd name="csX39" fmla="*/ 2079321 w 11034751"/>
              <a:gd name="csY39" fmla="*/ 2195048 h 4812988"/>
              <a:gd name="csX40" fmla="*/ 2229633 w 11034751"/>
              <a:gd name="csY40" fmla="*/ 2094840 h 4812988"/>
              <a:gd name="csX41" fmla="*/ 2467628 w 11034751"/>
              <a:gd name="csY41" fmla="*/ 2057262 h 4812988"/>
              <a:gd name="csX42" fmla="*/ 2642992 w 11034751"/>
              <a:gd name="csY42" fmla="*/ 2082314 h 4812988"/>
              <a:gd name="csX43" fmla="*/ 2743200 w 11034751"/>
              <a:gd name="csY43" fmla="*/ 2169996 h 4812988"/>
              <a:gd name="csX44" fmla="*/ 2868461 w 11034751"/>
              <a:gd name="csY44" fmla="*/ 2195048 h 4812988"/>
              <a:gd name="csX45" fmla="*/ 2705622 w 11034751"/>
              <a:gd name="csY45" fmla="*/ 2082314 h 4812988"/>
              <a:gd name="csX46" fmla="*/ 2793305 w 11034751"/>
              <a:gd name="csY46" fmla="*/ 1957053 h 4812988"/>
              <a:gd name="csX47" fmla="*/ 2956143 w 11034751"/>
              <a:gd name="csY47" fmla="*/ 1957053 h 4812988"/>
              <a:gd name="csX48" fmla="*/ 3156559 w 11034751"/>
              <a:gd name="csY48" fmla="*/ 1957053 h 4812988"/>
              <a:gd name="csX49" fmla="*/ 3319398 w 11034751"/>
              <a:gd name="csY49" fmla="*/ 1969579 h 4812988"/>
              <a:gd name="csX50" fmla="*/ 3670126 w 11034751"/>
              <a:gd name="csY50" fmla="*/ 1919475 h 4812988"/>
              <a:gd name="csX51" fmla="*/ 3832965 w 11034751"/>
              <a:gd name="csY51" fmla="*/ 1919475 h 4812988"/>
              <a:gd name="csX52" fmla="*/ 4096011 w 11034751"/>
              <a:gd name="csY52" fmla="*/ 1894423 h 4812988"/>
              <a:gd name="csX53" fmla="*/ 4246324 w 11034751"/>
              <a:gd name="csY53" fmla="*/ 1906949 h 4812988"/>
              <a:gd name="csX54" fmla="*/ 4421688 w 11034751"/>
              <a:gd name="csY54" fmla="*/ 1994631 h 4812988"/>
              <a:gd name="csX55" fmla="*/ 4421688 w 11034751"/>
              <a:gd name="csY55" fmla="*/ 1994631 h 4812988"/>
              <a:gd name="csX56" fmla="*/ 4359058 w 11034751"/>
              <a:gd name="csY56" fmla="*/ 1844319 h 4812988"/>
              <a:gd name="csX57" fmla="*/ 4559474 w 11034751"/>
              <a:gd name="csY57" fmla="*/ 1844319 h 4812988"/>
              <a:gd name="csX58" fmla="*/ 4747365 w 11034751"/>
              <a:gd name="csY58" fmla="*/ 1869371 h 4812988"/>
              <a:gd name="csX59" fmla="*/ 4835047 w 11034751"/>
              <a:gd name="csY59" fmla="*/ 1869371 h 4812988"/>
              <a:gd name="csX60" fmla="*/ 5022937 w 11034751"/>
              <a:gd name="csY60" fmla="*/ 1769163 h 4812988"/>
              <a:gd name="csX61" fmla="*/ 5260932 w 11034751"/>
              <a:gd name="csY61" fmla="*/ 1794215 h 4812988"/>
              <a:gd name="csX62" fmla="*/ 5411244 w 11034751"/>
              <a:gd name="csY62" fmla="*/ 1819267 h 4812988"/>
              <a:gd name="csX63" fmla="*/ 5599135 w 11034751"/>
              <a:gd name="csY63" fmla="*/ 1781689 h 4812988"/>
              <a:gd name="csX64" fmla="*/ 5736921 w 11034751"/>
              <a:gd name="csY64" fmla="*/ 1794215 h 4812988"/>
              <a:gd name="csX65" fmla="*/ 5799551 w 11034751"/>
              <a:gd name="csY65" fmla="*/ 1794215 h 4812988"/>
              <a:gd name="csX66" fmla="*/ 6137754 w 11034751"/>
              <a:gd name="csY66" fmla="*/ 1631377 h 4812988"/>
              <a:gd name="csX67" fmla="*/ 6363222 w 11034751"/>
              <a:gd name="csY67" fmla="*/ 1593799 h 4812988"/>
              <a:gd name="csX68" fmla="*/ 6551113 w 11034751"/>
              <a:gd name="csY68" fmla="*/ 1481064 h 4812988"/>
              <a:gd name="csX69" fmla="*/ 6713951 w 11034751"/>
              <a:gd name="csY69" fmla="*/ 1493590 h 4812988"/>
              <a:gd name="csX70" fmla="*/ 6851737 w 11034751"/>
              <a:gd name="csY70" fmla="*/ 1481064 h 4812988"/>
              <a:gd name="csX71" fmla="*/ 7002050 w 11034751"/>
              <a:gd name="csY71" fmla="*/ 1355804 h 4812988"/>
              <a:gd name="csX72" fmla="*/ 7214992 w 11034751"/>
              <a:gd name="csY72" fmla="*/ 1230544 h 4812988"/>
              <a:gd name="csX73" fmla="*/ 7340252 w 11034751"/>
              <a:gd name="csY73" fmla="*/ 1243070 h 4812988"/>
              <a:gd name="csX74" fmla="*/ 7440461 w 11034751"/>
              <a:gd name="csY74" fmla="*/ 1255596 h 4812988"/>
              <a:gd name="csX75" fmla="*/ 7528143 w 11034751"/>
              <a:gd name="csY75" fmla="*/ 1255596 h 4812988"/>
              <a:gd name="csX76" fmla="*/ 7741085 w 11034751"/>
              <a:gd name="csY76" fmla="*/ 1218018 h 4812988"/>
              <a:gd name="csX77" fmla="*/ 7803715 w 11034751"/>
              <a:gd name="csY77" fmla="*/ 1167914 h 4812988"/>
              <a:gd name="csX78" fmla="*/ 7941502 w 11034751"/>
              <a:gd name="csY78" fmla="*/ 1180440 h 4812988"/>
              <a:gd name="csX79" fmla="*/ 7941502 w 11034751"/>
              <a:gd name="csY79" fmla="*/ 1180440 h 4812988"/>
              <a:gd name="csX80" fmla="*/ 8079288 w 11034751"/>
              <a:gd name="csY80" fmla="*/ 1130336 h 4812988"/>
              <a:gd name="csX81" fmla="*/ 8267179 w 11034751"/>
              <a:gd name="csY81" fmla="*/ 1042653 h 4812988"/>
              <a:gd name="csX82" fmla="*/ 8442543 w 11034751"/>
              <a:gd name="csY82" fmla="*/ 942445 h 4812988"/>
              <a:gd name="csX83" fmla="*/ 8517699 w 11034751"/>
              <a:gd name="csY83" fmla="*/ 854763 h 4812988"/>
              <a:gd name="csX84" fmla="*/ 8555277 w 11034751"/>
              <a:gd name="csY84" fmla="*/ 804659 h 4812988"/>
              <a:gd name="csX85" fmla="*/ 8705589 w 11034751"/>
              <a:gd name="csY85" fmla="*/ 779607 h 4812988"/>
              <a:gd name="csX86" fmla="*/ 8818324 w 11034751"/>
              <a:gd name="csY86" fmla="*/ 754555 h 4812988"/>
              <a:gd name="csX87" fmla="*/ 8931058 w 11034751"/>
              <a:gd name="csY87" fmla="*/ 716977 h 4812988"/>
              <a:gd name="csX88" fmla="*/ 8981162 w 11034751"/>
              <a:gd name="csY88" fmla="*/ 691925 h 4812988"/>
              <a:gd name="csX89" fmla="*/ 9228008 w 11034751"/>
              <a:gd name="csY89" fmla="*/ 691925 h 4812988"/>
              <a:gd name="csX90" fmla="*/ 9461911 w 11034751"/>
              <a:gd name="csY90" fmla="*/ 410423 h 4812988"/>
              <a:gd name="csX91" fmla="*/ 9955687 w 11034751"/>
              <a:gd name="csY91" fmla="*/ 123911 h 4812988"/>
              <a:gd name="csX92" fmla="*/ 10443367 w 11034751"/>
              <a:gd name="csY92" fmla="*/ 1991 h 4812988"/>
              <a:gd name="csX93" fmla="*/ 10866413 w 11034751"/>
              <a:gd name="csY93" fmla="*/ 89089 h 4812988"/>
              <a:gd name="csX94" fmla="*/ 10998103 w 11034751"/>
              <a:gd name="csY94" fmla="*/ 251926 h 4812988"/>
              <a:gd name="csX95" fmla="*/ 11034679 w 11034751"/>
              <a:gd name="csY95" fmla="*/ 629879 h 4812988"/>
              <a:gd name="csX96" fmla="*/ 10924951 w 11034751"/>
              <a:gd name="csY96" fmla="*/ 898102 h 4812988"/>
              <a:gd name="csX97" fmla="*/ 10784743 w 11034751"/>
              <a:gd name="csY97" fmla="*/ 1355303 h 4812988"/>
              <a:gd name="csX98" fmla="*/ 10321447 w 11034751"/>
              <a:gd name="csY98" fmla="*/ 1690582 h 4812988"/>
              <a:gd name="csX99" fmla="*/ 9663079 w 11034751"/>
              <a:gd name="csY99" fmla="*/ 2848822 h 4812988"/>
              <a:gd name="csX100" fmla="*/ 6103015 w 11034751"/>
              <a:gd name="csY100" fmla="*/ 4641046 h 4812988"/>
              <a:gd name="csX0" fmla="*/ 162839 w 11034751"/>
              <a:gd name="csY0" fmla="*/ 4812988 h 4812988"/>
              <a:gd name="csX1" fmla="*/ 125261 w 11034751"/>
              <a:gd name="csY1" fmla="*/ 4762883 h 4812988"/>
              <a:gd name="csX2" fmla="*/ 37579 w 11034751"/>
              <a:gd name="csY2" fmla="*/ 4612571 h 4812988"/>
              <a:gd name="csX3" fmla="*/ 62631 w 11034751"/>
              <a:gd name="csY3" fmla="*/ 4524889 h 4812988"/>
              <a:gd name="csX4" fmla="*/ 37579 w 11034751"/>
              <a:gd name="csY4" fmla="*/ 4399629 h 4812988"/>
              <a:gd name="csX5" fmla="*/ 0 w 11034751"/>
              <a:gd name="csY5" fmla="*/ 4324473 h 4812988"/>
              <a:gd name="csX6" fmla="*/ 62631 w 11034751"/>
              <a:gd name="csY6" fmla="*/ 4174160 h 4812988"/>
              <a:gd name="csX7" fmla="*/ 112735 w 11034751"/>
              <a:gd name="csY7" fmla="*/ 4061426 h 4812988"/>
              <a:gd name="csX8" fmla="*/ 175365 w 11034751"/>
              <a:gd name="csY8" fmla="*/ 3961218 h 4812988"/>
              <a:gd name="csX9" fmla="*/ 175365 w 11034751"/>
              <a:gd name="csY9" fmla="*/ 3961218 h 4812988"/>
              <a:gd name="csX10" fmla="*/ 288099 w 11034751"/>
              <a:gd name="csY10" fmla="*/ 3835957 h 4812988"/>
              <a:gd name="csX11" fmla="*/ 413359 w 11034751"/>
              <a:gd name="csY11" fmla="*/ 3785853 h 4812988"/>
              <a:gd name="csX12" fmla="*/ 413359 w 11034751"/>
              <a:gd name="csY12" fmla="*/ 3785853 h 4812988"/>
              <a:gd name="csX13" fmla="*/ 400833 w 11034751"/>
              <a:gd name="csY13" fmla="*/ 3673119 h 4812988"/>
              <a:gd name="csX14" fmla="*/ 300625 w 11034751"/>
              <a:gd name="csY14" fmla="*/ 3635541 h 4812988"/>
              <a:gd name="csX15" fmla="*/ 288099 w 11034751"/>
              <a:gd name="csY15" fmla="*/ 3597963 h 4812988"/>
              <a:gd name="csX16" fmla="*/ 338203 w 11034751"/>
              <a:gd name="csY16" fmla="*/ 3472703 h 4812988"/>
              <a:gd name="csX17" fmla="*/ 388307 w 11034751"/>
              <a:gd name="csY17" fmla="*/ 3397547 h 4812988"/>
              <a:gd name="csX18" fmla="*/ 488515 w 11034751"/>
              <a:gd name="csY18" fmla="*/ 3222182 h 4812988"/>
              <a:gd name="csX19" fmla="*/ 513568 w 11034751"/>
              <a:gd name="csY19" fmla="*/ 3147026 h 4812988"/>
              <a:gd name="csX20" fmla="*/ 626302 w 11034751"/>
              <a:gd name="csY20" fmla="*/ 3046818 h 4812988"/>
              <a:gd name="csX21" fmla="*/ 701458 w 11034751"/>
              <a:gd name="csY21" fmla="*/ 2984188 h 4812988"/>
              <a:gd name="csX22" fmla="*/ 801666 w 11034751"/>
              <a:gd name="csY22" fmla="*/ 2934083 h 4812988"/>
              <a:gd name="csX23" fmla="*/ 876822 w 11034751"/>
              <a:gd name="csY23" fmla="*/ 2883979 h 4812988"/>
              <a:gd name="csX24" fmla="*/ 989557 w 11034751"/>
              <a:gd name="csY24" fmla="*/ 2821349 h 4812988"/>
              <a:gd name="csX25" fmla="*/ 1052187 w 11034751"/>
              <a:gd name="csY25" fmla="*/ 2758719 h 4812988"/>
              <a:gd name="csX26" fmla="*/ 1152395 w 11034751"/>
              <a:gd name="csY26" fmla="*/ 2671037 h 4812988"/>
              <a:gd name="csX27" fmla="*/ 1302707 w 11034751"/>
              <a:gd name="csY27" fmla="*/ 2620933 h 4812988"/>
              <a:gd name="csX28" fmla="*/ 1427968 w 11034751"/>
              <a:gd name="csY28" fmla="*/ 2658511 h 4812988"/>
              <a:gd name="csX29" fmla="*/ 1427968 w 11034751"/>
              <a:gd name="csY29" fmla="*/ 2658511 h 4812988"/>
              <a:gd name="csX30" fmla="*/ 1365337 w 11034751"/>
              <a:gd name="csY30" fmla="*/ 2595881 h 4812988"/>
              <a:gd name="csX31" fmla="*/ 1402915 w 11034751"/>
              <a:gd name="csY31" fmla="*/ 2407990 h 4812988"/>
              <a:gd name="csX32" fmla="*/ 1528176 w 11034751"/>
              <a:gd name="csY32" fmla="*/ 2307782 h 4812988"/>
              <a:gd name="csX33" fmla="*/ 1628384 w 11034751"/>
              <a:gd name="csY33" fmla="*/ 2245152 h 4812988"/>
              <a:gd name="csX34" fmla="*/ 1653436 w 11034751"/>
              <a:gd name="csY34" fmla="*/ 2207574 h 4812988"/>
              <a:gd name="csX35" fmla="*/ 1816274 w 11034751"/>
              <a:gd name="csY35" fmla="*/ 2195048 h 4812988"/>
              <a:gd name="csX36" fmla="*/ 1966587 w 11034751"/>
              <a:gd name="csY36" fmla="*/ 2245152 h 4812988"/>
              <a:gd name="csX37" fmla="*/ 1966587 w 11034751"/>
              <a:gd name="csY37" fmla="*/ 2245152 h 4812988"/>
              <a:gd name="csX38" fmla="*/ 1966587 w 11034751"/>
              <a:gd name="csY38" fmla="*/ 2245152 h 4812988"/>
              <a:gd name="csX39" fmla="*/ 2079321 w 11034751"/>
              <a:gd name="csY39" fmla="*/ 2195048 h 4812988"/>
              <a:gd name="csX40" fmla="*/ 2229633 w 11034751"/>
              <a:gd name="csY40" fmla="*/ 2094840 h 4812988"/>
              <a:gd name="csX41" fmla="*/ 2467628 w 11034751"/>
              <a:gd name="csY41" fmla="*/ 2057262 h 4812988"/>
              <a:gd name="csX42" fmla="*/ 2642992 w 11034751"/>
              <a:gd name="csY42" fmla="*/ 2082314 h 4812988"/>
              <a:gd name="csX43" fmla="*/ 2743200 w 11034751"/>
              <a:gd name="csY43" fmla="*/ 2169996 h 4812988"/>
              <a:gd name="csX44" fmla="*/ 2868461 w 11034751"/>
              <a:gd name="csY44" fmla="*/ 2195048 h 4812988"/>
              <a:gd name="csX45" fmla="*/ 2705622 w 11034751"/>
              <a:gd name="csY45" fmla="*/ 2082314 h 4812988"/>
              <a:gd name="csX46" fmla="*/ 2793305 w 11034751"/>
              <a:gd name="csY46" fmla="*/ 1957053 h 4812988"/>
              <a:gd name="csX47" fmla="*/ 2956143 w 11034751"/>
              <a:gd name="csY47" fmla="*/ 1957053 h 4812988"/>
              <a:gd name="csX48" fmla="*/ 3156559 w 11034751"/>
              <a:gd name="csY48" fmla="*/ 1957053 h 4812988"/>
              <a:gd name="csX49" fmla="*/ 3319398 w 11034751"/>
              <a:gd name="csY49" fmla="*/ 1969579 h 4812988"/>
              <a:gd name="csX50" fmla="*/ 3670126 w 11034751"/>
              <a:gd name="csY50" fmla="*/ 1919475 h 4812988"/>
              <a:gd name="csX51" fmla="*/ 3832965 w 11034751"/>
              <a:gd name="csY51" fmla="*/ 1919475 h 4812988"/>
              <a:gd name="csX52" fmla="*/ 4096011 w 11034751"/>
              <a:gd name="csY52" fmla="*/ 1894423 h 4812988"/>
              <a:gd name="csX53" fmla="*/ 4246324 w 11034751"/>
              <a:gd name="csY53" fmla="*/ 1906949 h 4812988"/>
              <a:gd name="csX54" fmla="*/ 4421688 w 11034751"/>
              <a:gd name="csY54" fmla="*/ 1994631 h 4812988"/>
              <a:gd name="csX55" fmla="*/ 4421688 w 11034751"/>
              <a:gd name="csY55" fmla="*/ 1994631 h 4812988"/>
              <a:gd name="csX56" fmla="*/ 4359058 w 11034751"/>
              <a:gd name="csY56" fmla="*/ 1844319 h 4812988"/>
              <a:gd name="csX57" fmla="*/ 4559474 w 11034751"/>
              <a:gd name="csY57" fmla="*/ 1844319 h 4812988"/>
              <a:gd name="csX58" fmla="*/ 4747365 w 11034751"/>
              <a:gd name="csY58" fmla="*/ 1869371 h 4812988"/>
              <a:gd name="csX59" fmla="*/ 4835047 w 11034751"/>
              <a:gd name="csY59" fmla="*/ 1869371 h 4812988"/>
              <a:gd name="csX60" fmla="*/ 5022937 w 11034751"/>
              <a:gd name="csY60" fmla="*/ 1769163 h 4812988"/>
              <a:gd name="csX61" fmla="*/ 5260932 w 11034751"/>
              <a:gd name="csY61" fmla="*/ 1794215 h 4812988"/>
              <a:gd name="csX62" fmla="*/ 5411244 w 11034751"/>
              <a:gd name="csY62" fmla="*/ 1819267 h 4812988"/>
              <a:gd name="csX63" fmla="*/ 5599135 w 11034751"/>
              <a:gd name="csY63" fmla="*/ 1781689 h 4812988"/>
              <a:gd name="csX64" fmla="*/ 5736921 w 11034751"/>
              <a:gd name="csY64" fmla="*/ 1794215 h 4812988"/>
              <a:gd name="csX65" fmla="*/ 5799551 w 11034751"/>
              <a:gd name="csY65" fmla="*/ 1794215 h 4812988"/>
              <a:gd name="csX66" fmla="*/ 6137754 w 11034751"/>
              <a:gd name="csY66" fmla="*/ 1631377 h 4812988"/>
              <a:gd name="csX67" fmla="*/ 6363222 w 11034751"/>
              <a:gd name="csY67" fmla="*/ 1593799 h 4812988"/>
              <a:gd name="csX68" fmla="*/ 6551113 w 11034751"/>
              <a:gd name="csY68" fmla="*/ 1481064 h 4812988"/>
              <a:gd name="csX69" fmla="*/ 6713951 w 11034751"/>
              <a:gd name="csY69" fmla="*/ 1493590 h 4812988"/>
              <a:gd name="csX70" fmla="*/ 6851737 w 11034751"/>
              <a:gd name="csY70" fmla="*/ 1481064 h 4812988"/>
              <a:gd name="csX71" fmla="*/ 7002050 w 11034751"/>
              <a:gd name="csY71" fmla="*/ 1355804 h 4812988"/>
              <a:gd name="csX72" fmla="*/ 7214992 w 11034751"/>
              <a:gd name="csY72" fmla="*/ 1230544 h 4812988"/>
              <a:gd name="csX73" fmla="*/ 7340252 w 11034751"/>
              <a:gd name="csY73" fmla="*/ 1243070 h 4812988"/>
              <a:gd name="csX74" fmla="*/ 7440461 w 11034751"/>
              <a:gd name="csY74" fmla="*/ 1255596 h 4812988"/>
              <a:gd name="csX75" fmla="*/ 7528143 w 11034751"/>
              <a:gd name="csY75" fmla="*/ 1255596 h 4812988"/>
              <a:gd name="csX76" fmla="*/ 7741085 w 11034751"/>
              <a:gd name="csY76" fmla="*/ 1218018 h 4812988"/>
              <a:gd name="csX77" fmla="*/ 7803715 w 11034751"/>
              <a:gd name="csY77" fmla="*/ 1167914 h 4812988"/>
              <a:gd name="csX78" fmla="*/ 7941502 w 11034751"/>
              <a:gd name="csY78" fmla="*/ 1180440 h 4812988"/>
              <a:gd name="csX79" fmla="*/ 7941502 w 11034751"/>
              <a:gd name="csY79" fmla="*/ 1180440 h 4812988"/>
              <a:gd name="csX80" fmla="*/ 8079288 w 11034751"/>
              <a:gd name="csY80" fmla="*/ 1130336 h 4812988"/>
              <a:gd name="csX81" fmla="*/ 8267179 w 11034751"/>
              <a:gd name="csY81" fmla="*/ 1042653 h 4812988"/>
              <a:gd name="csX82" fmla="*/ 8442543 w 11034751"/>
              <a:gd name="csY82" fmla="*/ 942445 h 4812988"/>
              <a:gd name="csX83" fmla="*/ 8517699 w 11034751"/>
              <a:gd name="csY83" fmla="*/ 854763 h 4812988"/>
              <a:gd name="csX84" fmla="*/ 8555277 w 11034751"/>
              <a:gd name="csY84" fmla="*/ 804659 h 4812988"/>
              <a:gd name="csX85" fmla="*/ 8705589 w 11034751"/>
              <a:gd name="csY85" fmla="*/ 779607 h 4812988"/>
              <a:gd name="csX86" fmla="*/ 8818324 w 11034751"/>
              <a:gd name="csY86" fmla="*/ 754555 h 4812988"/>
              <a:gd name="csX87" fmla="*/ 8931058 w 11034751"/>
              <a:gd name="csY87" fmla="*/ 716977 h 4812988"/>
              <a:gd name="csX88" fmla="*/ 8981162 w 11034751"/>
              <a:gd name="csY88" fmla="*/ 691925 h 4812988"/>
              <a:gd name="csX89" fmla="*/ 9228008 w 11034751"/>
              <a:gd name="csY89" fmla="*/ 691925 h 4812988"/>
              <a:gd name="csX90" fmla="*/ 9461911 w 11034751"/>
              <a:gd name="csY90" fmla="*/ 410423 h 4812988"/>
              <a:gd name="csX91" fmla="*/ 9955687 w 11034751"/>
              <a:gd name="csY91" fmla="*/ 123911 h 4812988"/>
              <a:gd name="csX92" fmla="*/ 10443367 w 11034751"/>
              <a:gd name="csY92" fmla="*/ 1991 h 4812988"/>
              <a:gd name="csX93" fmla="*/ 10866413 w 11034751"/>
              <a:gd name="csY93" fmla="*/ 89089 h 4812988"/>
              <a:gd name="csX94" fmla="*/ 10998103 w 11034751"/>
              <a:gd name="csY94" fmla="*/ 251926 h 4812988"/>
              <a:gd name="csX95" fmla="*/ 11034679 w 11034751"/>
              <a:gd name="csY95" fmla="*/ 629879 h 4812988"/>
              <a:gd name="csX96" fmla="*/ 10924951 w 11034751"/>
              <a:gd name="csY96" fmla="*/ 898102 h 4812988"/>
              <a:gd name="csX97" fmla="*/ 10784743 w 11034751"/>
              <a:gd name="csY97" fmla="*/ 1355303 h 4812988"/>
              <a:gd name="csX98" fmla="*/ 10321447 w 11034751"/>
              <a:gd name="csY98" fmla="*/ 1690582 h 4812988"/>
              <a:gd name="csX99" fmla="*/ 10236103 w 11034751"/>
              <a:gd name="csY99" fmla="*/ 2001478 h 4812988"/>
              <a:gd name="csX100" fmla="*/ 9663079 w 11034751"/>
              <a:gd name="csY100" fmla="*/ 2848822 h 4812988"/>
              <a:gd name="csX101" fmla="*/ 6103015 w 11034751"/>
              <a:gd name="csY101" fmla="*/ 4641046 h 4812988"/>
              <a:gd name="csX0" fmla="*/ 162839 w 11034751"/>
              <a:gd name="csY0" fmla="*/ 4812988 h 4812988"/>
              <a:gd name="csX1" fmla="*/ 125261 w 11034751"/>
              <a:gd name="csY1" fmla="*/ 4762883 h 4812988"/>
              <a:gd name="csX2" fmla="*/ 37579 w 11034751"/>
              <a:gd name="csY2" fmla="*/ 4612571 h 4812988"/>
              <a:gd name="csX3" fmla="*/ 62631 w 11034751"/>
              <a:gd name="csY3" fmla="*/ 4524889 h 4812988"/>
              <a:gd name="csX4" fmla="*/ 37579 w 11034751"/>
              <a:gd name="csY4" fmla="*/ 4399629 h 4812988"/>
              <a:gd name="csX5" fmla="*/ 0 w 11034751"/>
              <a:gd name="csY5" fmla="*/ 4324473 h 4812988"/>
              <a:gd name="csX6" fmla="*/ 62631 w 11034751"/>
              <a:gd name="csY6" fmla="*/ 4174160 h 4812988"/>
              <a:gd name="csX7" fmla="*/ 112735 w 11034751"/>
              <a:gd name="csY7" fmla="*/ 4061426 h 4812988"/>
              <a:gd name="csX8" fmla="*/ 175365 w 11034751"/>
              <a:gd name="csY8" fmla="*/ 3961218 h 4812988"/>
              <a:gd name="csX9" fmla="*/ 175365 w 11034751"/>
              <a:gd name="csY9" fmla="*/ 3961218 h 4812988"/>
              <a:gd name="csX10" fmla="*/ 288099 w 11034751"/>
              <a:gd name="csY10" fmla="*/ 3835957 h 4812988"/>
              <a:gd name="csX11" fmla="*/ 413359 w 11034751"/>
              <a:gd name="csY11" fmla="*/ 3785853 h 4812988"/>
              <a:gd name="csX12" fmla="*/ 413359 w 11034751"/>
              <a:gd name="csY12" fmla="*/ 3785853 h 4812988"/>
              <a:gd name="csX13" fmla="*/ 400833 w 11034751"/>
              <a:gd name="csY13" fmla="*/ 3673119 h 4812988"/>
              <a:gd name="csX14" fmla="*/ 300625 w 11034751"/>
              <a:gd name="csY14" fmla="*/ 3635541 h 4812988"/>
              <a:gd name="csX15" fmla="*/ 288099 w 11034751"/>
              <a:gd name="csY15" fmla="*/ 3597963 h 4812988"/>
              <a:gd name="csX16" fmla="*/ 338203 w 11034751"/>
              <a:gd name="csY16" fmla="*/ 3472703 h 4812988"/>
              <a:gd name="csX17" fmla="*/ 388307 w 11034751"/>
              <a:gd name="csY17" fmla="*/ 3397547 h 4812988"/>
              <a:gd name="csX18" fmla="*/ 488515 w 11034751"/>
              <a:gd name="csY18" fmla="*/ 3222182 h 4812988"/>
              <a:gd name="csX19" fmla="*/ 513568 w 11034751"/>
              <a:gd name="csY19" fmla="*/ 3147026 h 4812988"/>
              <a:gd name="csX20" fmla="*/ 626302 w 11034751"/>
              <a:gd name="csY20" fmla="*/ 3046818 h 4812988"/>
              <a:gd name="csX21" fmla="*/ 701458 w 11034751"/>
              <a:gd name="csY21" fmla="*/ 2984188 h 4812988"/>
              <a:gd name="csX22" fmla="*/ 801666 w 11034751"/>
              <a:gd name="csY22" fmla="*/ 2934083 h 4812988"/>
              <a:gd name="csX23" fmla="*/ 876822 w 11034751"/>
              <a:gd name="csY23" fmla="*/ 2883979 h 4812988"/>
              <a:gd name="csX24" fmla="*/ 989557 w 11034751"/>
              <a:gd name="csY24" fmla="*/ 2821349 h 4812988"/>
              <a:gd name="csX25" fmla="*/ 1052187 w 11034751"/>
              <a:gd name="csY25" fmla="*/ 2758719 h 4812988"/>
              <a:gd name="csX26" fmla="*/ 1152395 w 11034751"/>
              <a:gd name="csY26" fmla="*/ 2671037 h 4812988"/>
              <a:gd name="csX27" fmla="*/ 1302707 w 11034751"/>
              <a:gd name="csY27" fmla="*/ 2620933 h 4812988"/>
              <a:gd name="csX28" fmla="*/ 1427968 w 11034751"/>
              <a:gd name="csY28" fmla="*/ 2658511 h 4812988"/>
              <a:gd name="csX29" fmla="*/ 1427968 w 11034751"/>
              <a:gd name="csY29" fmla="*/ 2658511 h 4812988"/>
              <a:gd name="csX30" fmla="*/ 1365337 w 11034751"/>
              <a:gd name="csY30" fmla="*/ 2595881 h 4812988"/>
              <a:gd name="csX31" fmla="*/ 1402915 w 11034751"/>
              <a:gd name="csY31" fmla="*/ 2407990 h 4812988"/>
              <a:gd name="csX32" fmla="*/ 1528176 w 11034751"/>
              <a:gd name="csY32" fmla="*/ 2307782 h 4812988"/>
              <a:gd name="csX33" fmla="*/ 1628384 w 11034751"/>
              <a:gd name="csY33" fmla="*/ 2245152 h 4812988"/>
              <a:gd name="csX34" fmla="*/ 1653436 w 11034751"/>
              <a:gd name="csY34" fmla="*/ 2207574 h 4812988"/>
              <a:gd name="csX35" fmla="*/ 1816274 w 11034751"/>
              <a:gd name="csY35" fmla="*/ 2195048 h 4812988"/>
              <a:gd name="csX36" fmla="*/ 1966587 w 11034751"/>
              <a:gd name="csY36" fmla="*/ 2245152 h 4812988"/>
              <a:gd name="csX37" fmla="*/ 1966587 w 11034751"/>
              <a:gd name="csY37" fmla="*/ 2245152 h 4812988"/>
              <a:gd name="csX38" fmla="*/ 1966587 w 11034751"/>
              <a:gd name="csY38" fmla="*/ 2245152 h 4812988"/>
              <a:gd name="csX39" fmla="*/ 2079321 w 11034751"/>
              <a:gd name="csY39" fmla="*/ 2195048 h 4812988"/>
              <a:gd name="csX40" fmla="*/ 2229633 w 11034751"/>
              <a:gd name="csY40" fmla="*/ 2094840 h 4812988"/>
              <a:gd name="csX41" fmla="*/ 2467628 w 11034751"/>
              <a:gd name="csY41" fmla="*/ 2057262 h 4812988"/>
              <a:gd name="csX42" fmla="*/ 2642992 w 11034751"/>
              <a:gd name="csY42" fmla="*/ 2082314 h 4812988"/>
              <a:gd name="csX43" fmla="*/ 2743200 w 11034751"/>
              <a:gd name="csY43" fmla="*/ 2169996 h 4812988"/>
              <a:gd name="csX44" fmla="*/ 2868461 w 11034751"/>
              <a:gd name="csY44" fmla="*/ 2195048 h 4812988"/>
              <a:gd name="csX45" fmla="*/ 2705622 w 11034751"/>
              <a:gd name="csY45" fmla="*/ 2082314 h 4812988"/>
              <a:gd name="csX46" fmla="*/ 2793305 w 11034751"/>
              <a:gd name="csY46" fmla="*/ 1957053 h 4812988"/>
              <a:gd name="csX47" fmla="*/ 2956143 w 11034751"/>
              <a:gd name="csY47" fmla="*/ 1957053 h 4812988"/>
              <a:gd name="csX48" fmla="*/ 3156559 w 11034751"/>
              <a:gd name="csY48" fmla="*/ 1957053 h 4812988"/>
              <a:gd name="csX49" fmla="*/ 3319398 w 11034751"/>
              <a:gd name="csY49" fmla="*/ 1969579 h 4812988"/>
              <a:gd name="csX50" fmla="*/ 3670126 w 11034751"/>
              <a:gd name="csY50" fmla="*/ 1919475 h 4812988"/>
              <a:gd name="csX51" fmla="*/ 3832965 w 11034751"/>
              <a:gd name="csY51" fmla="*/ 1919475 h 4812988"/>
              <a:gd name="csX52" fmla="*/ 4096011 w 11034751"/>
              <a:gd name="csY52" fmla="*/ 1894423 h 4812988"/>
              <a:gd name="csX53" fmla="*/ 4246324 w 11034751"/>
              <a:gd name="csY53" fmla="*/ 1906949 h 4812988"/>
              <a:gd name="csX54" fmla="*/ 4421688 w 11034751"/>
              <a:gd name="csY54" fmla="*/ 1994631 h 4812988"/>
              <a:gd name="csX55" fmla="*/ 4421688 w 11034751"/>
              <a:gd name="csY55" fmla="*/ 1994631 h 4812988"/>
              <a:gd name="csX56" fmla="*/ 4359058 w 11034751"/>
              <a:gd name="csY56" fmla="*/ 1844319 h 4812988"/>
              <a:gd name="csX57" fmla="*/ 4559474 w 11034751"/>
              <a:gd name="csY57" fmla="*/ 1844319 h 4812988"/>
              <a:gd name="csX58" fmla="*/ 4747365 w 11034751"/>
              <a:gd name="csY58" fmla="*/ 1869371 h 4812988"/>
              <a:gd name="csX59" fmla="*/ 4835047 w 11034751"/>
              <a:gd name="csY59" fmla="*/ 1869371 h 4812988"/>
              <a:gd name="csX60" fmla="*/ 5022937 w 11034751"/>
              <a:gd name="csY60" fmla="*/ 1769163 h 4812988"/>
              <a:gd name="csX61" fmla="*/ 5260932 w 11034751"/>
              <a:gd name="csY61" fmla="*/ 1794215 h 4812988"/>
              <a:gd name="csX62" fmla="*/ 5411244 w 11034751"/>
              <a:gd name="csY62" fmla="*/ 1819267 h 4812988"/>
              <a:gd name="csX63" fmla="*/ 5599135 w 11034751"/>
              <a:gd name="csY63" fmla="*/ 1781689 h 4812988"/>
              <a:gd name="csX64" fmla="*/ 5736921 w 11034751"/>
              <a:gd name="csY64" fmla="*/ 1794215 h 4812988"/>
              <a:gd name="csX65" fmla="*/ 5799551 w 11034751"/>
              <a:gd name="csY65" fmla="*/ 1794215 h 4812988"/>
              <a:gd name="csX66" fmla="*/ 6137754 w 11034751"/>
              <a:gd name="csY66" fmla="*/ 1631377 h 4812988"/>
              <a:gd name="csX67" fmla="*/ 6363222 w 11034751"/>
              <a:gd name="csY67" fmla="*/ 1593799 h 4812988"/>
              <a:gd name="csX68" fmla="*/ 6551113 w 11034751"/>
              <a:gd name="csY68" fmla="*/ 1481064 h 4812988"/>
              <a:gd name="csX69" fmla="*/ 6713951 w 11034751"/>
              <a:gd name="csY69" fmla="*/ 1493590 h 4812988"/>
              <a:gd name="csX70" fmla="*/ 6851737 w 11034751"/>
              <a:gd name="csY70" fmla="*/ 1481064 h 4812988"/>
              <a:gd name="csX71" fmla="*/ 7002050 w 11034751"/>
              <a:gd name="csY71" fmla="*/ 1355804 h 4812988"/>
              <a:gd name="csX72" fmla="*/ 7214992 w 11034751"/>
              <a:gd name="csY72" fmla="*/ 1230544 h 4812988"/>
              <a:gd name="csX73" fmla="*/ 7340252 w 11034751"/>
              <a:gd name="csY73" fmla="*/ 1243070 h 4812988"/>
              <a:gd name="csX74" fmla="*/ 7440461 w 11034751"/>
              <a:gd name="csY74" fmla="*/ 1255596 h 4812988"/>
              <a:gd name="csX75" fmla="*/ 7528143 w 11034751"/>
              <a:gd name="csY75" fmla="*/ 1255596 h 4812988"/>
              <a:gd name="csX76" fmla="*/ 7741085 w 11034751"/>
              <a:gd name="csY76" fmla="*/ 1218018 h 4812988"/>
              <a:gd name="csX77" fmla="*/ 7803715 w 11034751"/>
              <a:gd name="csY77" fmla="*/ 1167914 h 4812988"/>
              <a:gd name="csX78" fmla="*/ 7941502 w 11034751"/>
              <a:gd name="csY78" fmla="*/ 1180440 h 4812988"/>
              <a:gd name="csX79" fmla="*/ 7941502 w 11034751"/>
              <a:gd name="csY79" fmla="*/ 1180440 h 4812988"/>
              <a:gd name="csX80" fmla="*/ 8079288 w 11034751"/>
              <a:gd name="csY80" fmla="*/ 1130336 h 4812988"/>
              <a:gd name="csX81" fmla="*/ 8267179 w 11034751"/>
              <a:gd name="csY81" fmla="*/ 1042653 h 4812988"/>
              <a:gd name="csX82" fmla="*/ 8442543 w 11034751"/>
              <a:gd name="csY82" fmla="*/ 942445 h 4812988"/>
              <a:gd name="csX83" fmla="*/ 8517699 w 11034751"/>
              <a:gd name="csY83" fmla="*/ 854763 h 4812988"/>
              <a:gd name="csX84" fmla="*/ 8555277 w 11034751"/>
              <a:gd name="csY84" fmla="*/ 804659 h 4812988"/>
              <a:gd name="csX85" fmla="*/ 8705589 w 11034751"/>
              <a:gd name="csY85" fmla="*/ 779607 h 4812988"/>
              <a:gd name="csX86" fmla="*/ 8818324 w 11034751"/>
              <a:gd name="csY86" fmla="*/ 754555 h 4812988"/>
              <a:gd name="csX87" fmla="*/ 8931058 w 11034751"/>
              <a:gd name="csY87" fmla="*/ 716977 h 4812988"/>
              <a:gd name="csX88" fmla="*/ 8981162 w 11034751"/>
              <a:gd name="csY88" fmla="*/ 691925 h 4812988"/>
              <a:gd name="csX89" fmla="*/ 9228008 w 11034751"/>
              <a:gd name="csY89" fmla="*/ 691925 h 4812988"/>
              <a:gd name="csX90" fmla="*/ 9461911 w 11034751"/>
              <a:gd name="csY90" fmla="*/ 410423 h 4812988"/>
              <a:gd name="csX91" fmla="*/ 9955687 w 11034751"/>
              <a:gd name="csY91" fmla="*/ 123911 h 4812988"/>
              <a:gd name="csX92" fmla="*/ 10443367 w 11034751"/>
              <a:gd name="csY92" fmla="*/ 1991 h 4812988"/>
              <a:gd name="csX93" fmla="*/ 10866413 w 11034751"/>
              <a:gd name="csY93" fmla="*/ 89089 h 4812988"/>
              <a:gd name="csX94" fmla="*/ 10998103 w 11034751"/>
              <a:gd name="csY94" fmla="*/ 251926 h 4812988"/>
              <a:gd name="csX95" fmla="*/ 11034679 w 11034751"/>
              <a:gd name="csY95" fmla="*/ 629879 h 4812988"/>
              <a:gd name="csX96" fmla="*/ 10924951 w 11034751"/>
              <a:gd name="csY96" fmla="*/ 898102 h 4812988"/>
              <a:gd name="csX97" fmla="*/ 10784743 w 11034751"/>
              <a:gd name="csY97" fmla="*/ 1355303 h 4812988"/>
              <a:gd name="csX98" fmla="*/ 10321447 w 11034751"/>
              <a:gd name="csY98" fmla="*/ 1690582 h 4812988"/>
              <a:gd name="csX99" fmla="*/ 10236103 w 11034751"/>
              <a:gd name="csY99" fmla="*/ 2001478 h 4812988"/>
              <a:gd name="csX100" fmla="*/ 10028839 w 11034751"/>
              <a:gd name="csY100" fmla="*/ 2190454 h 4812988"/>
              <a:gd name="csX101" fmla="*/ 9663079 w 11034751"/>
              <a:gd name="csY101" fmla="*/ 2848822 h 4812988"/>
              <a:gd name="csX102" fmla="*/ 6103015 w 11034751"/>
              <a:gd name="csY102" fmla="*/ 4641046 h 4812988"/>
              <a:gd name="csX0" fmla="*/ 162839 w 11034751"/>
              <a:gd name="csY0" fmla="*/ 4812988 h 4812988"/>
              <a:gd name="csX1" fmla="*/ 125261 w 11034751"/>
              <a:gd name="csY1" fmla="*/ 4762883 h 4812988"/>
              <a:gd name="csX2" fmla="*/ 37579 w 11034751"/>
              <a:gd name="csY2" fmla="*/ 4612571 h 4812988"/>
              <a:gd name="csX3" fmla="*/ 62631 w 11034751"/>
              <a:gd name="csY3" fmla="*/ 4524889 h 4812988"/>
              <a:gd name="csX4" fmla="*/ 37579 w 11034751"/>
              <a:gd name="csY4" fmla="*/ 4399629 h 4812988"/>
              <a:gd name="csX5" fmla="*/ 0 w 11034751"/>
              <a:gd name="csY5" fmla="*/ 4324473 h 4812988"/>
              <a:gd name="csX6" fmla="*/ 62631 w 11034751"/>
              <a:gd name="csY6" fmla="*/ 4174160 h 4812988"/>
              <a:gd name="csX7" fmla="*/ 112735 w 11034751"/>
              <a:gd name="csY7" fmla="*/ 4061426 h 4812988"/>
              <a:gd name="csX8" fmla="*/ 175365 w 11034751"/>
              <a:gd name="csY8" fmla="*/ 3961218 h 4812988"/>
              <a:gd name="csX9" fmla="*/ 175365 w 11034751"/>
              <a:gd name="csY9" fmla="*/ 3961218 h 4812988"/>
              <a:gd name="csX10" fmla="*/ 288099 w 11034751"/>
              <a:gd name="csY10" fmla="*/ 3835957 h 4812988"/>
              <a:gd name="csX11" fmla="*/ 413359 w 11034751"/>
              <a:gd name="csY11" fmla="*/ 3785853 h 4812988"/>
              <a:gd name="csX12" fmla="*/ 413359 w 11034751"/>
              <a:gd name="csY12" fmla="*/ 3785853 h 4812988"/>
              <a:gd name="csX13" fmla="*/ 400833 w 11034751"/>
              <a:gd name="csY13" fmla="*/ 3673119 h 4812988"/>
              <a:gd name="csX14" fmla="*/ 300625 w 11034751"/>
              <a:gd name="csY14" fmla="*/ 3635541 h 4812988"/>
              <a:gd name="csX15" fmla="*/ 288099 w 11034751"/>
              <a:gd name="csY15" fmla="*/ 3597963 h 4812988"/>
              <a:gd name="csX16" fmla="*/ 338203 w 11034751"/>
              <a:gd name="csY16" fmla="*/ 3472703 h 4812988"/>
              <a:gd name="csX17" fmla="*/ 388307 w 11034751"/>
              <a:gd name="csY17" fmla="*/ 3397547 h 4812988"/>
              <a:gd name="csX18" fmla="*/ 488515 w 11034751"/>
              <a:gd name="csY18" fmla="*/ 3222182 h 4812988"/>
              <a:gd name="csX19" fmla="*/ 513568 w 11034751"/>
              <a:gd name="csY19" fmla="*/ 3147026 h 4812988"/>
              <a:gd name="csX20" fmla="*/ 626302 w 11034751"/>
              <a:gd name="csY20" fmla="*/ 3046818 h 4812988"/>
              <a:gd name="csX21" fmla="*/ 701458 w 11034751"/>
              <a:gd name="csY21" fmla="*/ 2984188 h 4812988"/>
              <a:gd name="csX22" fmla="*/ 801666 w 11034751"/>
              <a:gd name="csY22" fmla="*/ 2934083 h 4812988"/>
              <a:gd name="csX23" fmla="*/ 876822 w 11034751"/>
              <a:gd name="csY23" fmla="*/ 2883979 h 4812988"/>
              <a:gd name="csX24" fmla="*/ 989557 w 11034751"/>
              <a:gd name="csY24" fmla="*/ 2821349 h 4812988"/>
              <a:gd name="csX25" fmla="*/ 1052187 w 11034751"/>
              <a:gd name="csY25" fmla="*/ 2758719 h 4812988"/>
              <a:gd name="csX26" fmla="*/ 1152395 w 11034751"/>
              <a:gd name="csY26" fmla="*/ 2671037 h 4812988"/>
              <a:gd name="csX27" fmla="*/ 1302707 w 11034751"/>
              <a:gd name="csY27" fmla="*/ 2620933 h 4812988"/>
              <a:gd name="csX28" fmla="*/ 1427968 w 11034751"/>
              <a:gd name="csY28" fmla="*/ 2658511 h 4812988"/>
              <a:gd name="csX29" fmla="*/ 1427968 w 11034751"/>
              <a:gd name="csY29" fmla="*/ 2658511 h 4812988"/>
              <a:gd name="csX30" fmla="*/ 1365337 w 11034751"/>
              <a:gd name="csY30" fmla="*/ 2595881 h 4812988"/>
              <a:gd name="csX31" fmla="*/ 1402915 w 11034751"/>
              <a:gd name="csY31" fmla="*/ 2407990 h 4812988"/>
              <a:gd name="csX32" fmla="*/ 1528176 w 11034751"/>
              <a:gd name="csY32" fmla="*/ 2307782 h 4812988"/>
              <a:gd name="csX33" fmla="*/ 1628384 w 11034751"/>
              <a:gd name="csY33" fmla="*/ 2245152 h 4812988"/>
              <a:gd name="csX34" fmla="*/ 1653436 w 11034751"/>
              <a:gd name="csY34" fmla="*/ 2207574 h 4812988"/>
              <a:gd name="csX35" fmla="*/ 1816274 w 11034751"/>
              <a:gd name="csY35" fmla="*/ 2195048 h 4812988"/>
              <a:gd name="csX36" fmla="*/ 1966587 w 11034751"/>
              <a:gd name="csY36" fmla="*/ 2245152 h 4812988"/>
              <a:gd name="csX37" fmla="*/ 1966587 w 11034751"/>
              <a:gd name="csY37" fmla="*/ 2245152 h 4812988"/>
              <a:gd name="csX38" fmla="*/ 1966587 w 11034751"/>
              <a:gd name="csY38" fmla="*/ 2245152 h 4812988"/>
              <a:gd name="csX39" fmla="*/ 2079321 w 11034751"/>
              <a:gd name="csY39" fmla="*/ 2195048 h 4812988"/>
              <a:gd name="csX40" fmla="*/ 2229633 w 11034751"/>
              <a:gd name="csY40" fmla="*/ 2094840 h 4812988"/>
              <a:gd name="csX41" fmla="*/ 2467628 w 11034751"/>
              <a:gd name="csY41" fmla="*/ 2057262 h 4812988"/>
              <a:gd name="csX42" fmla="*/ 2642992 w 11034751"/>
              <a:gd name="csY42" fmla="*/ 2082314 h 4812988"/>
              <a:gd name="csX43" fmla="*/ 2743200 w 11034751"/>
              <a:gd name="csY43" fmla="*/ 2169996 h 4812988"/>
              <a:gd name="csX44" fmla="*/ 2868461 w 11034751"/>
              <a:gd name="csY44" fmla="*/ 2195048 h 4812988"/>
              <a:gd name="csX45" fmla="*/ 2705622 w 11034751"/>
              <a:gd name="csY45" fmla="*/ 2082314 h 4812988"/>
              <a:gd name="csX46" fmla="*/ 2793305 w 11034751"/>
              <a:gd name="csY46" fmla="*/ 1957053 h 4812988"/>
              <a:gd name="csX47" fmla="*/ 2956143 w 11034751"/>
              <a:gd name="csY47" fmla="*/ 1957053 h 4812988"/>
              <a:gd name="csX48" fmla="*/ 3156559 w 11034751"/>
              <a:gd name="csY48" fmla="*/ 1957053 h 4812988"/>
              <a:gd name="csX49" fmla="*/ 3319398 w 11034751"/>
              <a:gd name="csY49" fmla="*/ 1969579 h 4812988"/>
              <a:gd name="csX50" fmla="*/ 3670126 w 11034751"/>
              <a:gd name="csY50" fmla="*/ 1919475 h 4812988"/>
              <a:gd name="csX51" fmla="*/ 3832965 w 11034751"/>
              <a:gd name="csY51" fmla="*/ 1919475 h 4812988"/>
              <a:gd name="csX52" fmla="*/ 4096011 w 11034751"/>
              <a:gd name="csY52" fmla="*/ 1894423 h 4812988"/>
              <a:gd name="csX53" fmla="*/ 4246324 w 11034751"/>
              <a:gd name="csY53" fmla="*/ 1906949 h 4812988"/>
              <a:gd name="csX54" fmla="*/ 4421688 w 11034751"/>
              <a:gd name="csY54" fmla="*/ 1994631 h 4812988"/>
              <a:gd name="csX55" fmla="*/ 4421688 w 11034751"/>
              <a:gd name="csY55" fmla="*/ 1994631 h 4812988"/>
              <a:gd name="csX56" fmla="*/ 4359058 w 11034751"/>
              <a:gd name="csY56" fmla="*/ 1844319 h 4812988"/>
              <a:gd name="csX57" fmla="*/ 4559474 w 11034751"/>
              <a:gd name="csY57" fmla="*/ 1844319 h 4812988"/>
              <a:gd name="csX58" fmla="*/ 4747365 w 11034751"/>
              <a:gd name="csY58" fmla="*/ 1869371 h 4812988"/>
              <a:gd name="csX59" fmla="*/ 4835047 w 11034751"/>
              <a:gd name="csY59" fmla="*/ 1869371 h 4812988"/>
              <a:gd name="csX60" fmla="*/ 5022937 w 11034751"/>
              <a:gd name="csY60" fmla="*/ 1769163 h 4812988"/>
              <a:gd name="csX61" fmla="*/ 5260932 w 11034751"/>
              <a:gd name="csY61" fmla="*/ 1794215 h 4812988"/>
              <a:gd name="csX62" fmla="*/ 5411244 w 11034751"/>
              <a:gd name="csY62" fmla="*/ 1819267 h 4812988"/>
              <a:gd name="csX63" fmla="*/ 5599135 w 11034751"/>
              <a:gd name="csY63" fmla="*/ 1781689 h 4812988"/>
              <a:gd name="csX64" fmla="*/ 5736921 w 11034751"/>
              <a:gd name="csY64" fmla="*/ 1794215 h 4812988"/>
              <a:gd name="csX65" fmla="*/ 5799551 w 11034751"/>
              <a:gd name="csY65" fmla="*/ 1794215 h 4812988"/>
              <a:gd name="csX66" fmla="*/ 6137754 w 11034751"/>
              <a:gd name="csY66" fmla="*/ 1631377 h 4812988"/>
              <a:gd name="csX67" fmla="*/ 6363222 w 11034751"/>
              <a:gd name="csY67" fmla="*/ 1593799 h 4812988"/>
              <a:gd name="csX68" fmla="*/ 6551113 w 11034751"/>
              <a:gd name="csY68" fmla="*/ 1481064 h 4812988"/>
              <a:gd name="csX69" fmla="*/ 6713951 w 11034751"/>
              <a:gd name="csY69" fmla="*/ 1493590 h 4812988"/>
              <a:gd name="csX70" fmla="*/ 6851737 w 11034751"/>
              <a:gd name="csY70" fmla="*/ 1481064 h 4812988"/>
              <a:gd name="csX71" fmla="*/ 7002050 w 11034751"/>
              <a:gd name="csY71" fmla="*/ 1355804 h 4812988"/>
              <a:gd name="csX72" fmla="*/ 7214992 w 11034751"/>
              <a:gd name="csY72" fmla="*/ 1230544 h 4812988"/>
              <a:gd name="csX73" fmla="*/ 7340252 w 11034751"/>
              <a:gd name="csY73" fmla="*/ 1243070 h 4812988"/>
              <a:gd name="csX74" fmla="*/ 7440461 w 11034751"/>
              <a:gd name="csY74" fmla="*/ 1255596 h 4812988"/>
              <a:gd name="csX75" fmla="*/ 7528143 w 11034751"/>
              <a:gd name="csY75" fmla="*/ 1255596 h 4812988"/>
              <a:gd name="csX76" fmla="*/ 7741085 w 11034751"/>
              <a:gd name="csY76" fmla="*/ 1218018 h 4812988"/>
              <a:gd name="csX77" fmla="*/ 7803715 w 11034751"/>
              <a:gd name="csY77" fmla="*/ 1167914 h 4812988"/>
              <a:gd name="csX78" fmla="*/ 7941502 w 11034751"/>
              <a:gd name="csY78" fmla="*/ 1180440 h 4812988"/>
              <a:gd name="csX79" fmla="*/ 7941502 w 11034751"/>
              <a:gd name="csY79" fmla="*/ 1180440 h 4812988"/>
              <a:gd name="csX80" fmla="*/ 8079288 w 11034751"/>
              <a:gd name="csY80" fmla="*/ 1130336 h 4812988"/>
              <a:gd name="csX81" fmla="*/ 8267179 w 11034751"/>
              <a:gd name="csY81" fmla="*/ 1042653 h 4812988"/>
              <a:gd name="csX82" fmla="*/ 8442543 w 11034751"/>
              <a:gd name="csY82" fmla="*/ 942445 h 4812988"/>
              <a:gd name="csX83" fmla="*/ 8517699 w 11034751"/>
              <a:gd name="csY83" fmla="*/ 854763 h 4812988"/>
              <a:gd name="csX84" fmla="*/ 8555277 w 11034751"/>
              <a:gd name="csY84" fmla="*/ 804659 h 4812988"/>
              <a:gd name="csX85" fmla="*/ 8705589 w 11034751"/>
              <a:gd name="csY85" fmla="*/ 779607 h 4812988"/>
              <a:gd name="csX86" fmla="*/ 8818324 w 11034751"/>
              <a:gd name="csY86" fmla="*/ 754555 h 4812988"/>
              <a:gd name="csX87" fmla="*/ 8931058 w 11034751"/>
              <a:gd name="csY87" fmla="*/ 716977 h 4812988"/>
              <a:gd name="csX88" fmla="*/ 8981162 w 11034751"/>
              <a:gd name="csY88" fmla="*/ 691925 h 4812988"/>
              <a:gd name="csX89" fmla="*/ 9228008 w 11034751"/>
              <a:gd name="csY89" fmla="*/ 691925 h 4812988"/>
              <a:gd name="csX90" fmla="*/ 9461911 w 11034751"/>
              <a:gd name="csY90" fmla="*/ 410423 h 4812988"/>
              <a:gd name="csX91" fmla="*/ 9955687 w 11034751"/>
              <a:gd name="csY91" fmla="*/ 123911 h 4812988"/>
              <a:gd name="csX92" fmla="*/ 10443367 w 11034751"/>
              <a:gd name="csY92" fmla="*/ 1991 h 4812988"/>
              <a:gd name="csX93" fmla="*/ 10866413 w 11034751"/>
              <a:gd name="csY93" fmla="*/ 89089 h 4812988"/>
              <a:gd name="csX94" fmla="*/ 10998103 w 11034751"/>
              <a:gd name="csY94" fmla="*/ 251926 h 4812988"/>
              <a:gd name="csX95" fmla="*/ 11034679 w 11034751"/>
              <a:gd name="csY95" fmla="*/ 629879 h 4812988"/>
              <a:gd name="csX96" fmla="*/ 10924951 w 11034751"/>
              <a:gd name="csY96" fmla="*/ 898102 h 4812988"/>
              <a:gd name="csX97" fmla="*/ 10784743 w 11034751"/>
              <a:gd name="csY97" fmla="*/ 1355303 h 4812988"/>
              <a:gd name="csX98" fmla="*/ 10321447 w 11034751"/>
              <a:gd name="csY98" fmla="*/ 1690582 h 4812988"/>
              <a:gd name="csX99" fmla="*/ 10236103 w 11034751"/>
              <a:gd name="csY99" fmla="*/ 2001478 h 4812988"/>
              <a:gd name="csX100" fmla="*/ 10028839 w 11034751"/>
              <a:gd name="csY100" fmla="*/ 2190454 h 4812988"/>
              <a:gd name="csX101" fmla="*/ 9766711 w 11034751"/>
              <a:gd name="csY101" fmla="*/ 2580598 h 4812988"/>
              <a:gd name="csX102" fmla="*/ 9663079 w 11034751"/>
              <a:gd name="csY102" fmla="*/ 2848822 h 4812988"/>
              <a:gd name="csX103" fmla="*/ 6103015 w 11034751"/>
              <a:gd name="csY103" fmla="*/ 4641046 h 4812988"/>
              <a:gd name="csX0" fmla="*/ 162839 w 11034751"/>
              <a:gd name="csY0" fmla="*/ 4812988 h 4812988"/>
              <a:gd name="csX1" fmla="*/ 125261 w 11034751"/>
              <a:gd name="csY1" fmla="*/ 4762883 h 4812988"/>
              <a:gd name="csX2" fmla="*/ 37579 w 11034751"/>
              <a:gd name="csY2" fmla="*/ 4612571 h 4812988"/>
              <a:gd name="csX3" fmla="*/ 62631 w 11034751"/>
              <a:gd name="csY3" fmla="*/ 4524889 h 4812988"/>
              <a:gd name="csX4" fmla="*/ 37579 w 11034751"/>
              <a:gd name="csY4" fmla="*/ 4399629 h 4812988"/>
              <a:gd name="csX5" fmla="*/ 0 w 11034751"/>
              <a:gd name="csY5" fmla="*/ 4324473 h 4812988"/>
              <a:gd name="csX6" fmla="*/ 62631 w 11034751"/>
              <a:gd name="csY6" fmla="*/ 4174160 h 4812988"/>
              <a:gd name="csX7" fmla="*/ 112735 w 11034751"/>
              <a:gd name="csY7" fmla="*/ 4061426 h 4812988"/>
              <a:gd name="csX8" fmla="*/ 175365 w 11034751"/>
              <a:gd name="csY8" fmla="*/ 3961218 h 4812988"/>
              <a:gd name="csX9" fmla="*/ 175365 w 11034751"/>
              <a:gd name="csY9" fmla="*/ 3961218 h 4812988"/>
              <a:gd name="csX10" fmla="*/ 288099 w 11034751"/>
              <a:gd name="csY10" fmla="*/ 3835957 h 4812988"/>
              <a:gd name="csX11" fmla="*/ 413359 w 11034751"/>
              <a:gd name="csY11" fmla="*/ 3785853 h 4812988"/>
              <a:gd name="csX12" fmla="*/ 413359 w 11034751"/>
              <a:gd name="csY12" fmla="*/ 3785853 h 4812988"/>
              <a:gd name="csX13" fmla="*/ 400833 w 11034751"/>
              <a:gd name="csY13" fmla="*/ 3673119 h 4812988"/>
              <a:gd name="csX14" fmla="*/ 300625 w 11034751"/>
              <a:gd name="csY14" fmla="*/ 3635541 h 4812988"/>
              <a:gd name="csX15" fmla="*/ 288099 w 11034751"/>
              <a:gd name="csY15" fmla="*/ 3597963 h 4812988"/>
              <a:gd name="csX16" fmla="*/ 338203 w 11034751"/>
              <a:gd name="csY16" fmla="*/ 3472703 h 4812988"/>
              <a:gd name="csX17" fmla="*/ 388307 w 11034751"/>
              <a:gd name="csY17" fmla="*/ 3397547 h 4812988"/>
              <a:gd name="csX18" fmla="*/ 488515 w 11034751"/>
              <a:gd name="csY18" fmla="*/ 3222182 h 4812988"/>
              <a:gd name="csX19" fmla="*/ 513568 w 11034751"/>
              <a:gd name="csY19" fmla="*/ 3147026 h 4812988"/>
              <a:gd name="csX20" fmla="*/ 626302 w 11034751"/>
              <a:gd name="csY20" fmla="*/ 3046818 h 4812988"/>
              <a:gd name="csX21" fmla="*/ 701458 w 11034751"/>
              <a:gd name="csY21" fmla="*/ 2984188 h 4812988"/>
              <a:gd name="csX22" fmla="*/ 801666 w 11034751"/>
              <a:gd name="csY22" fmla="*/ 2934083 h 4812988"/>
              <a:gd name="csX23" fmla="*/ 876822 w 11034751"/>
              <a:gd name="csY23" fmla="*/ 2883979 h 4812988"/>
              <a:gd name="csX24" fmla="*/ 989557 w 11034751"/>
              <a:gd name="csY24" fmla="*/ 2821349 h 4812988"/>
              <a:gd name="csX25" fmla="*/ 1052187 w 11034751"/>
              <a:gd name="csY25" fmla="*/ 2758719 h 4812988"/>
              <a:gd name="csX26" fmla="*/ 1152395 w 11034751"/>
              <a:gd name="csY26" fmla="*/ 2671037 h 4812988"/>
              <a:gd name="csX27" fmla="*/ 1302707 w 11034751"/>
              <a:gd name="csY27" fmla="*/ 2620933 h 4812988"/>
              <a:gd name="csX28" fmla="*/ 1427968 w 11034751"/>
              <a:gd name="csY28" fmla="*/ 2658511 h 4812988"/>
              <a:gd name="csX29" fmla="*/ 1427968 w 11034751"/>
              <a:gd name="csY29" fmla="*/ 2658511 h 4812988"/>
              <a:gd name="csX30" fmla="*/ 1365337 w 11034751"/>
              <a:gd name="csY30" fmla="*/ 2595881 h 4812988"/>
              <a:gd name="csX31" fmla="*/ 1402915 w 11034751"/>
              <a:gd name="csY31" fmla="*/ 2407990 h 4812988"/>
              <a:gd name="csX32" fmla="*/ 1528176 w 11034751"/>
              <a:gd name="csY32" fmla="*/ 2307782 h 4812988"/>
              <a:gd name="csX33" fmla="*/ 1628384 w 11034751"/>
              <a:gd name="csY33" fmla="*/ 2245152 h 4812988"/>
              <a:gd name="csX34" fmla="*/ 1653436 w 11034751"/>
              <a:gd name="csY34" fmla="*/ 2207574 h 4812988"/>
              <a:gd name="csX35" fmla="*/ 1816274 w 11034751"/>
              <a:gd name="csY35" fmla="*/ 2195048 h 4812988"/>
              <a:gd name="csX36" fmla="*/ 1966587 w 11034751"/>
              <a:gd name="csY36" fmla="*/ 2245152 h 4812988"/>
              <a:gd name="csX37" fmla="*/ 1966587 w 11034751"/>
              <a:gd name="csY37" fmla="*/ 2245152 h 4812988"/>
              <a:gd name="csX38" fmla="*/ 1966587 w 11034751"/>
              <a:gd name="csY38" fmla="*/ 2245152 h 4812988"/>
              <a:gd name="csX39" fmla="*/ 2079321 w 11034751"/>
              <a:gd name="csY39" fmla="*/ 2195048 h 4812988"/>
              <a:gd name="csX40" fmla="*/ 2229633 w 11034751"/>
              <a:gd name="csY40" fmla="*/ 2094840 h 4812988"/>
              <a:gd name="csX41" fmla="*/ 2467628 w 11034751"/>
              <a:gd name="csY41" fmla="*/ 2057262 h 4812988"/>
              <a:gd name="csX42" fmla="*/ 2642992 w 11034751"/>
              <a:gd name="csY42" fmla="*/ 2082314 h 4812988"/>
              <a:gd name="csX43" fmla="*/ 2743200 w 11034751"/>
              <a:gd name="csY43" fmla="*/ 2169996 h 4812988"/>
              <a:gd name="csX44" fmla="*/ 2868461 w 11034751"/>
              <a:gd name="csY44" fmla="*/ 2195048 h 4812988"/>
              <a:gd name="csX45" fmla="*/ 2705622 w 11034751"/>
              <a:gd name="csY45" fmla="*/ 2082314 h 4812988"/>
              <a:gd name="csX46" fmla="*/ 2793305 w 11034751"/>
              <a:gd name="csY46" fmla="*/ 1957053 h 4812988"/>
              <a:gd name="csX47" fmla="*/ 2956143 w 11034751"/>
              <a:gd name="csY47" fmla="*/ 1957053 h 4812988"/>
              <a:gd name="csX48" fmla="*/ 3156559 w 11034751"/>
              <a:gd name="csY48" fmla="*/ 1957053 h 4812988"/>
              <a:gd name="csX49" fmla="*/ 3319398 w 11034751"/>
              <a:gd name="csY49" fmla="*/ 1969579 h 4812988"/>
              <a:gd name="csX50" fmla="*/ 3670126 w 11034751"/>
              <a:gd name="csY50" fmla="*/ 1919475 h 4812988"/>
              <a:gd name="csX51" fmla="*/ 3832965 w 11034751"/>
              <a:gd name="csY51" fmla="*/ 1919475 h 4812988"/>
              <a:gd name="csX52" fmla="*/ 4096011 w 11034751"/>
              <a:gd name="csY52" fmla="*/ 1894423 h 4812988"/>
              <a:gd name="csX53" fmla="*/ 4246324 w 11034751"/>
              <a:gd name="csY53" fmla="*/ 1906949 h 4812988"/>
              <a:gd name="csX54" fmla="*/ 4421688 w 11034751"/>
              <a:gd name="csY54" fmla="*/ 1994631 h 4812988"/>
              <a:gd name="csX55" fmla="*/ 4421688 w 11034751"/>
              <a:gd name="csY55" fmla="*/ 1994631 h 4812988"/>
              <a:gd name="csX56" fmla="*/ 4359058 w 11034751"/>
              <a:gd name="csY56" fmla="*/ 1844319 h 4812988"/>
              <a:gd name="csX57" fmla="*/ 4559474 w 11034751"/>
              <a:gd name="csY57" fmla="*/ 1844319 h 4812988"/>
              <a:gd name="csX58" fmla="*/ 4747365 w 11034751"/>
              <a:gd name="csY58" fmla="*/ 1869371 h 4812988"/>
              <a:gd name="csX59" fmla="*/ 4835047 w 11034751"/>
              <a:gd name="csY59" fmla="*/ 1869371 h 4812988"/>
              <a:gd name="csX60" fmla="*/ 5022937 w 11034751"/>
              <a:gd name="csY60" fmla="*/ 1769163 h 4812988"/>
              <a:gd name="csX61" fmla="*/ 5260932 w 11034751"/>
              <a:gd name="csY61" fmla="*/ 1794215 h 4812988"/>
              <a:gd name="csX62" fmla="*/ 5411244 w 11034751"/>
              <a:gd name="csY62" fmla="*/ 1819267 h 4812988"/>
              <a:gd name="csX63" fmla="*/ 5599135 w 11034751"/>
              <a:gd name="csY63" fmla="*/ 1781689 h 4812988"/>
              <a:gd name="csX64" fmla="*/ 5736921 w 11034751"/>
              <a:gd name="csY64" fmla="*/ 1794215 h 4812988"/>
              <a:gd name="csX65" fmla="*/ 5799551 w 11034751"/>
              <a:gd name="csY65" fmla="*/ 1794215 h 4812988"/>
              <a:gd name="csX66" fmla="*/ 6137754 w 11034751"/>
              <a:gd name="csY66" fmla="*/ 1631377 h 4812988"/>
              <a:gd name="csX67" fmla="*/ 6363222 w 11034751"/>
              <a:gd name="csY67" fmla="*/ 1593799 h 4812988"/>
              <a:gd name="csX68" fmla="*/ 6551113 w 11034751"/>
              <a:gd name="csY68" fmla="*/ 1481064 h 4812988"/>
              <a:gd name="csX69" fmla="*/ 6713951 w 11034751"/>
              <a:gd name="csY69" fmla="*/ 1493590 h 4812988"/>
              <a:gd name="csX70" fmla="*/ 6851737 w 11034751"/>
              <a:gd name="csY70" fmla="*/ 1481064 h 4812988"/>
              <a:gd name="csX71" fmla="*/ 7002050 w 11034751"/>
              <a:gd name="csY71" fmla="*/ 1355804 h 4812988"/>
              <a:gd name="csX72" fmla="*/ 7214992 w 11034751"/>
              <a:gd name="csY72" fmla="*/ 1230544 h 4812988"/>
              <a:gd name="csX73" fmla="*/ 7340252 w 11034751"/>
              <a:gd name="csY73" fmla="*/ 1243070 h 4812988"/>
              <a:gd name="csX74" fmla="*/ 7440461 w 11034751"/>
              <a:gd name="csY74" fmla="*/ 1255596 h 4812988"/>
              <a:gd name="csX75" fmla="*/ 7528143 w 11034751"/>
              <a:gd name="csY75" fmla="*/ 1255596 h 4812988"/>
              <a:gd name="csX76" fmla="*/ 7741085 w 11034751"/>
              <a:gd name="csY76" fmla="*/ 1218018 h 4812988"/>
              <a:gd name="csX77" fmla="*/ 7803715 w 11034751"/>
              <a:gd name="csY77" fmla="*/ 1167914 h 4812988"/>
              <a:gd name="csX78" fmla="*/ 7941502 w 11034751"/>
              <a:gd name="csY78" fmla="*/ 1180440 h 4812988"/>
              <a:gd name="csX79" fmla="*/ 7941502 w 11034751"/>
              <a:gd name="csY79" fmla="*/ 1180440 h 4812988"/>
              <a:gd name="csX80" fmla="*/ 8079288 w 11034751"/>
              <a:gd name="csY80" fmla="*/ 1130336 h 4812988"/>
              <a:gd name="csX81" fmla="*/ 8267179 w 11034751"/>
              <a:gd name="csY81" fmla="*/ 1042653 h 4812988"/>
              <a:gd name="csX82" fmla="*/ 8442543 w 11034751"/>
              <a:gd name="csY82" fmla="*/ 942445 h 4812988"/>
              <a:gd name="csX83" fmla="*/ 8517699 w 11034751"/>
              <a:gd name="csY83" fmla="*/ 854763 h 4812988"/>
              <a:gd name="csX84" fmla="*/ 8555277 w 11034751"/>
              <a:gd name="csY84" fmla="*/ 804659 h 4812988"/>
              <a:gd name="csX85" fmla="*/ 8705589 w 11034751"/>
              <a:gd name="csY85" fmla="*/ 779607 h 4812988"/>
              <a:gd name="csX86" fmla="*/ 8818324 w 11034751"/>
              <a:gd name="csY86" fmla="*/ 754555 h 4812988"/>
              <a:gd name="csX87" fmla="*/ 8931058 w 11034751"/>
              <a:gd name="csY87" fmla="*/ 716977 h 4812988"/>
              <a:gd name="csX88" fmla="*/ 8981162 w 11034751"/>
              <a:gd name="csY88" fmla="*/ 691925 h 4812988"/>
              <a:gd name="csX89" fmla="*/ 9228008 w 11034751"/>
              <a:gd name="csY89" fmla="*/ 691925 h 4812988"/>
              <a:gd name="csX90" fmla="*/ 9461911 w 11034751"/>
              <a:gd name="csY90" fmla="*/ 410423 h 4812988"/>
              <a:gd name="csX91" fmla="*/ 9955687 w 11034751"/>
              <a:gd name="csY91" fmla="*/ 123911 h 4812988"/>
              <a:gd name="csX92" fmla="*/ 10443367 w 11034751"/>
              <a:gd name="csY92" fmla="*/ 1991 h 4812988"/>
              <a:gd name="csX93" fmla="*/ 10866413 w 11034751"/>
              <a:gd name="csY93" fmla="*/ 89089 h 4812988"/>
              <a:gd name="csX94" fmla="*/ 10998103 w 11034751"/>
              <a:gd name="csY94" fmla="*/ 251926 h 4812988"/>
              <a:gd name="csX95" fmla="*/ 11034679 w 11034751"/>
              <a:gd name="csY95" fmla="*/ 629879 h 4812988"/>
              <a:gd name="csX96" fmla="*/ 10924951 w 11034751"/>
              <a:gd name="csY96" fmla="*/ 898102 h 4812988"/>
              <a:gd name="csX97" fmla="*/ 10784743 w 11034751"/>
              <a:gd name="csY97" fmla="*/ 1355303 h 4812988"/>
              <a:gd name="csX98" fmla="*/ 10321447 w 11034751"/>
              <a:gd name="csY98" fmla="*/ 1690582 h 4812988"/>
              <a:gd name="csX99" fmla="*/ 10236103 w 11034751"/>
              <a:gd name="csY99" fmla="*/ 2001478 h 4812988"/>
              <a:gd name="csX100" fmla="*/ 10028839 w 11034751"/>
              <a:gd name="csY100" fmla="*/ 2190454 h 4812988"/>
              <a:gd name="csX101" fmla="*/ 9766711 w 11034751"/>
              <a:gd name="csY101" fmla="*/ 2580598 h 4812988"/>
              <a:gd name="csX102" fmla="*/ 9218071 w 11034751"/>
              <a:gd name="csY102" fmla="*/ 3251158 h 4812988"/>
              <a:gd name="csX103" fmla="*/ 6103015 w 11034751"/>
              <a:gd name="csY103" fmla="*/ 4641046 h 4812988"/>
              <a:gd name="csX0" fmla="*/ 162839 w 11034751"/>
              <a:gd name="csY0" fmla="*/ 4812988 h 4812988"/>
              <a:gd name="csX1" fmla="*/ 125261 w 11034751"/>
              <a:gd name="csY1" fmla="*/ 4762883 h 4812988"/>
              <a:gd name="csX2" fmla="*/ 37579 w 11034751"/>
              <a:gd name="csY2" fmla="*/ 4612571 h 4812988"/>
              <a:gd name="csX3" fmla="*/ 62631 w 11034751"/>
              <a:gd name="csY3" fmla="*/ 4524889 h 4812988"/>
              <a:gd name="csX4" fmla="*/ 37579 w 11034751"/>
              <a:gd name="csY4" fmla="*/ 4399629 h 4812988"/>
              <a:gd name="csX5" fmla="*/ 0 w 11034751"/>
              <a:gd name="csY5" fmla="*/ 4324473 h 4812988"/>
              <a:gd name="csX6" fmla="*/ 62631 w 11034751"/>
              <a:gd name="csY6" fmla="*/ 4174160 h 4812988"/>
              <a:gd name="csX7" fmla="*/ 112735 w 11034751"/>
              <a:gd name="csY7" fmla="*/ 4061426 h 4812988"/>
              <a:gd name="csX8" fmla="*/ 175365 w 11034751"/>
              <a:gd name="csY8" fmla="*/ 3961218 h 4812988"/>
              <a:gd name="csX9" fmla="*/ 175365 w 11034751"/>
              <a:gd name="csY9" fmla="*/ 3961218 h 4812988"/>
              <a:gd name="csX10" fmla="*/ 288099 w 11034751"/>
              <a:gd name="csY10" fmla="*/ 3835957 h 4812988"/>
              <a:gd name="csX11" fmla="*/ 413359 w 11034751"/>
              <a:gd name="csY11" fmla="*/ 3785853 h 4812988"/>
              <a:gd name="csX12" fmla="*/ 413359 w 11034751"/>
              <a:gd name="csY12" fmla="*/ 3785853 h 4812988"/>
              <a:gd name="csX13" fmla="*/ 400833 w 11034751"/>
              <a:gd name="csY13" fmla="*/ 3673119 h 4812988"/>
              <a:gd name="csX14" fmla="*/ 300625 w 11034751"/>
              <a:gd name="csY14" fmla="*/ 3635541 h 4812988"/>
              <a:gd name="csX15" fmla="*/ 288099 w 11034751"/>
              <a:gd name="csY15" fmla="*/ 3597963 h 4812988"/>
              <a:gd name="csX16" fmla="*/ 338203 w 11034751"/>
              <a:gd name="csY16" fmla="*/ 3472703 h 4812988"/>
              <a:gd name="csX17" fmla="*/ 388307 w 11034751"/>
              <a:gd name="csY17" fmla="*/ 3397547 h 4812988"/>
              <a:gd name="csX18" fmla="*/ 488515 w 11034751"/>
              <a:gd name="csY18" fmla="*/ 3222182 h 4812988"/>
              <a:gd name="csX19" fmla="*/ 513568 w 11034751"/>
              <a:gd name="csY19" fmla="*/ 3147026 h 4812988"/>
              <a:gd name="csX20" fmla="*/ 626302 w 11034751"/>
              <a:gd name="csY20" fmla="*/ 3046818 h 4812988"/>
              <a:gd name="csX21" fmla="*/ 701458 w 11034751"/>
              <a:gd name="csY21" fmla="*/ 2984188 h 4812988"/>
              <a:gd name="csX22" fmla="*/ 801666 w 11034751"/>
              <a:gd name="csY22" fmla="*/ 2934083 h 4812988"/>
              <a:gd name="csX23" fmla="*/ 876822 w 11034751"/>
              <a:gd name="csY23" fmla="*/ 2883979 h 4812988"/>
              <a:gd name="csX24" fmla="*/ 989557 w 11034751"/>
              <a:gd name="csY24" fmla="*/ 2821349 h 4812988"/>
              <a:gd name="csX25" fmla="*/ 1052187 w 11034751"/>
              <a:gd name="csY25" fmla="*/ 2758719 h 4812988"/>
              <a:gd name="csX26" fmla="*/ 1152395 w 11034751"/>
              <a:gd name="csY26" fmla="*/ 2671037 h 4812988"/>
              <a:gd name="csX27" fmla="*/ 1302707 w 11034751"/>
              <a:gd name="csY27" fmla="*/ 2620933 h 4812988"/>
              <a:gd name="csX28" fmla="*/ 1427968 w 11034751"/>
              <a:gd name="csY28" fmla="*/ 2658511 h 4812988"/>
              <a:gd name="csX29" fmla="*/ 1427968 w 11034751"/>
              <a:gd name="csY29" fmla="*/ 2658511 h 4812988"/>
              <a:gd name="csX30" fmla="*/ 1365337 w 11034751"/>
              <a:gd name="csY30" fmla="*/ 2595881 h 4812988"/>
              <a:gd name="csX31" fmla="*/ 1402915 w 11034751"/>
              <a:gd name="csY31" fmla="*/ 2407990 h 4812988"/>
              <a:gd name="csX32" fmla="*/ 1528176 w 11034751"/>
              <a:gd name="csY32" fmla="*/ 2307782 h 4812988"/>
              <a:gd name="csX33" fmla="*/ 1628384 w 11034751"/>
              <a:gd name="csY33" fmla="*/ 2245152 h 4812988"/>
              <a:gd name="csX34" fmla="*/ 1653436 w 11034751"/>
              <a:gd name="csY34" fmla="*/ 2207574 h 4812988"/>
              <a:gd name="csX35" fmla="*/ 1816274 w 11034751"/>
              <a:gd name="csY35" fmla="*/ 2195048 h 4812988"/>
              <a:gd name="csX36" fmla="*/ 1966587 w 11034751"/>
              <a:gd name="csY36" fmla="*/ 2245152 h 4812988"/>
              <a:gd name="csX37" fmla="*/ 1966587 w 11034751"/>
              <a:gd name="csY37" fmla="*/ 2245152 h 4812988"/>
              <a:gd name="csX38" fmla="*/ 1966587 w 11034751"/>
              <a:gd name="csY38" fmla="*/ 2245152 h 4812988"/>
              <a:gd name="csX39" fmla="*/ 2079321 w 11034751"/>
              <a:gd name="csY39" fmla="*/ 2195048 h 4812988"/>
              <a:gd name="csX40" fmla="*/ 2229633 w 11034751"/>
              <a:gd name="csY40" fmla="*/ 2094840 h 4812988"/>
              <a:gd name="csX41" fmla="*/ 2467628 w 11034751"/>
              <a:gd name="csY41" fmla="*/ 2057262 h 4812988"/>
              <a:gd name="csX42" fmla="*/ 2642992 w 11034751"/>
              <a:gd name="csY42" fmla="*/ 2082314 h 4812988"/>
              <a:gd name="csX43" fmla="*/ 2743200 w 11034751"/>
              <a:gd name="csY43" fmla="*/ 2169996 h 4812988"/>
              <a:gd name="csX44" fmla="*/ 2868461 w 11034751"/>
              <a:gd name="csY44" fmla="*/ 2195048 h 4812988"/>
              <a:gd name="csX45" fmla="*/ 2705622 w 11034751"/>
              <a:gd name="csY45" fmla="*/ 2082314 h 4812988"/>
              <a:gd name="csX46" fmla="*/ 2793305 w 11034751"/>
              <a:gd name="csY46" fmla="*/ 1957053 h 4812988"/>
              <a:gd name="csX47" fmla="*/ 2956143 w 11034751"/>
              <a:gd name="csY47" fmla="*/ 1957053 h 4812988"/>
              <a:gd name="csX48" fmla="*/ 3156559 w 11034751"/>
              <a:gd name="csY48" fmla="*/ 1957053 h 4812988"/>
              <a:gd name="csX49" fmla="*/ 3319398 w 11034751"/>
              <a:gd name="csY49" fmla="*/ 1969579 h 4812988"/>
              <a:gd name="csX50" fmla="*/ 3670126 w 11034751"/>
              <a:gd name="csY50" fmla="*/ 1919475 h 4812988"/>
              <a:gd name="csX51" fmla="*/ 3832965 w 11034751"/>
              <a:gd name="csY51" fmla="*/ 1919475 h 4812988"/>
              <a:gd name="csX52" fmla="*/ 4096011 w 11034751"/>
              <a:gd name="csY52" fmla="*/ 1894423 h 4812988"/>
              <a:gd name="csX53" fmla="*/ 4246324 w 11034751"/>
              <a:gd name="csY53" fmla="*/ 1906949 h 4812988"/>
              <a:gd name="csX54" fmla="*/ 4421688 w 11034751"/>
              <a:gd name="csY54" fmla="*/ 1994631 h 4812988"/>
              <a:gd name="csX55" fmla="*/ 4421688 w 11034751"/>
              <a:gd name="csY55" fmla="*/ 1994631 h 4812988"/>
              <a:gd name="csX56" fmla="*/ 4359058 w 11034751"/>
              <a:gd name="csY56" fmla="*/ 1844319 h 4812988"/>
              <a:gd name="csX57" fmla="*/ 4559474 w 11034751"/>
              <a:gd name="csY57" fmla="*/ 1844319 h 4812988"/>
              <a:gd name="csX58" fmla="*/ 4747365 w 11034751"/>
              <a:gd name="csY58" fmla="*/ 1869371 h 4812988"/>
              <a:gd name="csX59" fmla="*/ 4835047 w 11034751"/>
              <a:gd name="csY59" fmla="*/ 1869371 h 4812988"/>
              <a:gd name="csX60" fmla="*/ 5022937 w 11034751"/>
              <a:gd name="csY60" fmla="*/ 1769163 h 4812988"/>
              <a:gd name="csX61" fmla="*/ 5260932 w 11034751"/>
              <a:gd name="csY61" fmla="*/ 1794215 h 4812988"/>
              <a:gd name="csX62" fmla="*/ 5411244 w 11034751"/>
              <a:gd name="csY62" fmla="*/ 1819267 h 4812988"/>
              <a:gd name="csX63" fmla="*/ 5599135 w 11034751"/>
              <a:gd name="csY63" fmla="*/ 1781689 h 4812988"/>
              <a:gd name="csX64" fmla="*/ 5736921 w 11034751"/>
              <a:gd name="csY64" fmla="*/ 1794215 h 4812988"/>
              <a:gd name="csX65" fmla="*/ 5799551 w 11034751"/>
              <a:gd name="csY65" fmla="*/ 1794215 h 4812988"/>
              <a:gd name="csX66" fmla="*/ 6137754 w 11034751"/>
              <a:gd name="csY66" fmla="*/ 1631377 h 4812988"/>
              <a:gd name="csX67" fmla="*/ 6363222 w 11034751"/>
              <a:gd name="csY67" fmla="*/ 1593799 h 4812988"/>
              <a:gd name="csX68" fmla="*/ 6551113 w 11034751"/>
              <a:gd name="csY68" fmla="*/ 1481064 h 4812988"/>
              <a:gd name="csX69" fmla="*/ 6713951 w 11034751"/>
              <a:gd name="csY69" fmla="*/ 1493590 h 4812988"/>
              <a:gd name="csX70" fmla="*/ 6851737 w 11034751"/>
              <a:gd name="csY70" fmla="*/ 1481064 h 4812988"/>
              <a:gd name="csX71" fmla="*/ 7002050 w 11034751"/>
              <a:gd name="csY71" fmla="*/ 1355804 h 4812988"/>
              <a:gd name="csX72" fmla="*/ 7214992 w 11034751"/>
              <a:gd name="csY72" fmla="*/ 1230544 h 4812988"/>
              <a:gd name="csX73" fmla="*/ 7340252 w 11034751"/>
              <a:gd name="csY73" fmla="*/ 1243070 h 4812988"/>
              <a:gd name="csX74" fmla="*/ 7440461 w 11034751"/>
              <a:gd name="csY74" fmla="*/ 1255596 h 4812988"/>
              <a:gd name="csX75" fmla="*/ 7528143 w 11034751"/>
              <a:gd name="csY75" fmla="*/ 1255596 h 4812988"/>
              <a:gd name="csX76" fmla="*/ 7741085 w 11034751"/>
              <a:gd name="csY76" fmla="*/ 1218018 h 4812988"/>
              <a:gd name="csX77" fmla="*/ 7803715 w 11034751"/>
              <a:gd name="csY77" fmla="*/ 1167914 h 4812988"/>
              <a:gd name="csX78" fmla="*/ 7941502 w 11034751"/>
              <a:gd name="csY78" fmla="*/ 1180440 h 4812988"/>
              <a:gd name="csX79" fmla="*/ 7941502 w 11034751"/>
              <a:gd name="csY79" fmla="*/ 1180440 h 4812988"/>
              <a:gd name="csX80" fmla="*/ 8079288 w 11034751"/>
              <a:gd name="csY80" fmla="*/ 1130336 h 4812988"/>
              <a:gd name="csX81" fmla="*/ 8267179 w 11034751"/>
              <a:gd name="csY81" fmla="*/ 1042653 h 4812988"/>
              <a:gd name="csX82" fmla="*/ 8442543 w 11034751"/>
              <a:gd name="csY82" fmla="*/ 942445 h 4812988"/>
              <a:gd name="csX83" fmla="*/ 8517699 w 11034751"/>
              <a:gd name="csY83" fmla="*/ 854763 h 4812988"/>
              <a:gd name="csX84" fmla="*/ 8555277 w 11034751"/>
              <a:gd name="csY84" fmla="*/ 804659 h 4812988"/>
              <a:gd name="csX85" fmla="*/ 8705589 w 11034751"/>
              <a:gd name="csY85" fmla="*/ 779607 h 4812988"/>
              <a:gd name="csX86" fmla="*/ 8818324 w 11034751"/>
              <a:gd name="csY86" fmla="*/ 754555 h 4812988"/>
              <a:gd name="csX87" fmla="*/ 8931058 w 11034751"/>
              <a:gd name="csY87" fmla="*/ 716977 h 4812988"/>
              <a:gd name="csX88" fmla="*/ 8981162 w 11034751"/>
              <a:gd name="csY88" fmla="*/ 691925 h 4812988"/>
              <a:gd name="csX89" fmla="*/ 9228008 w 11034751"/>
              <a:gd name="csY89" fmla="*/ 691925 h 4812988"/>
              <a:gd name="csX90" fmla="*/ 9461911 w 11034751"/>
              <a:gd name="csY90" fmla="*/ 410423 h 4812988"/>
              <a:gd name="csX91" fmla="*/ 9955687 w 11034751"/>
              <a:gd name="csY91" fmla="*/ 123911 h 4812988"/>
              <a:gd name="csX92" fmla="*/ 10443367 w 11034751"/>
              <a:gd name="csY92" fmla="*/ 1991 h 4812988"/>
              <a:gd name="csX93" fmla="*/ 10866413 w 11034751"/>
              <a:gd name="csY93" fmla="*/ 89089 h 4812988"/>
              <a:gd name="csX94" fmla="*/ 10998103 w 11034751"/>
              <a:gd name="csY94" fmla="*/ 251926 h 4812988"/>
              <a:gd name="csX95" fmla="*/ 11034679 w 11034751"/>
              <a:gd name="csY95" fmla="*/ 629879 h 4812988"/>
              <a:gd name="csX96" fmla="*/ 10924951 w 11034751"/>
              <a:gd name="csY96" fmla="*/ 898102 h 4812988"/>
              <a:gd name="csX97" fmla="*/ 10784743 w 11034751"/>
              <a:gd name="csY97" fmla="*/ 1355303 h 4812988"/>
              <a:gd name="csX98" fmla="*/ 10321447 w 11034751"/>
              <a:gd name="csY98" fmla="*/ 1690582 h 4812988"/>
              <a:gd name="csX99" fmla="*/ 10236103 w 11034751"/>
              <a:gd name="csY99" fmla="*/ 2001478 h 4812988"/>
              <a:gd name="csX100" fmla="*/ 10028839 w 11034751"/>
              <a:gd name="csY100" fmla="*/ 2190454 h 4812988"/>
              <a:gd name="csX101" fmla="*/ 9766711 w 11034751"/>
              <a:gd name="csY101" fmla="*/ 2580598 h 4812988"/>
              <a:gd name="csX102" fmla="*/ 9583831 w 11034751"/>
              <a:gd name="csY102" fmla="*/ 2934166 h 4812988"/>
              <a:gd name="csX103" fmla="*/ 9218071 w 11034751"/>
              <a:gd name="csY103" fmla="*/ 3251158 h 4812988"/>
              <a:gd name="csX104" fmla="*/ 6103015 w 11034751"/>
              <a:gd name="csY104" fmla="*/ 4641046 h 4812988"/>
              <a:gd name="csX0" fmla="*/ 162839 w 11034751"/>
              <a:gd name="csY0" fmla="*/ 4812988 h 4812988"/>
              <a:gd name="csX1" fmla="*/ 125261 w 11034751"/>
              <a:gd name="csY1" fmla="*/ 4762883 h 4812988"/>
              <a:gd name="csX2" fmla="*/ 37579 w 11034751"/>
              <a:gd name="csY2" fmla="*/ 4612571 h 4812988"/>
              <a:gd name="csX3" fmla="*/ 62631 w 11034751"/>
              <a:gd name="csY3" fmla="*/ 4524889 h 4812988"/>
              <a:gd name="csX4" fmla="*/ 37579 w 11034751"/>
              <a:gd name="csY4" fmla="*/ 4399629 h 4812988"/>
              <a:gd name="csX5" fmla="*/ 0 w 11034751"/>
              <a:gd name="csY5" fmla="*/ 4324473 h 4812988"/>
              <a:gd name="csX6" fmla="*/ 62631 w 11034751"/>
              <a:gd name="csY6" fmla="*/ 4174160 h 4812988"/>
              <a:gd name="csX7" fmla="*/ 112735 w 11034751"/>
              <a:gd name="csY7" fmla="*/ 4061426 h 4812988"/>
              <a:gd name="csX8" fmla="*/ 175365 w 11034751"/>
              <a:gd name="csY8" fmla="*/ 3961218 h 4812988"/>
              <a:gd name="csX9" fmla="*/ 175365 w 11034751"/>
              <a:gd name="csY9" fmla="*/ 3961218 h 4812988"/>
              <a:gd name="csX10" fmla="*/ 288099 w 11034751"/>
              <a:gd name="csY10" fmla="*/ 3835957 h 4812988"/>
              <a:gd name="csX11" fmla="*/ 413359 w 11034751"/>
              <a:gd name="csY11" fmla="*/ 3785853 h 4812988"/>
              <a:gd name="csX12" fmla="*/ 413359 w 11034751"/>
              <a:gd name="csY12" fmla="*/ 3785853 h 4812988"/>
              <a:gd name="csX13" fmla="*/ 400833 w 11034751"/>
              <a:gd name="csY13" fmla="*/ 3673119 h 4812988"/>
              <a:gd name="csX14" fmla="*/ 300625 w 11034751"/>
              <a:gd name="csY14" fmla="*/ 3635541 h 4812988"/>
              <a:gd name="csX15" fmla="*/ 288099 w 11034751"/>
              <a:gd name="csY15" fmla="*/ 3597963 h 4812988"/>
              <a:gd name="csX16" fmla="*/ 338203 w 11034751"/>
              <a:gd name="csY16" fmla="*/ 3472703 h 4812988"/>
              <a:gd name="csX17" fmla="*/ 388307 w 11034751"/>
              <a:gd name="csY17" fmla="*/ 3397547 h 4812988"/>
              <a:gd name="csX18" fmla="*/ 488515 w 11034751"/>
              <a:gd name="csY18" fmla="*/ 3222182 h 4812988"/>
              <a:gd name="csX19" fmla="*/ 513568 w 11034751"/>
              <a:gd name="csY19" fmla="*/ 3147026 h 4812988"/>
              <a:gd name="csX20" fmla="*/ 626302 w 11034751"/>
              <a:gd name="csY20" fmla="*/ 3046818 h 4812988"/>
              <a:gd name="csX21" fmla="*/ 701458 w 11034751"/>
              <a:gd name="csY21" fmla="*/ 2984188 h 4812988"/>
              <a:gd name="csX22" fmla="*/ 801666 w 11034751"/>
              <a:gd name="csY22" fmla="*/ 2934083 h 4812988"/>
              <a:gd name="csX23" fmla="*/ 876822 w 11034751"/>
              <a:gd name="csY23" fmla="*/ 2883979 h 4812988"/>
              <a:gd name="csX24" fmla="*/ 989557 w 11034751"/>
              <a:gd name="csY24" fmla="*/ 2821349 h 4812988"/>
              <a:gd name="csX25" fmla="*/ 1052187 w 11034751"/>
              <a:gd name="csY25" fmla="*/ 2758719 h 4812988"/>
              <a:gd name="csX26" fmla="*/ 1152395 w 11034751"/>
              <a:gd name="csY26" fmla="*/ 2671037 h 4812988"/>
              <a:gd name="csX27" fmla="*/ 1302707 w 11034751"/>
              <a:gd name="csY27" fmla="*/ 2620933 h 4812988"/>
              <a:gd name="csX28" fmla="*/ 1427968 w 11034751"/>
              <a:gd name="csY28" fmla="*/ 2658511 h 4812988"/>
              <a:gd name="csX29" fmla="*/ 1427968 w 11034751"/>
              <a:gd name="csY29" fmla="*/ 2658511 h 4812988"/>
              <a:gd name="csX30" fmla="*/ 1365337 w 11034751"/>
              <a:gd name="csY30" fmla="*/ 2595881 h 4812988"/>
              <a:gd name="csX31" fmla="*/ 1402915 w 11034751"/>
              <a:gd name="csY31" fmla="*/ 2407990 h 4812988"/>
              <a:gd name="csX32" fmla="*/ 1528176 w 11034751"/>
              <a:gd name="csY32" fmla="*/ 2307782 h 4812988"/>
              <a:gd name="csX33" fmla="*/ 1628384 w 11034751"/>
              <a:gd name="csY33" fmla="*/ 2245152 h 4812988"/>
              <a:gd name="csX34" fmla="*/ 1653436 w 11034751"/>
              <a:gd name="csY34" fmla="*/ 2207574 h 4812988"/>
              <a:gd name="csX35" fmla="*/ 1816274 w 11034751"/>
              <a:gd name="csY35" fmla="*/ 2195048 h 4812988"/>
              <a:gd name="csX36" fmla="*/ 1966587 w 11034751"/>
              <a:gd name="csY36" fmla="*/ 2245152 h 4812988"/>
              <a:gd name="csX37" fmla="*/ 1966587 w 11034751"/>
              <a:gd name="csY37" fmla="*/ 2245152 h 4812988"/>
              <a:gd name="csX38" fmla="*/ 1966587 w 11034751"/>
              <a:gd name="csY38" fmla="*/ 2245152 h 4812988"/>
              <a:gd name="csX39" fmla="*/ 2079321 w 11034751"/>
              <a:gd name="csY39" fmla="*/ 2195048 h 4812988"/>
              <a:gd name="csX40" fmla="*/ 2229633 w 11034751"/>
              <a:gd name="csY40" fmla="*/ 2094840 h 4812988"/>
              <a:gd name="csX41" fmla="*/ 2467628 w 11034751"/>
              <a:gd name="csY41" fmla="*/ 2057262 h 4812988"/>
              <a:gd name="csX42" fmla="*/ 2642992 w 11034751"/>
              <a:gd name="csY42" fmla="*/ 2082314 h 4812988"/>
              <a:gd name="csX43" fmla="*/ 2743200 w 11034751"/>
              <a:gd name="csY43" fmla="*/ 2169996 h 4812988"/>
              <a:gd name="csX44" fmla="*/ 2868461 w 11034751"/>
              <a:gd name="csY44" fmla="*/ 2195048 h 4812988"/>
              <a:gd name="csX45" fmla="*/ 2705622 w 11034751"/>
              <a:gd name="csY45" fmla="*/ 2082314 h 4812988"/>
              <a:gd name="csX46" fmla="*/ 2793305 w 11034751"/>
              <a:gd name="csY46" fmla="*/ 1957053 h 4812988"/>
              <a:gd name="csX47" fmla="*/ 2956143 w 11034751"/>
              <a:gd name="csY47" fmla="*/ 1957053 h 4812988"/>
              <a:gd name="csX48" fmla="*/ 3156559 w 11034751"/>
              <a:gd name="csY48" fmla="*/ 1957053 h 4812988"/>
              <a:gd name="csX49" fmla="*/ 3319398 w 11034751"/>
              <a:gd name="csY49" fmla="*/ 1969579 h 4812988"/>
              <a:gd name="csX50" fmla="*/ 3670126 w 11034751"/>
              <a:gd name="csY50" fmla="*/ 1919475 h 4812988"/>
              <a:gd name="csX51" fmla="*/ 3832965 w 11034751"/>
              <a:gd name="csY51" fmla="*/ 1919475 h 4812988"/>
              <a:gd name="csX52" fmla="*/ 4096011 w 11034751"/>
              <a:gd name="csY52" fmla="*/ 1894423 h 4812988"/>
              <a:gd name="csX53" fmla="*/ 4246324 w 11034751"/>
              <a:gd name="csY53" fmla="*/ 1906949 h 4812988"/>
              <a:gd name="csX54" fmla="*/ 4421688 w 11034751"/>
              <a:gd name="csY54" fmla="*/ 1994631 h 4812988"/>
              <a:gd name="csX55" fmla="*/ 4421688 w 11034751"/>
              <a:gd name="csY55" fmla="*/ 1994631 h 4812988"/>
              <a:gd name="csX56" fmla="*/ 4359058 w 11034751"/>
              <a:gd name="csY56" fmla="*/ 1844319 h 4812988"/>
              <a:gd name="csX57" fmla="*/ 4559474 w 11034751"/>
              <a:gd name="csY57" fmla="*/ 1844319 h 4812988"/>
              <a:gd name="csX58" fmla="*/ 4747365 w 11034751"/>
              <a:gd name="csY58" fmla="*/ 1869371 h 4812988"/>
              <a:gd name="csX59" fmla="*/ 4835047 w 11034751"/>
              <a:gd name="csY59" fmla="*/ 1869371 h 4812988"/>
              <a:gd name="csX60" fmla="*/ 5022937 w 11034751"/>
              <a:gd name="csY60" fmla="*/ 1769163 h 4812988"/>
              <a:gd name="csX61" fmla="*/ 5260932 w 11034751"/>
              <a:gd name="csY61" fmla="*/ 1794215 h 4812988"/>
              <a:gd name="csX62" fmla="*/ 5411244 w 11034751"/>
              <a:gd name="csY62" fmla="*/ 1819267 h 4812988"/>
              <a:gd name="csX63" fmla="*/ 5599135 w 11034751"/>
              <a:gd name="csY63" fmla="*/ 1781689 h 4812988"/>
              <a:gd name="csX64" fmla="*/ 5736921 w 11034751"/>
              <a:gd name="csY64" fmla="*/ 1794215 h 4812988"/>
              <a:gd name="csX65" fmla="*/ 5799551 w 11034751"/>
              <a:gd name="csY65" fmla="*/ 1794215 h 4812988"/>
              <a:gd name="csX66" fmla="*/ 6137754 w 11034751"/>
              <a:gd name="csY66" fmla="*/ 1631377 h 4812988"/>
              <a:gd name="csX67" fmla="*/ 6363222 w 11034751"/>
              <a:gd name="csY67" fmla="*/ 1593799 h 4812988"/>
              <a:gd name="csX68" fmla="*/ 6551113 w 11034751"/>
              <a:gd name="csY68" fmla="*/ 1481064 h 4812988"/>
              <a:gd name="csX69" fmla="*/ 6713951 w 11034751"/>
              <a:gd name="csY69" fmla="*/ 1493590 h 4812988"/>
              <a:gd name="csX70" fmla="*/ 6851737 w 11034751"/>
              <a:gd name="csY70" fmla="*/ 1481064 h 4812988"/>
              <a:gd name="csX71" fmla="*/ 7002050 w 11034751"/>
              <a:gd name="csY71" fmla="*/ 1355804 h 4812988"/>
              <a:gd name="csX72" fmla="*/ 7214992 w 11034751"/>
              <a:gd name="csY72" fmla="*/ 1230544 h 4812988"/>
              <a:gd name="csX73" fmla="*/ 7340252 w 11034751"/>
              <a:gd name="csY73" fmla="*/ 1243070 h 4812988"/>
              <a:gd name="csX74" fmla="*/ 7440461 w 11034751"/>
              <a:gd name="csY74" fmla="*/ 1255596 h 4812988"/>
              <a:gd name="csX75" fmla="*/ 7528143 w 11034751"/>
              <a:gd name="csY75" fmla="*/ 1255596 h 4812988"/>
              <a:gd name="csX76" fmla="*/ 7741085 w 11034751"/>
              <a:gd name="csY76" fmla="*/ 1218018 h 4812988"/>
              <a:gd name="csX77" fmla="*/ 7803715 w 11034751"/>
              <a:gd name="csY77" fmla="*/ 1167914 h 4812988"/>
              <a:gd name="csX78" fmla="*/ 7941502 w 11034751"/>
              <a:gd name="csY78" fmla="*/ 1180440 h 4812988"/>
              <a:gd name="csX79" fmla="*/ 7941502 w 11034751"/>
              <a:gd name="csY79" fmla="*/ 1180440 h 4812988"/>
              <a:gd name="csX80" fmla="*/ 8079288 w 11034751"/>
              <a:gd name="csY80" fmla="*/ 1130336 h 4812988"/>
              <a:gd name="csX81" fmla="*/ 8267179 w 11034751"/>
              <a:gd name="csY81" fmla="*/ 1042653 h 4812988"/>
              <a:gd name="csX82" fmla="*/ 8442543 w 11034751"/>
              <a:gd name="csY82" fmla="*/ 942445 h 4812988"/>
              <a:gd name="csX83" fmla="*/ 8517699 w 11034751"/>
              <a:gd name="csY83" fmla="*/ 854763 h 4812988"/>
              <a:gd name="csX84" fmla="*/ 8555277 w 11034751"/>
              <a:gd name="csY84" fmla="*/ 804659 h 4812988"/>
              <a:gd name="csX85" fmla="*/ 8705589 w 11034751"/>
              <a:gd name="csY85" fmla="*/ 779607 h 4812988"/>
              <a:gd name="csX86" fmla="*/ 8818324 w 11034751"/>
              <a:gd name="csY86" fmla="*/ 754555 h 4812988"/>
              <a:gd name="csX87" fmla="*/ 8931058 w 11034751"/>
              <a:gd name="csY87" fmla="*/ 716977 h 4812988"/>
              <a:gd name="csX88" fmla="*/ 8981162 w 11034751"/>
              <a:gd name="csY88" fmla="*/ 691925 h 4812988"/>
              <a:gd name="csX89" fmla="*/ 9228008 w 11034751"/>
              <a:gd name="csY89" fmla="*/ 691925 h 4812988"/>
              <a:gd name="csX90" fmla="*/ 9461911 w 11034751"/>
              <a:gd name="csY90" fmla="*/ 410423 h 4812988"/>
              <a:gd name="csX91" fmla="*/ 9955687 w 11034751"/>
              <a:gd name="csY91" fmla="*/ 123911 h 4812988"/>
              <a:gd name="csX92" fmla="*/ 10443367 w 11034751"/>
              <a:gd name="csY92" fmla="*/ 1991 h 4812988"/>
              <a:gd name="csX93" fmla="*/ 10866413 w 11034751"/>
              <a:gd name="csY93" fmla="*/ 89089 h 4812988"/>
              <a:gd name="csX94" fmla="*/ 10998103 w 11034751"/>
              <a:gd name="csY94" fmla="*/ 251926 h 4812988"/>
              <a:gd name="csX95" fmla="*/ 11034679 w 11034751"/>
              <a:gd name="csY95" fmla="*/ 629879 h 4812988"/>
              <a:gd name="csX96" fmla="*/ 10924951 w 11034751"/>
              <a:gd name="csY96" fmla="*/ 898102 h 4812988"/>
              <a:gd name="csX97" fmla="*/ 10784743 w 11034751"/>
              <a:gd name="csY97" fmla="*/ 1355303 h 4812988"/>
              <a:gd name="csX98" fmla="*/ 10321447 w 11034751"/>
              <a:gd name="csY98" fmla="*/ 1690582 h 4812988"/>
              <a:gd name="csX99" fmla="*/ 10236103 w 11034751"/>
              <a:gd name="csY99" fmla="*/ 2001478 h 4812988"/>
              <a:gd name="csX100" fmla="*/ 10028839 w 11034751"/>
              <a:gd name="csY100" fmla="*/ 2190454 h 4812988"/>
              <a:gd name="csX101" fmla="*/ 9766711 w 11034751"/>
              <a:gd name="csY101" fmla="*/ 2580598 h 4812988"/>
              <a:gd name="csX102" fmla="*/ 9583831 w 11034751"/>
              <a:gd name="csY102" fmla="*/ 2934166 h 4812988"/>
              <a:gd name="csX103" fmla="*/ 9352183 w 11034751"/>
              <a:gd name="csY103" fmla="*/ 3092662 h 4812988"/>
              <a:gd name="csX104" fmla="*/ 9218071 w 11034751"/>
              <a:gd name="csY104" fmla="*/ 3251158 h 4812988"/>
              <a:gd name="csX105" fmla="*/ 6103015 w 11034751"/>
              <a:gd name="csY105" fmla="*/ 4641046 h 4812988"/>
              <a:gd name="csX0" fmla="*/ 162839 w 11034751"/>
              <a:gd name="csY0" fmla="*/ 4812988 h 4812988"/>
              <a:gd name="csX1" fmla="*/ 125261 w 11034751"/>
              <a:gd name="csY1" fmla="*/ 4762883 h 4812988"/>
              <a:gd name="csX2" fmla="*/ 37579 w 11034751"/>
              <a:gd name="csY2" fmla="*/ 4612571 h 4812988"/>
              <a:gd name="csX3" fmla="*/ 62631 w 11034751"/>
              <a:gd name="csY3" fmla="*/ 4524889 h 4812988"/>
              <a:gd name="csX4" fmla="*/ 37579 w 11034751"/>
              <a:gd name="csY4" fmla="*/ 4399629 h 4812988"/>
              <a:gd name="csX5" fmla="*/ 0 w 11034751"/>
              <a:gd name="csY5" fmla="*/ 4324473 h 4812988"/>
              <a:gd name="csX6" fmla="*/ 62631 w 11034751"/>
              <a:gd name="csY6" fmla="*/ 4174160 h 4812988"/>
              <a:gd name="csX7" fmla="*/ 112735 w 11034751"/>
              <a:gd name="csY7" fmla="*/ 4061426 h 4812988"/>
              <a:gd name="csX8" fmla="*/ 175365 w 11034751"/>
              <a:gd name="csY8" fmla="*/ 3961218 h 4812988"/>
              <a:gd name="csX9" fmla="*/ 175365 w 11034751"/>
              <a:gd name="csY9" fmla="*/ 3961218 h 4812988"/>
              <a:gd name="csX10" fmla="*/ 288099 w 11034751"/>
              <a:gd name="csY10" fmla="*/ 3835957 h 4812988"/>
              <a:gd name="csX11" fmla="*/ 413359 w 11034751"/>
              <a:gd name="csY11" fmla="*/ 3785853 h 4812988"/>
              <a:gd name="csX12" fmla="*/ 413359 w 11034751"/>
              <a:gd name="csY12" fmla="*/ 3785853 h 4812988"/>
              <a:gd name="csX13" fmla="*/ 400833 w 11034751"/>
              <a:gd name="csY13" fmla="*/ 3673119 h 4812988"/>
              <a:gd name="csX14" fmla="*/ 300625 w 11034751"/>
              <a:gd name="csY14" fmla="*/ 3635541 h 4812988"/>
              <a:gd name="csX15" fmla="*/ 288099 w 11034751"/>
              <a:gd name="csY15" fmla="*/ 3597963 h 4812988"/>
              <a:gd name="csX16" fmla="*/ 338203 w 11034751"/>
              <a:gd name="csY16" fmla="*/ 3472703 h 4812988"/>
              <a:gd name="csX17" fmla="*/ 388307 w 11034751"/>
              <a:gd name="csY17" fmla="*/ 3397547 h 4812988"/>
              <a:gd name="csX18" fmla="*/ 488515 w 11034751"/>
              <a:gd name="csY18" fmla="*/ 3222182 h 4812988"/>
              <a:gd name="csX19" fmla="*/ 513568 w 11034751"/>
              <a:gd name="csY19" fmla="*/ 3147026 h 4812988"/>
              <a:gd name="csX20" fmla="*/ 626302 w 11034751"/>
              <a:gd name="csY20" fmla="*/ 3046818 h 4812988"/>
              <a:gd name="csX21" fmla="*/ 701458 w 11034751"/>
              <a:gd name="csY21" fmla="*/ 2984188 h 4812988"/>
              <a:gd name="csX22" fmla="*/ 801666 w 11034751"/>
              <a:gd name="csY22" fmla="*/ 2934083 h 4812988"/>
              <a:gd name="csX23" fmla="*/ 876822 w 11034751"/>
              <a:gd name="csY23" fmla="*/ 2883979 h 4812988"/>
              <a:gd name="csX24" fmla="*/ 989557 w 11034751"/>
              <a:gd name="csY24" fmla="*/ 2821349 h 4812988"/>
              <a:gd name="csX25" fmla="*/ 1052187 w 11034751"/>
              <a:gd name="csY25" fmla="*/ 2758719 h 4812988"/>
              <a:gd name="csX26" fmla="*/ 1152395 w 11034751"/>
              <a:gd name="csY26" fmla="*/ 2671037 h 4812988"/>
              <a:gd name="csX27" fmla="*/ 1302707 w 11034751"/>
              <a:gd name="csY27" fmla="*/ 2620933 h 4812988"/>
              <a:gd name="csX28" fmla="*/ 1427968 w 11034751"/>
              <a:gd name="csY28" fmla="*/ 2658511 h 4812988"/>
              <a:gd name="csX29" fmla="*/ 1427968 w 11034751"/>
              <a:gd name="csY29" fmla="*/ 2658511 h 4812988"/>
              <a:gd name="csX30" fmla="*/ 1365337 w 11034751"/>
              <a:gd name="csY30" fmla="*/ 2595881 h 4812988"/>
              <a:gd name="csX31" fmla="*/ 1402915 w 11034751"/>
              <a:gd name="csY31" fmla="*/ 2407990 h 4812988"/>
              <a:gd name="csX32" fmla="*/ 1528176 w 11034751"/>
              <a:gd name="csY32" fmla="*/ 2307782 h 4812988"/>
              <a:gd name="csX33" fmla="*/ 1628384 w 11034751"/>
              <a:gd name="csY33" fmla="*/ 2245152 h 4812988"/>
              <a:gd name="csX34" fmla="*/ 1653436 w 11034751"/>
              <a:gd name="csY34" fmla="*/ 2207574 h 4812988"/>
              <a:gd name="csX35" fmla="*/ 1816274 w 11034751"/>
              <a:gd name="csY35" fmla="*/ 2195048 h 4812988"/>
              <a:gd name="csX36" fmla="*/ 1966587 w 11034751"/>
              <a:gd name="csY36" fmla="*/ 2245152 h 4812988"/>
              <a:gd name="csX37" fmla="*/ 1966587 w 11034751"/>
              <a:gd name="csY37" fmla="*/ 2245152 h 4812988"/>
              <a:gd name="csX38" fmla="*/ 1966587 w 11034751"/>
              <a:gd name="csY38" fmla="*/ 2245152 h 4812988"/>
              <a:gd name="csX39" fmla="*/ 2079321 w 11034751"/>
              <a:gd name="csY39" fmla="*/ 2195048 h 4812988"/>
              <a:gd name="csX40" fmla="*/ 2229633 w 11034751"/>
              <a:gd name="csY40" fmla="*/ 2094840 h 4812988"/>
              <a:gd name="csX41" fmla="*/ 2467628 w 11034751"/>
              <a:gd name="csY41" fmla="*/ 2057262 h 4812988"/>
              <a:gd name="csX42" fmla="*/ 2642992 w 11034751"/>
              <a:gd name="csY42" fmla="*/ 2082314 h 4812988"/>
              <a:gd name="csX43" fmla="*/ 2743200 w 11034751"/>
              <a:gd name="csY43" fmla="*/ 2169996 h 4812988"/>
              <a:gd name="csX44" fmla="*/ 2868461 w 11034751"/>
              <a:gd name="csY44" fmla="*/ 2195048 h 4812988"/>
              <a:gd name="csX45" fmla="*/ 2705622 w 11034751"/>
              <a:gd name="csY45" fmla="*/ 2082314 h 4812988"/>
              <a:gd name="csX46" fmla="*/ 2793305 w 11034751"/>
              <a:gd name="csY46" fmla="*/ 1957053 h 4812988"/>
              <a:gd name="csX47" fmla="*/ 2956143 w 11034751"/>
              <a:gd name="csY47" fmla="*/ 1957053 h 4812988"/>
              <a:gd name="csX48" fmla="*/ 3156559 w 11034751"/>
              <a:gd name="csY48" fmla="*/ 1957053 h 4812988"/>
              <a:gd name="csX49" fmla="*/ 3319398 w 11034751"/>
              <a:gd name="csY49" fmla="*/ 1969579 h 4812988"/>
              <a:gd name="csX50" fmla="*/ 3670126 w 11034751"/>
              <a:gd name="csY50" fmla="*/ 1919475 h 4812988"/>
              <a:gd name="csX51" fmla="*/ 3832965 w 11034751"/>
              <a:gd name="csY51" fmla="*/ 1919475 h 4812988"/>
              <a:gd name="csX52" fmla="*/ 4096011 w 11034751"/>
              <a:gd name="csY52" fmla="*/ 1894423 h 4812988"/>
              <a:gd name="csX53" fmla="*/ 4246324 w 11034751"/>
              <a:gd name="csY53" fmla="*/ 1906949 h 4812988"/>
              <a:gd name="csX54" fmla="*/ 4421688 w 11034751"/>
              <a:gd name="csY54" fmla="*/ 1994631 h 4812988"/>
              <a:gd name="csX55" fmla="*/ 4421688 w 11034751"/>
              <a:gd name="csY55" fmla="*/ 1994631 h 4812988"/>
              <a:gd name="csX56" fmla="*/ 4359058 w 11034751"/>
              <a:gd name="csY56" fmla="*/ 1844319 h 4812988"/>
              <a:gd name="csX57" fmla="*/ 4559474 w 11034751"/>
              <a:gd name="csY57" fmla="*/ 1844319 h 4812988"/>
              <a:gd name="csX58" fmla="*/ 4747365 w 11034751"/>
              <a:gd name="csY58" fmla="*/ 1869371 h 4812988"/>
              <a:gd name="csX59" fmla="*/ 4835047 w 11034751"/>
              <a:gd name="csY59" fmla="*/ 1869371 h 4812988"/>
              <a:gd name="csX60" fmla="*/ 5022937 w 11034751"/>
              <a:gd name="csY60" fmla="*/ 1769163 h 4812988"/>
              <a:gd name="csX61" fmla="*/ 5260932 w 11034751"/>
              <a:gd name="csY61" fmla="*/ 1794215 h 4812988"/>
              <a:gd name="csX62" fmla="*/ 5411244 w 11034751"/>
              <a:gd name="csY62" fmla="*/ 1819267 h 4812988"/>
              <a:gd name="csX63" fmla="*/ 5599135 w 11034751"/>
              <a:gd name="csY63" fmla="*/ 1781689 h 4812988"/>
              <a:gd name="csX64" fmla="*/ 5736921 w 11034751"/>
              <a:gd name="csY64" fmla="*/ 1794215 h 4812988"/>
              <a:gd name="csX65" fmla="*/ 5799551 w 11034751"/>
              <a:gd name="csY65" fmla="*/ 1794215 h 4812988"/>
              <a:gd name="csX66" fmla="*/ 6137754 w 11034751"/>
              <a:gd name="csY66" fmla="*/ 1631377 h 4812988"/>
              <a:gd name="csX67" fmla="*/ 6363222 w 11034751"/>
              <a:gd name="csY67" fmla="*/ 1593799 h 4812988"/>
              <a:gd name="csX68" fmla="*/ 6551113 w 11034751"/>
              <a:gd name="csY68" fmla="*/ 1481064 h 4812988"/>
              <a:gd name="csX69" fmla="*/ 6713951 w 11034751"/>
              <a:gd name="csY69" fmla="*/ 1493590 h 4812988"/>
              <a:gd name="csX70" fmla="*/ 6851737 w 11034751"/>
              <a:gd name="csY70" fmla="*/ 1481064 h 4812988"/>
              <a:gd name="csX71" fmla="*/ 7002050 w 11034751"/>
              <a:gd name="csY71" fmla="*/ 1355804 h 4812988"/>
              <a:gd name="csX72" fmla="*/ 7214992 w 11034751"/>
              <a:gd name="csY72" fmla="*/ 1230544 h 4812988"/>
              <a:gd name="csX73" fmla="*/ 7340252 w 11034751"/>
              <a:gd name="csY73" fmla="*/ 1243070 h 4812988"/>
              <a:gd name="csX74" fmla="*/ 7440461 w 11034751"/>
              <a:gd name="csY74" fmla="*/ 1255596 h 4812988"/>
              <a:gd name="csX75" fmla="*/ 7528143 w 11034751"/>
              <a:gd name="csY75" fmla="*/ 1255596 h 4812988"/>
              <a:gd name="csX76" fmla="*/ 7741085 w 11034751"/>
              <a:gd name="csY76" fmla="*/ 1218018 h 4812988"/>
              <a:gd name="csX77" fmla="*/ 7803715 w 11034751"/>
              <a:gd name="csY77" fmla="*/ 1167914 h 4812988"/>
              <a:gd name="csX78" fmla="*/ 7941502 w 11034751"/>
              <a:gd name="csY78" fmla="*/ 1180440 h 4812988"/>
              <a:gd name="csX79" fmla="*/ 7941502 w 11034751"/>
              <a:gd name="csY79" fmla="*/ 1180440 h 4812988"/>
              <a:gd name="csX80" fmla="*/ 8079288 w 11034751"/>
              <a:gd name="csY80" fmla="*/ 1130336 h 4812988"/>
              <a:gd name="csX81" fmla="*/ 8267179 w 11034751"/>
              <a:gd name="csY81" fmla="*/ 1042653 h 4812988"/>
              <a:gd name="csX82" fmla="*/ 8442543 w 11034751"/>
              <a:gd name="csY82" fmla="*/ 942445 h 4812988"/>
              <a:gd name="csX83" fmla="*/ 8517699 w 11034751"/>
              <a:gd name="csY83" fmla="*/ 854763 h 4812988"/>
              <a:gd name="csX84" fmla="*/ 8555277 w 11034751"/>
              <a:gd name="csY84" fmla="*/ 804659 h 4812988"/>
              <a:gd name="csX85" fmla="*/ 8705589 w 11034751"/>
              <a:gd name="csY85" fmla="*/ 779607 h 4812988"/>
              <a:gd name="csX86" fmla="*/ 8818324 w 11034751"/>
              <a:gd name="csY86" fmla="*/ 754555 h 4812988"/>
              <a:gd name="csX87" fmla="*/ 8931058 w 11034751"/>
              <a:gd name="csY87" fmla="*/ 716977 h 4812988"/>
              <a:gd name="csX88" fmla="*/ 8981162 w 11034751"/>
              <a:gd name="csY88" fmla="*/ 691925 h 4812988"/>
              <a:gd name="csX89" fmla="*/ 9228008 w 11034751"/>
              <a:gd name="csY89" fmla="*/ 691925 h 4812988"/>
              <a:gd name="csX90" fmla="*/ 9461911 w 11034751"/>
              <a:gd name="csY90" fmla="*/ 410423 h 4812988"/>
              <a:gd name="csX91" fmla="*/ 9955687 w 11034751"/>
              <a:gd name="csY91" fmla="*/ 123911 h 4812988"/>
              <a:gd name="csX92" fmla="*/ 10443367 w 11034751"/>
              <a:gd name="csY92" fmla="*/ 1991 h 4812988"/>
              <a:gd name="csX93" fmla="*/ 10866413 w 11034751"/>
              <a:gd name="csY93" fmla="*/ 89089 h 4812988"/>
              <a:gd name="csX94" fmla="*/ 10998103 w 11034751"/>
              <a:gd name="csY94" fmla="*/ 251926 h 4812988"/>
              <a:gd name="csX95" fmla="*/ 11034679 w 11034751"/>
              <a:gd name="csY95" fmla="*/ 629879 h 4812988"/>
              <a:gd name="csX96" fmla="*/ 10924951 w 11034751"/>
              <a:gd name="csY96" fmla="*/ 898102 h 4812988"/>
              <a:gd name="csX97" fmla="*/ 10784743 w 11034751"/>
              <a:gd name="csY97" fmla="*/ 1355303 h 4812988"/>
              <a:gd name="csX98" fmla="*/ 10321447 w 11034751"/>
              <a:gd name="csY98" fmla="*/ 1690582 h 4812988"/>
              <a:gd name="csX99" fmla="*/ 10236103 w 11034751"/>
              <a:gd name="csY99" fmla="*/ 2001478 h 4812988"/>
              <a:gd name="csX100" fmla="*/ 10028839 w 11034751"/>
              <a:gd name="csY100" fmla="*/ 2190454 h 4812988"/>
              <a:gd name="csX101" fmla="*/ 9766711 w 11034751"/>
              <a:gd name="csY101" fmla="*/ 2580598 h 4812988"/>
              <a:gd name="csX102" fmla="*/ 9583831 w 11034751"/>
              <a:gd name="csY102" fmla="*/ 2934166 h 4812988"/>
              <a:gd name="csX103" fmla="*/ 9352183 w 11034751"/>
              <a:gd name="csY103" fmla="*/ 3092662 h 4812988"/>
              <a:gd name="csX104" fmla="*/ 8254903 w 11034751"/>
              <a:gd name="csY104" fmla="*/ 3915622 h 4812988"/>
              <a:gd name="csX105" fmla="*/ 6103015 w 11034751"/>
              <a:gd name="csY105" fmla="*/ 4641046 h 4812988"/>
              <a:gd name="csX0" fmla="*/ 162839 w 11034751"/>
              <a:gd name="csY0" fmla="*/ 4812988 h 4812988"/>
              <a:gd name="csX1" fmla="*/ 125261 w 11034751"/>
              <a:gd name="csY1" fmla="*/ 4762883 h 4812988"/>
              <a:gd name="csX2" fmla="*/ 37579 w 11034751"/>
              <a:gd name="csY2" fmla="*/ 4612571 h 4812988"/>
              <a:gd name="csX3" fmla="*/ 62631 w 11034751"/>
              <a:gd name="csY3" fmla="*/ 4524889 h 4812988"/>
              <a:gd name="csX4" fmla="*/ 37579 w 11034751"/>
              <a:gd name="csY4" fmla="*/ 4399629 h 4812988"/>
              <a:gd name="csX5" fmla="*/ 0 w 11034751"/>
              <a:gd name="csY5" fmla="*/ 4324473 h 4812988"/>
              <a:gd name="csX6" fmla="*/ 62631 w 11034751"/>
              <a:gd name="csY6" fmla="*/ 4174160 h 4812988"/>
              <a:gd name="csX7" fmla="*/ 112735 w 11034751"/>
              <a:gd name="csY7" fmla="*/ 4061426 h 4812988"/>
              <a:gd name="csX8" fmla="*/ 175365 w 11034751"/>
              <a:gd name="csY8" fmla="*/ 3961218 h 4812988"/>
              <a:gd name="csX9" fmla="*/ 175365 w 11034751"/>
              <a:gd name="csY9" fmla="*/ 3961218 h 4812988"/>
              <a:gd name="csX10" fmla="*/ 288099 w 11034751"/>
              <a:gd name="csY10" fmla="*/ 3835957 h 4812988"/>
              <a:gd name="csX11" fmla="*/ 413359 w 11034751"/>
              <a:gd name="csY11" fmla="*/ 3785853 h 4812988"/>
              <a:gd name="csX12" fmla="*/ 413359 w 11034751"/>
              <a:gd name="csY12" fmla="*/ 3785853 h 4812988"/>
              <a:gd name="csX13" fmla="*/ 400833 w 11034751"/>
              <a:gd name="csY13" fmla="*/ 3673119 h 4812988"/>
              <a:gd name="csX14" fmla="*/ 300625 w 11034751"/>
              <a:gd name="csY14" fmla="*/ 3635541 h 4812988"/>
              <a:gd name="csX15" fmla="*/ 288099 w 11034751"/>
              <a:gd name="csY15" fmla="*/ 3597963 h 4812988"/>
              <a:gd name="csX16" fmla="*/ 338203 w 11034751"/>
              <a:gd name="csY16" fmla="*/ 3472703 h 4812988"/>
              <a:gd name="csX17" fmla="*/ 388307 w 11034751"/>
              <a:gd name="csY17" fmla="*/ 3397547 h 4812988"/>
              <a:gd name="csX18" fmla="*/ 488515 w 11034751"/>
              <a:gd name="csY18" fmla="*/ 3222182 h 4812988"/>
              <a:gd name="csX19" fmla="*/ 513568 w 11034751"/>
              <a:gd name="csY19" fmla="*/ 3147026 h 4812988"/>
              <a:gd name="csX20" fmla="*/ 626302 w 11034751"/>
              <a:gd name="csY20" fmla="*/ 3046818 h 4812988"/>
              <a:gd name="csX21" fmla="*/ 701458 w 11034751"/>
              <a:gd name="csY21" fmla="*/ 2984188 h 4812988"/>
              <a:gd name="csX22" fmla="*/ 801666 w 11034751"/>
              <a:gd name="csY22" fmla="*/ 2934083 h 4812988"/>
              <a:gd name="csX23" fmla="*/ 876822 w 11034751"/>
              <a:gd name="csY23" fmla="*/ 2883979 h 4812988"/>
              <a:gd name="csX24" fmla="*/ 989557 w 11034751"/>
              <a:gd name="csY24" fmla="*/ 2821349 h 4812988"/>
              <a:gd name="csX25" fmla="*/ 1052187 w 11034751"/>
              <a:gd name="csY25" fmla="*/ 2758719 h 4812988"/>
              <a:gd name="csX26" fmla="*/ 1152395 w 11034751"/>
              <a:gd name="csY26" fmla="*/ 2671037 h 4812988"/>
              <a:gd name="csX27" fmla="*/ 1302707 w 11034751"/>
              <a:gd name="csY27" fmla="*/ 2620933 h 4812988"/>
              <a:gd name="csX28" fmla="*/ 1427968 w 11034751"/>
              <a:gd name="csY28" fmla="*/ 2658511 h 4812988"/>
              <a:gd name="csX29" fmla="*/ 1427968 w 11034751"/>
              <a:gd name="csY29" fmla="*/ 2658511 h 4812988"/>
              <a:gd name="csX30" fmla="*/ 1365337 w 11034751"/>
              <a:gd name="csY30" fmla="*/ 2595881 h 4812988"/>
              <a:gd name="csX31" fmla="*/ 1402915 w 11034751"/>
              <a:gd name="csY31" fmla="*/ 2407990 h 4812988"/>
              <a:gd name="csX32" fmla="*/ 1528176 w 11034751"/>
              <a:gd name="csY32" fmla="*/ 2307782 h 4812988"/>
              <a:gd name="csX33" fmla="*/ 1628384 w 11034751"/>
              <a:gd name="csY33" fmla="*/ 2245152 h 4812988"/>
              <a:gd name="csX34" fmla="*/ 1653436 w 11034751"/>
              <a:gd name="csY34" fmla="*/ 2207574 h 4812988"/>
              <a:gd name="csX35" fmla="*/ 1816274 w 11034751"/>
              <a:gd name="csY35" fmla="*/ 2195048 h 4812988"/>
              <a:gd name="csX36" fmla="*/ 1966587 w 11034751"/>
              <a:gd name="csY36" fmla="*/ 2245152 h 4812988"/>
              <a:gd name="csX37" fmla="*/ 1966587 w 11034751"/>
              <a:gd name="csY37" fmla="*/ 2245152 h 4812988"/>
              <a:gd name="csX38" fmla="*/ 1966587 w 11034751"/>
              <a:gd name="csY38" fmla="*/ 2245152 h 4812988"/>
              <a:gd name="csX39" fmla="*/ 2079321 w 11034751"/>
              <a:gd name="csY39" fmla="*/ 2195048 h 4812988"/>
              <a:gd name="csX40" fmla="*/ 2229633 w 11034751"/>
              <a:gd name="csY40" fmla="*/ 2094840 h 4812988"/>
              <a:gd name="csX41" fmla="*/ 2467628 w 11034751"/>
              <a:gd name="csY41" fmla="*/ 2057262 h 4812988"/>
              <a:gd name="csX42" fmla="*/ 2642992 w 11034751"/>
              <a:gd name="csY42" fmla="*/ 2082314 h 4812988"/>
              <a:gd name="csX43" fmla="*/ 2743200 w 11034751"/>
              <a:gd name="csY43" fmla="*/ 2169996 h 4812988"/>
              <a:gd name="csX44" fmla="*/ 2868461 w 11034751"/>
              <a:gd name="csY44" fmla="*/ 2195048 h 4812988"/>
              <a:gd name="csX45" fmla="*/ 2705622 w 11034751"/>
              <a:gd name="csY45" fmla="*/ 2082314 h 4812988"/>
              <a:gd name="csX46" fmla="*/ 2793305 w 11034751"/>
              <a:gd name="csY46" fmla="*/ 1957053 h 4812988"/>
              <a:gd name="csX47" fmla="*/ 2956143 w 11034751"/>
              <a:gd name="csY47" fmla="*/ 1957053 h 4812988"/>
              <a:gd name="csX48" fmla="*/ 3156559 w 11034751"/>
              <a:gd name="csY48" fmla="*/ 1957053 h 4812988"/>
              <a:gd name="csX49" fmla="*/ 3319398 w 11034751"/>
              <a:gd name="csY49" fmla="*/ 1969579 h 4812988"/>
              <a:gd name="csX50" fmla="*/ 3670126 w 11034751"/>
              <a:gd name="csY50" fmla="*/ 1919475 h 4812988"/>
              <a:gd name="csX51" fmla="*/ 3832965 w 11034751"/>
              <a:gd name="csY51" fmla="*/ 1919475 h 4812988"/>
              <a:gd name="csX52" fmla="*/ 4096011 w 11034751"/>
              <a:gd name="csY52" fmla="*/ 1894423 h 4812988"/>
              <a:gd name="csX53" fmla="*/ 4246324 w 11034751"/>
              <a:gd name="csY53" fmla="*/ 1906949 h 4812988"/>
              <a:gd name="csX54" fmla="*/ 4421688 w 11034751"/>
              <a:gd name="csY54" fmla="*/ 1994631 h 4812988"/>
              <a:gd name="csX55" fmla="*/ 4421688 w 11034751"/>
              <a:gd name="csY55" fmla="*/ 1994631 h 4812988"/>
              <a:gd name="csX56" fmla="*/ 4359058 w 11034751"/>
              <a:gd name="csY56" fmla="*/ 1844319 h 4812988"/>
              <a:gd name="csX57" fmla="*/ 4559474 w 11034751"/>
              <a:gd name="csY57" fmla="*/ 1844319 h 4812988"/>
              <a:gd name="csX58" fmla="*/ 4747365 w 11034751"/>
              <a:gd name="csY58" fmla="*/ 1869371 h 4812988"/>
              <a:gd name="csX59" fmla="*/ 4835047 w 11034751"/>
              <a:gd name="csY59" fmla="*/ 1869371 h 4812988"/>
              <a:gd name="csX60" fmla="*/ 5022937 w 11034751"/>
              <a:gd name="csY60" fmla="*/ 1769163 h 4812988"/>
              <a:gd name="csX61" fmla="*/ 5260932 w 11034751"/>
              <a:gd name="csY61" fmla="*/ 1794215 h 4812988"/>
              <a:gd name="csX62" fmla="*/ 5411244 w 11034751"/>
              <a:gd name="csY62" fmla="*/ 1819267 h 4812988"/>
              <a:gd name="csX63" fmla="*/ 5599135 w 11034751"/>
              <a:gd name="csY63" fmla="*/ 1781689 h 4812988"/>
              <a:gd name="csX64" fmla="*/ 5736921 w 11034751"/>
              <a:gd name="csY64" fmla="*/ 1794215 h 4812988"/>
              <a:gd name="csX65" fmla="*/ 5799551 w 11034751"/>
              <a:gd name="csY65" fmla="*/ 1794215 h 4812988"/>
              <a:gd name="csX66" fmla="*/ 6137754 w 11034751"/>
              <a:gd name="csY66" fmla="*/ 1631377 h 4812988"/>
              <a:gd name="csX67" fmla="*/ 6363222 w 11034751"/>
              <a:gd name="csY67" fmla="*/ 1593799 h 4812988"/>
              <a:gd name="csX68" fmla="*/ 6551113 w 11034751"/>
              <a:gd name="csY68" fmla="*/ 1481064 h 4812988"/>
              <a:gd name="csX69" fmla="*/ 6713951 w 11034751"/>
              <a:gd name="csY69" fmla="*/ 1493590 h 4812988"/>
              <a:gd name="csX70" fmla="*/ 6851737 w 11034751"/>
              <a:gd name="csY70" fmla="*/ 1481064 h 4812988"/>
              <a:gd name="csX71" fmla="*/ 7002050 w 11034751"/>
              <a:gd name="csY71" fmla="*/ 1355804 h 4812988"/>
              <a:gd name="csX72" fmla="*/ 7214992 w 11034751"/>
              <a:gd name="csY72" fmla="*/ 1230544 h 4812988"/>
              <a:gd name="csX73" fmla="*/ 7340252 w 11034751"/>
              <a:gd name="csY73" fmla="*/ 1243070 h 4812988"/>
              <a:gd name="csX74" fmla="*/ 7440461 w 11034751"/>
              <a:gd name="csY74" fmla="*/ 1255596 h 4812988"/>
              <a:gd name="csX75" fmla="*/ 7528143 w 11034751"/>
              <a:gd name="csY75" fmla="*/ 1255596 h 4812988"/>
              <a:gd name="csX76" fmla="*/ 7741085 w 11034751"/>
              <a:gd name="csY76" fmla="*/ 1218018 h 4812988"/>
              <a:gd name="csX77" fmla="*/ 7803715 w 11034751"/>
              <a:gd name="csY77" fmla="*/ 1167914 h 4812988"/>
              <a:gd name="csX78" fmla="*/ 7941502 w 11034751"/>
              <a:gd name="csY78" fmla="*/ 1180440 h 4812988"/>
              <a:gd name="csX79" fmla="*/ 7941502 w 11034751"/>
              <a:gd name="csY79" fmla="*/ 1180440 h 4812988"/>
              <a:gd name="csX80" fmla="*/ 8079288 w 11034751"/>
              <a:gd name="csY80" fmla="*/ 1130336 h 4812988"/>
              <a:gd name="csX81" fmla="*/ 8267179 w 11034751"/>
              <a:gd name="csY81" fmla="*/ 1042653 h 4812988"/>
              <a:gd name="csX82" fmla="*/ 8442543 w 11034751"/>
              <a:gd name="csY82" fmla="*/ 942445 h 4812988"/>
              <a:gd name="csX83" fmla="*/ 8517699 w 11034751"/>
              <a:gd name="csY83" fmla="*/ 854763 h 4812988"/>
              <a:gd name="csX84" fmla="*/ 8555277 w 11034751"/>
              <a:gd name="csY84" fmla="*/ 804659 h 4812988"/>
              <a:gd name="csX85" fmla="*/ 8705589 w 11034751"/>
              <a:gd name="csY85" fmla="*/ 779607 h 4812988"/>
              <a:gd name="csX86" fmla="*/ 8818324 w 11034751"/>
              <a:gd name="csY86" fmla="*/ 754555 h 4812988"/>
              <a:gd name="csX87" fmla="*/ 8931058 w 11034751"/>
              <a:gd name="csY87" fmla="*/ 716977 h 4812988"/>
              <a:gd name="csX88" fmla="*/ 8981162 w 11034751"/>
              <a:gd name="csY88" fmla="*/ 691925 h 4812988"/>
              <a:gd name="csX89" fmla="*/ 9228008 w 11034751"/>
              <a:gd name="csY89" fmla="*/ 691925 h 4812988"/>
              <a:gd name="csX90" fmla="*/ 9461911 w 11034751"/>
              <a:gd name="csY90" fmla="*/ 410423 h 4812988"/>
              <a:gd name="csX91" fmla="*/ 9955687 w 11034751"/>
              <a:gd name="csY91" fmla="*/ 123911 h 4812988"/>
              <a:gd name="csX92" fmla="*/ 10443367 w 11034751"/>
              <a:gd name="csY92" fmla="*/ 1991 h 4812988"/>
              <a:gd name="csX93" fmla="*/ 10866413 w 11034751"/>
              <a:gd name="csY93" fmla="*/ 89089 h 4812988"/>
              <a:gd name="csX94" fmla="*/ 10998103 w 11034751"/>
              <a:gd name="csY94" fmla="*/ 251926 h 4812988"/>
              <a:gd name="csX95" fmla="*/ 11034679 w 11034751"/>
              <a:gd name="csY95" fmla="*/ 629879 h 4812988"/>
              <a:gd name="csX96" fmla="*/ 10924951 w 11034751"/>
              <a:gd name="csY96" fmla="*/ 898102 h 4812988"/>
              <a:gd name="csX97" fmla="*/ 10784743 w 11034751"/>
              <a:gd name="csY97" fmla="*/ 1355303 h 4812988"/>
              <a:gd name="csX98" fmla="*/ 10321447 w 11034751"/>
              <a:gd name="csY98" fmla="*/ 1690582 h 4812988"/>
              <a:gd name="csX99" fmla="*/ 10236103 w 11034751"/>
              <a:gd name="csY99" fmla="*/ 2001478 h 4812988"/>
              <a:gd name="csX100" fmla="*/ 10028839 w 11034751"/>
              <a:gd name="csY100" fmla="*/ 2190454 h 4812988"/>
              <a:gd name="csX101" fmla="*/ 9766711 w 11034751"/>
              <a:gd name="csY101" fmla="*/ 2580598 h 4812988"/>
              <a:gd name="csX102" fmla="*/ 9583831 w 11034751"/>
              <a:gd name="csY102" fmla="*/ 2934166 h 4812988"/>
              <a:gd name="csX103" fmla="*/ 9352183 w 11034751"/>
              <a:gd name="csY103" fmla="*/ 3092662 h 4812988"/>
              <a:gd name="csX104" fmla="*/ 8840119 w 11034751"/>
              <a:gd name="csY104" fmla="*/ 3452326 h 4812988"/>
              <a:gd name="csX105" fmla="*/ 8254903 w 11034751"/>
              <a:gd name="csY105" fmla="*/ 3915622 h 4812988"/>
              <a:gd name="csX106" fmla="*/ 6103015 w 11034751"/>
              <a:gd name="csY106" fmla="*/ 4641046 h 4812988"/>
              <a:gd name="csX0" fmla="*/ 162839 w 11034751"/>
              <a:gd name="csY0" fmla="*/ 4812988 h 4812988"/>
              <a:gd name="csX1" fmla="*/ 125261 w 11034751"/>
              <a:gd name="csY1" fmla="*/ 4762883 h 4812988"/>
              <a:gd name="csX2" fmla="*/ 37579 w 11034751"/>
              <a:gd name="csY2" fmla="*/ 4612571 h 4812988"/>
              <a:gd name="csX3" fmla="*/ 62631 w 11034751"/>
              <a:gd name="csY3" fmla="*/ 4524889 h 4812988"/>
              <a:gd name="csX4" fmla="*/ 37579 w 11034751"/>
              <a:gd name="csY4" fmla="*/ 4399629 h 4812988"/>
              <a:gd name="csX5" fmla="*/ 0 w 11034751"/>
              <a:gd name="csY5" fmla="*/ 4324473 h 4812988"/>
              <a:gd name="csX6" fmla="*/ 62631 w 11034751"/>
              <a:gd name="csY6" fmla="*/ 4174160 h 4812988"/>
              <a:gd name="csX7" fmla="*/ 112735 w 11034751"/>
              <a:gd name="csY7" fmla="*/ 4061426 h 4812988"/>
              <a:gd name="csX8" fmla="*/ 175365 w 11034751"/>
              <a:gd name="csY8" fmla="*/ 3961218 h 4812988"/>
              <a:gd name="csX9" fmla="*/ 175365 w 11034751"/>
              <a:gd name="csY9" fmla="*/ 3961218 h 4812988"/>
              <a:gd name="csX10" fmla="*/ 288099 w 11034751"/>
              <a:gd name="csY10" fmla="*/ 3835957 h 4812988"/>
              <a:gd name="csX11" fmla="*/ 413359 w 11034751"/>
              <a:gd name="csY11" fmla="*/ 3785853 h 4812988"/>
              <a:gd name="csX12" fmla="*/ 413359 w 11034751"/>
              <a:gd name="csY12" fmla="*/ 3785853 h 4812988"/>
              <a:gd name="csX13" fmla="*/ 400833 w 11034751"/>
              <a:gd name="csY13" fmla="*/ 3673119 h 4812988"/>
              <a:gd name="csX14" fmla="*/ 300625 w 11034751"/>
              <a:gd name="csY14" fmla="*/ 3635541 h 4812988"/>
              <a:gd name="csX15" fmla="*/ 288099 w 11034751"/>
              <a:gd name="csY15" fmla="*/ 3597963 h 4812988"/>
              <a:gd name="csX16" fmla="*/ 338203 w 11034751"/>
              <a:gd name="csY16" fmla="*/ 3472703 h 4812988"/>
              <a:gd name="csX17" fmla="*/ 388307 w 11034751"/>
              <a:gd name="csY17" fmla="*/ 3397547 h 4812988"/>
              <a:gd name="csX18" fmla="*/ 488515 w 11034751"/>
              <a:gd name="csY18" fmla="*/ 3222182 h 4812988"/>
              <a:gd name="csX19" fmla="*/ 513568 w 11034751"/>
              <a:gd name="csY19" fmla="*/ 3147026 h 4812988"/>
              <a:gd name="csX20" fmla="*/ 626302 w 11034751"/>
              <a:gd name="csY20" fmla="*/ 3046818 h 4812988"/>
              <a:gd name="csX21" fmla="*/ 701458 w 11034751"/>
              <a:gd name="csY21" fmla="*/ 2984188 h 4812988"/>
              <a:gd name="csX22" fmla="*/ 801666 w 11034751"/>
              <a:gd name="csY22" fmla="*/ 2934083 h 4812988"/>
              <a:gd name="csX23" fmla="*/ 876822 w 11034751"/>
              <a:gd name="csY23" fmla="*/ 2883979 h 4812988"/>
              <a:gd name="csX24" fmla="*/ 989557 w 11034751"/>
              <a:gd name="csY24" fmla="*/ 2821349 h 4812988"/>
              <a:gd name="csX25" fmla="*/ 1052187 w 11034751"/>
              <a:gd name="csY25" fmla="*/ 2758719 h 4812988"/>
              <a:gd name="csX26" fmla="*/ 1152395 w 11034751"/>
              <a:gd name="csY26" fmla="*/ 2671037 h 4812988"/>
              <a:gd name="csX27" fmla="*/ 1302707 w 11034751"/>
              <a:gd name="csY27" fmla="*/ 2620933 h 4812988"/>
              <a:gd name="csX28" fmla="*/ 1427968 w 11034751"/>
              <a:gd name="csY28" fmla="*/ 2658511 h 4812988"/>
              <a:gd name="csX29" fmla="*/ 1427968 w 11034751"/>
              <a:gd name="csY29" fmla="*/ 2658511 h 4812988"/>
              <a:gd name="csX30" fmla="*/ 1365337 w 11034751"/>
              <a:gd name="csY30" fmla="*/ 2595881 h 4812988"/>
              <a:gd name="csX31" fmla="*/ 1402915 w 11034751"/>
              <a:gd name="csY31" fmla="*/ 2407990 h 4812988"/>
              <a:gd name="csX32" fmla="*/ 1528176 w 11034751"/>
              <a:gd name="csY32" fmla="*/ 2307782 h 4812988"/>
              <a:gd name="csX33" fmla="*/ 1628384 w 11034751"/>
              <a:gd name="csY33" fmla="*/ 2245152 h 4812988"/>
              <a:gd name="csX34" fmla="*/ 1653436 w 11034751"/>
              <a:gd name="csY34" fmla="*/ 2207574 h 4812988"/>
              <a:gd name="csX35" fmla="*/ 1816274 w 11034751"/>
              <a:gd name="csY35" fmla="*/ 2195048 h 4812988"/>
              <a:gd name="csX36" fmla="*/ 1966587 w 11034751"/>
              <a:gd name="csY36" fmla="*/ 2245152 h 4812988"/>
              <a:gd name="csX37" fmla="*/ 1966587 w 11034751"/>
              <a:gd name="csY37" fmla="*/ 2245152 h 4812988"/>
              <a:gd name="csX38" fmla="*/ 1966587 w 11034751"/>
              <a:gd name="csY38" fmla="*/ 2245152 h 4812988"/>
              <a:gd name="csX39" fmla="*/ 2079321 w 11034751"/>
              <a:gd name="csY39" fmla="*/ 2195048 h 4812988"/>
              <a:gd name="csX40" fmla="*/ 2229633 w 11034751"/>
              <a:gd name="csY40" fmla="*/ 2094840 h 4812988"/>
              <a:gd name="csX41" fmla="*/ 2467628 w 11034751"/>
              <a:gd name="csY41" fmla="*/ 2057262 h 4812988"/>
              <a:gd name="csX42" fmla="*/ 2642992 w 11034751"/>
              <a:gd name="csY42" fmla="*/ 2082314 h 4812988"/>
              <a:gd name="csX43" fmla="*/ 2743200 w 11034751"/>
              <a:gd name="csY43" fmla="*/ 2169996 h 4812988"/>
              <a:gd name="csX44" fmla="*/ 2868461 w 11034751"/>
              <a:gd name="csY44" fmla="*/ 2195048 h 4812988"/>
              <a:gd name="csX45" fmla="*/ 2705622 w 11034751"/>
              <a:gd name="csY45" fmla="*/ 2082314 h 4812988"/>
              <a:gd name="csX46" fmla="*/ 2793305 w 11034751"/>
              <a:gd name="csY46" fmla="*/ 1957053 h 4812988"/>
              <a:gd name="csX47" fmla="*/ 2956143 w 11034751"/>
              <a:gd name="csY47" fmla="*/ 1957053 h 4812988"/>
              <a:gd name="csX48" fmla="*/ 3156559 w 11034751"/>
              <a:gd name="csY48" fmla="*/ 1957053 h 4812988"/>
              <a:gd name="csX49" fmla="*/ 3319398 w 11034751"/>
              <a:gd name="csY49" fmla="*/ 1969579 h 4812988"/>
              <a:gd name="csX50" fmla="*/ 3670126 w 11034751"/>
              <a:gd name="csY50" fmla="*/ 1919475 h 4812988"/>
              <a:gd name="csX51" fmla="*/ 3832965 w 11034751"/>
              <a:gd name="csY51" fmla="*/ 1919475 h 4812988"/>
              <a:gd name="csX52" fmla="*/ 4096011 w 11034751"/>
              <a:gd name="csY52" fmla="*/ 1894423 h 4812988"/>
              <a:gd name="csX53" fmla="*/ 4246324 w 11034751"/>
              <a:gd name="csY53" fmla="*/ 1906949 h 4812988"/>
              <a:gd name="csX54" fmla="*/ 4421688 w 11034751"/>
              <a:gd name="csY54" fmla="*/ 1994631 h 4812988"/>
              <a:gd name="csX55" fmla="*/ 4421688 w 11034751"/>
              <a:gd name="csY55" fmla="*/ 1994631 h 4812988"/>
              <a:gd name="csX56" fmla="*/ 4359058 w 11034751"/>
              <a:gd name="csY56" fmla="*/ 1844319 h 4812988"/>
              <a:gd name="csX57" fmla="*/ 4559474 w 11034751"/>
              <a:gd name="csY57" fmla="*/ 1844319 h 4812988"/>
              <a:gd name="csX58" fmla="*/ 4747365 w 11034751"/>
              <a:gd name="csY58" fmla="*/ 1869371 h 4812988"/>
              <a:gd name="csX59" fmla="*/ 4835047 w 11034751"/>
              <a:gd name="csY59" fmla="*/ 1869371 h 4812988"/>
              <a:gd name="csX60" fmla="*/ 5022937 w 11034751"/>
              <a:gd name="csY60" fmla="*/ 1769163 h 4812988"/>
              <a:gd name="csX61" fmla="*/ 5260932 w 11034751"/>
              <a:gd name="csY61" fmla="*/ 1794215 h 4812988"/>
              <a:gd name="csX62" fmla="*/ 5411244 w 11034751"/>
              <a:gd name="csY62" fmla="*/ 1819267 h 4812988"/>
              <a:gd name="csX63" fmla="*/ 5599135 w 11034751"/>
              <a:gd name="csY63" fmla="*/ 1781689 h 4812988"/>
              <a:gd name="csX64" fmla="*/ 5736921 w 11034751"/>
              <a:gd name="csY64" fmla="*/ 1794215 h 4812988"/>
              <a:gd name="csX65" fmla="*/ 5799551 w 11034751"/>
              <a:gd name="csY65" fmla="*/ 1794215 h 4812988"/>
              <a:gd name="csX66" fmla="*/ 6137754 w 11034751"/>
              <a:gd name="csY66" fmla="*/ 1631377 h 4812988"/>
              <a:gd name="csX67" fmla="*/ 6363222 w 11034751"/>
              <a:gd name="csY67" fmla="*/ 1593799 h 4812988"/>
              <a:gd name="csX68" fmla="*/ 6551113 w 11034751"/>
              <a:gd name="csY68" fmla="*/ 1481064 h 4812988"/>
              <a:gd name="csX69" fmla="*/ 6713951 w 11034751"/>
              <a:gd name="csY69" fmla="*/ 1493590 h 4812988"/>
              <a:gd name="csX70" fmla="*/ 6851737 w 11034751"/>
              <a:gd name="csY70" fmla="*/ 1481064 h 4812988"/>
              <a:gd name="csX71" fmla="*/ 7002050 w 11034751"/>
              <a:gd name="csY71" fmla="*/ 1355804 h 4812988"/>
              <a:gd name="csX72" fmla="*/ 7214992 w 11034751"/>
              <a:gd name="csY72" fmla="*/ 1230544 h 4812988"/>
              <a:gd name="csX73" fmla="*/ 7340252 w 11034751"/>
              <a:gd name="csY73" fmla="*/ 1243070 h 4812988"/>
              <a:gd name="csX74" fmla="*/ 7440461 w 11034751"/>
              <a:gd name="csY74" fmla="*/ 1255596 h 4812988"/>
              <a:gd name="csX75" fmla="*/ 7528143 w 11034751"/>
              <a:gd name="csY75" fmla="*/ 1255596 h 4812988"/>
              <a:gd name="csX76" fmla="*/ 7741085 w 11034751"/>
              <a:gd name="csY76" fmla="*/ 1218018 h 4812988"/>
              <a:gd name="csX77" fmla="*/ 7803715 w 11034751"/>
              <a:gd name="csY77" fmla="*/ 1167914 h 4812988"/>
              <a:gd name="csX78" fmla="*/ 7941502 w 11034751"/>
              <a:gd name="csY78" fmla="*/ 1180440 h 4812988"/>
              <a:gd name="csX79" fmla="*/ 7941502 w 11034751"/>
              <a:gd name="csY79" fmla="*/ 1180440 h 4812988"/>
              <a:gd name="csX80" fmla="*/ 8079288 w 11034751"/>
              <a:gd name="csY80" fmla="*/ 1130336 h 4812988"/>
              <a:gd name="csX81" fmla="*/ 8267179 w 11034751"/>
              <a:gd name="csY81" fmla="*/ 1042653 h 4812988"/>
              <a:gd name="csX82" fmla="*/ 8442543 w 11034751"/>
              <a:gd name="csY82" fmla="*/ 942445 h 4812988"/>
              <a:gd name="csX83" fmla="*/ 8517699 w 11034751"/>
              <a:gd name="csY83" fmla="*/ 854763 h 4812988"/>
              <a:gd name="csX84" fmla="*/ 8555277 w 11034751"/>
              <a:gd name="csY84" fmla="*/ 804659 h 4812988"/>
              <a:gd name="csX85" fmla="*/ 8705589 w 11034751"/>
              <a:gd name="csY85" fmla="*/ 779607 h 4812988"/>
              <a:gd name="csX86" fmla="*/ 8818324 w 11034751"/>
              <a:gd name="csY86" fmla="*/ 754555 h 4812988"/>
              <a:gd name="csX87" fmla="*/ 8931058 w 11034751"/>
              <a:gd name="csY87" fmla="*/ 716977 h 4812988"/>
              <a:gd name="csX88" fmla="*/ 8981162 w 11034751"/>
              <a:gd name="csY88" fmla="*/ 691925 h 4812988"/>
              <a:gd name="csX89" fmla="*/ 9228008 w 11034751"/>
              <a:gd name="csY89" fmla="*/ 691925 h 4812988"/>
              <a:gd name="csX90" fmla="*/ 9461911 w 11034751"/>
              <a:gd name="csY90" fmla="*/ 410423 h 4812988"/>
              <a:gd name="csX91" fmla="*/ 9955687 w 11034751"/>
              <a:gd name="csY91" fmla="*/ 123911 h 4812988"/>
              <a:gd name="csX92" fmla="*/ 10443367 w 11034751"/>
              <a:gd name="csY92" fmla="*/ 1991 h 4812988"/>
              <a:gd name="csX93" fmla="*/ 10866413 w 11034751"/>
              <a:gd name="csY93" fmla="*/ 89089 h 4812988"/>
              <a:gd name="csX94" fmla="*/ 10998103 w 11034751"/>
              <a:gd name="csY94" fmla="*/ 251926 h 4812988"/>
              <a:gd name="csX95" fmla="*/ 11034679 w 11034751"/>
              <a:gd name="csY95" fmla="*/ 629879 h 4812988"/>
              <a:gd name="csX96" fmla="*/ 10924951 w 11034751"/>
              <a:gd name="csY96" fmla="*/ 898102 h 4812988"/>
              <a:gd name="csX97" fmla="*/ 10784743 w 11034751"/>
              <a:gd name="csY97" fmla="*/ 1355303 h 4812988"/>
              <a:gd name="csX98" fmla="*/ 10321447 w 11034751"/>
              <a:gd name="csY98" fmla="*/ 1690582 h 4812988"/>
              <a:gd name="csX99" fmla="*/ 10236103 w 11034751"/>
              <a:gd name="csY99" fmla="*/ 2001478 h 4812988"/>
              <a:gd name="csX100" fmla="*/ 10028839 w 11034751"/>
              <a:gd name="csY100" fmla="*/ 2190454 h 4812988"/>
              <a:gd name="csX101" fmla="*/ 9766711 w 11034751"/>
              <a:gd name="csY101" fmla="*/ 2580598 h 4812988"/>
              <a:gd name="csX102" fmla="*/ 9583831 w 11034751"/>
              <a:gd name="csY102" fmla="*/ 2934166 h 4812988"/>
              <a:gd name="csX103" fmla="*/ 9352183 w 11034751"/>
              <a:gd name="csY103" fmla="*/ 3092662 h 4812988"/>
              <a:gd name="csX104" fmla="*/ 8840119 w 11034751"/>
              <a:gd name="csY104" fmla="*/ 3452326 h 4812988"/>
              <a:gd name="csX105" fmla="*/ 8254903 w 11034751"/>
              <a:gd name="csY105" fmla="*/ 3915622 h 4812988"/>
              <a:gd name="csX106" fmla="*/ 6103015 w 11034751"/>
              <a:gd name="csY106" fmla="*/ 4641046 h 4812988"/>
              <a:gd name="csX0" fmla="*/ 162839 w 11034751"/>
              <a:gd name="csY0" fmla="*/ 4812988 h 4812988"/>
              <a:gd name="csX1" fmla="*/ 125261 w 11034751"/>
              <a:gd name="csY1" fmla="*/ 4762883 h 4812988"/>
              <a:gd name="csX2" fmla="*/ 37579 w 11034751"/>
              <a:gd name="csY2" fmla="*/ 4612571 h 4812988"/>
              <a:gd name="csX3" fmla="*/ 62631 w 11034751"/>
              <a:gd name="csY3" fmla="*/ 4524889 h 4812988"/>
              <a:gd name="csX4" fmla="*/ 37579 w 11034751"/>
              <a:gd name="csY4" fmla="*/ 4399629 h 4812988"/>
              <a:gd name="csX5" fmla="*/ 0 w 11034751"/>
              <a:gd name="csY5" fmla="*/ 4324473 h 4812988"/>
              <a:gd name="csX6" fmla="*/ 62631 w 11034751"/>
              <a:gd name="csY6" fmla="*/ 4174160 h 4812988"/>
              <a:gd name="csX7" fmla="*/ 112735 w 11034751"/>
              <a:gd name="csY7" fmla="*/ 4061426 h 4812988"/>
              <a:gd name="csX8" fmla="*/ 175365 w 11034751"/>
              <a:gd name="csY8" fmla="*/ 3961218 h 4812988"/>
              <a:gd name="csX9" fmla="*/ 175365 w 11034751"/>
              <a:gd name="csY9" fmla="*/ 3961218 h 4812988"/>
              <a:gd name="csX10" fmla="*/ 288099 w 11034751"/>
              <a:gd name="csY10" fmla="*/ 3835957 h 4812988"/>
              <a:gd name="csX11" fmla="*/ 413359 w 11034751"/>
              <a:gd name="csY11" fmla="*/ 3785853 h 4812988"/>
              <a:gd name="csX12" fmla="*/ 413359 w 11034751"/>
              <a:gd name="csY12" fmla="*/ 3785853 h 4812988"/>
              <a:gd name="csX13" fmla="*/ 400833 w 11034751"/>
              <a:gd name="csY13" fmla="*/ 3673119 h 4812988"/>
              <a:gd name="csX14" fmla="*/ 300625 w 11034751"/>
              <a:gd name="csY14" fmla="*/ 3635541 h 4812988"/>
              <a:gd name="csX15" fmla="*/ 288099 w 11034751"/>
              <a:gd name="csY15" fmla="*/ 3597963 h 4812988"/>
              <a:gd name="csX16" fmla="*/ 338203 w 11034751"/>
              <a:gd name="csY16" fmla="*/ 3472703 h 4812988"/>
              <a:gd name="csX17" fmla="*/ 388307 w 11034751"/>
              <a:gd name="csY17" fmla="*/ 3397547 h 4812988"/>
              <a:gd name="csX18" fmla="*/ 488515 w 11034751"/>
              <a:gd name="csY18" fmla="*/ 3222182 h 4812988"/>
              <a:gd name="csX19" fmla="*/ 513568 w 11034751"/>
              <a:gd name="csY19" fmla="*/ 3147026 h 4812988"/>
              <a:gd name="csX20" fmla="*/ 626302 w 11034751"/>
              <a:gd name="csY20" fmla="*/ 3046818 h 4812988"/>
              <a:gd name="csX21" fmla="*/ 701458 w 11034751"/>
              <a:gd name="csY21" fmla="*/ 2984188 h 4812988"/>
              <a:gd name="csX22" fmla="*/ 801666 w 11034751"/>
              <a:gd name="csY22" fmla="*/ 2934083 h 4812988"/>
              <a:gd name="csX23" fmla="*/ 876822 w 11034751"/>
              <a:gd name="csY23" fmla="*/ 2883979 h 4812988"/>
              <a:gd name="csX24" fmla="*/ 989557 w 11034751"/>
              <a:gd name="csY24" fmla="*/ 2821349 h 4812988"/>
              <a:gd name="csX25" fmla="*/ 1052187 w 11034751"/>
              <a:gd name="csY25" fmla="*/ 2758719 h 4812988"/>
              <a:gd name="csX26" fmla="*/ 1152395 w 11034751"/>
              <a:gd name="csY26" fmla="*/ 2671037 h 4812988"/>
              <a:gd name="csX27" fmla="*/ 1302707 w 11034751"/>
              <a:gd name="csY27" fmla="*/ 2620933 h 4812988"/>
              <a:gd name="csX28" fmla="*/ 1427968 w 11034751"/>
              <a:gd name="csY28" fmla="*/ 2658511 h 4812988"/>
              <a:gd name="csX29" fmla="*/ 1427968 w 11034751"/>
              <a:gd name="csY29" fmla="*/ 2658511 h 4812988"/>
              <a:gd name="csX30" fmla="*/ 1365337 w 11034751"/>
              <a:gd name="csY30" fmla="*/ 2595881 h 4812988"/>
              <a:gd name="csX31" fmla="*/ 1402915 w 11034751"/>
              <a:gd name="csY31" fmla="*/ 2407990 h 4812988"/>
              <a:gd name="csX32" fmla="*/ 1528176 w 11034751"/>
              <a:gd name="csY32" fmla="*/ 2307782 h 4812988"/>
              <a:gd name="csX33" fmla="*/ 1628384 w 11034751"/>
              <a:gd name="csY33" fmla="*/ 2245152 h 4812988"/>
              <a:gd name="csX34" fmla="*/ 1653436 w 11034751"/>
              <a:gd name="csY34" fmla="*/ 2207574 h 4812988"/>
              <a:gd name="csX35" fmla="*/ 1816274 w 11034751"/>
              <a:gd name="csY35" fmla="*/ 2195048 h 4812988"/>
              <a:gd name="csX36" fmla="*/ 1966587 w 11034751"/>
              <a:gd name="csY36" fmla="*/ 2245152 h 4812988"/>
              <a:gd name="csX37" fmla="*/ 1966587 w 11034751"/>
              <a:gd name="csY37" fmla="*/ 2245152 h 4812988"/>
              <a:gd name="csX38" fmla="*/ 1966587 w 11034751"/>
              <a:gd name="csY38" fmla="*/ 2245152 h 4812988"/>
              <a:gd name="csX39" fmla="*/ 2079321 w 11034751"/>
              <a:gd name="csY39" fmla="*/ 2195048 h 4812988"/>
              <a:gd name="csX40" fmla="*/ 2229633 w 11034751"/>
              <a:gd name="csY40" fmla="*/ 2094840 h 4812988"/>
              <a:gd name="csX41" fmla="*/ 2467628 w 11034751"/>
              <a:gd name="csY41" fmla="*/ 2057262 h 4812988"/>
              <a:gd name="csX42" fmla="*/ 2642992 w 11034751"/>
              <a:gd name="csY42" fmla="*/ 2082314 h 4812988"/>
              <a:gd name="csX43" fmla="*/ 2743200 w 11034751"/>
              <a:gd name="csY43" fmla="*/ 2169996 h 4812988"/>
              <a:gd name="csX44" fmla="*/ 2868461 w 11034751"/>
              <a:gd name="csY44" fmla="*/ 2195048 h 4812988"/>
              <a:gd name="csX45" fmla="*/ 2705622 w 11034751"/>
              <a:gd name="csY45" fmla="*/ 2082314 h 4812988"/>
              <a:gd name="csX46" fmla="*/ 2793305 w 11034751"/>
              <a:gd name="csY46" fmla="*/ 1957053 h 4812988"/>
              <a:gd name="csX47" fmla="*/ 2956143 w 11034751"/>
              <a:gd name="csY47" fmla="*/ 1957053 h 4812988"/>
              <a:gd name="csX48" fmla="*/ 3156559 w 11034751"/>
              <a:gd name="csY48" fmla="*/ 1957053 h 4812988"/>
              <a:gd name="csX49" fmla="*/ 3319398 w 11034751"/>
              <a:gd name="csY49" fmla="*/ 1969579 h 4812988"/>
              <a:gd name="csX50" fmla="*/ 3670126 w 11034751"/>
              <a:gd name="csY50" fmla="*/ 1919475 h 4812988"/>
              <a:gd name="csX51" fmla="*/ 3832965 w 11034751"/>
              <a:gd name="csY51" fmla="*/ 1919475 h 4812988"/>
              <a:gd name="csX52" fmla="*/ 4096011 w 11034751"/>
              <a:gd name="csY52" fmla="*/ 1894423 h 4812988"/>
              <a:gd name="csX53" fmla="*/ 4246324 w 11034751"/>
              <a:gd name="csY53" fmla="*/ 1906949 h 4812988"/>
              <a:gd name="csX54" fmla="*/ 4421688 w 11034751"/>
              <a:gd name="csY54" fmla="*/ 1994631 h 4812988"/>
              <a:gd name="csX55" fmla="*/ 4421688 w 11034751"/>
              <a:gd name="csY55" fmla="*/ 1994631 h 4812988"/>
              <a:gd name="csX56" fmla="*/ 4359058 w 11034751"/>
              <a:gd name="csY56" fmla="*/ 1844319 h 4812988"/>
              <a:gd name="csX57" fmla="*/ 4559474 w 11034751"/>
              <a:gd name="csY57" fmla="*/ 1844319 h 4812988"/>
              <a:gd name="csX58" fmla="*/ 4747365 w 11034751"/>
              <a:gd name="csY58" fmla="*/ 1869371 h 4812988"/>
              <a:gd name="csX59" fmla="*/ 4835047 w 11034751"/>
              <a:gd name="csY59" fmla="*/ 1869371 h 4812988"/>
              <a:gd name="csX60" fmla="*/ 5022937 w 11034751"/>
              <a:gd name="csY60" fmla="*/ 1769163 h 4812988"/>
              <a:gd name="csX61" fmla="*/ 5260932 w 11034751"/>
              <a:gd name="csY61" fmla="*/ 1794215 h 4812988"/>
              <a:gd name="csX62" fmla="*/ 5411244 w 11034751"/>
              <a:gd name="csY62" fmla="*/ 1819267 h 4812988"/>
              <a:gd name="csX63" fmla="*/ 5599135 w 11034751"/>
              <a:gd name="csY63" fmla="*/ 1781689 h 4812988"/>
              <a:gd name="csX64" fmla="*/ 5736921 w 11034751"/>
              <a:gd name="csY64" fmla="*/ 1794215 h 4812988"/>
              <a:gd name="csX65" fmla="*/ 5799551 w 11034751"/>
              <a:gd name="csY65" fmla="*/ 1794215 h 4812988"/>
              <a:gd name="csX66" fmla="*/ 6137754 w 11034751"/>
              <a:gd name="csY66" fmla="*/ 1631377 h 4812988"/>
              <a:gd name="csX67" fmla="*/ 6363222 w 11034751"/>
              <a:gd name="csY67" fmla="*/ 1593799 h 4812988"/>
              <a:gd name="csX68" fmla="*/ 6551113 w 11034751"/>
              <a:gd name="csY68" fmla="*/ 1481064 h 4812988"/>
              <a:gd name="csX69" fmla="*/ 6713951 w 11034751"/>
              <a:gd name="csY69" fmla="*/ 1493590 h 4812988"/>
              <a:gd name="csX70" fmla="*/ 6851737 w 11034751"/>
              <a:gd name="csY70" fmla="*/ 1481064 h 4812988"/>
              <a:gd name="csX71" fmla="*/ 7002050 w 11034751"/>
              <a:gd name="csY71" fmla="*/ 1355804 h 4812988"/>
              <a:gd name="csX72" fmla="*/ 7214992 w 11034751"/>
              <a:gd name="csY72" fmla="*/ 1230544 h 4812988"/>
              <a:gd name="csX73" fmla="*/ 7340252 w 11034751"/>
              <a:gd name="csY73" fmla="*/ 1243070 h 4812988"/>
              <a:gd name="csX74" fmla="*/ 7440461 w 11034751"/>
              <a:gd name="csY74" fmla="*/ 1255596 h 4812988"/>
              <a:gd name="csX75" fmla="*/ 7528143 w 11034751"/>
              <a:gd name="csY75" fmla="*/ 1255596 h 4812988"/>
              <a:gd name="csX76" fmla="*/ 7741085 w 11034751"/>
              <a:gd name="csY76" fmla="*/ 1218018 h 4812988"/>
              <a:gd name="csX77" fmla="*/ 7803715 w 11034751"/>
              <a:gd name="csY77" fmla="*/ 1167914 h 4812988"/>
              <a:gd name="csX78" fmla="*/ 7941502 w 11034751"/>
              <a:gd name="csY78" fmla="*/ 1180440 h 4812988"/>
              <a:gd name="csX79" fmla="*/ 7941502 w 11034751"/>
              <a:gd name="csY79" fmla="*/ 1180440 h 4812988"/>
              <a:gd name="csX80" fmla="*/ 8079288 w 11034751"/>
              <a:gd name="csY80" fmla="*/ 1130336 h 4812988"/>
              <a:gd name="csX81" fmla="*/ 8267179 w 11034751"/>
              <a:gd name="csY81" fmla="*/ 1042653 h 4812988"/>
              <a:gd name="csX82" fmla="*/ 8442543 w 11034751"/>
              <a:gd name="csY82" fmla="*/ 942445 h 4812988"/>
              <a:gd name="csX83" fmla="*/ 8517699 w 11034751"/>
              <a:gd name="csY83" fmla="*/ 854763 h 4812988"/>
              <a:gd name="csX84" fmla="*/ 8555277 w 11034751"/>
              <a:gd name="csY84" fmla="*/ 804659 h 4812988"/>
              <a:gd name="csX85" fmla="*/ 8705589 w 11034751"/>
              <a:gd name="csY85" fmla="*/ 779607 h 4812988"/>
              <a:gd name="csX86" fmla="*/ 8818324 w 11034751"/>
              <a:gd name="csY86" fmla="*/ 754555 h 4812988"/>
              <a:gd name="csX87" fmla="*/ 8931058 w 11034751"/>
              <a:gd name="csY87" fmla="*/ 716977 h 4812988"/>
              <a:gd name="csX88" fmla="*/ 8981162 w 11034751"/>
              <a:gd name="csY88" fmla="*/ 691925 h 4812988"/>
              <a:gd name="csX89" fmla="*/ 9228008 w 11034751"/>
              <a:gd name="csY89" fmla="*/ 691925 h 4812988"/>
              <a:gd name="csX90" fmla="*/ 9461911 w 11034751"/>
              <a:gd name="csY90" fmla="*/ 410423 h 4812988"/>
              <a:gd name="csX91" fmla="*/ 9955687 w 11034751"/>
              <a:gd name="csY91" fmla="*/ 123911 h 4812988"/>
              <a:gd name="csX92" fmla="*/ 10443367 w 11034751"/>
              <a:gd name="csY92" fmla="*/ 1991 h 4812988"/>
              <a:gd name="csX93" fmla="*/ 10866413 w 11034751"/>
              <a:gd name="csY93" fmla="*/ 89089 h 4812988"/>
              <a:gd name="csX94" fmla="*/ 10998103 w 11034751"/>
              <a:gd name="csY94" fmla="*/ 251926 h 4812988"/>
              <a:gd name="csX95" fmla="*/ 11034679 w 11034751"/>
              <a:gd name="csY95" fmla="*/ 629879 h 4812988"/>
              <a:gd name="csX96" fmla="*/ 10924951 w 11034751"/>
              <a:gd name="csY96" fmla="*/ 898102 h 4812988"/>
              <a:gd name="csX97" fmla="*/ 10784743 w 11034751"/>
              <a:gd name="csY97" fmla="*/ 1355303 h 4812988"/>
              <a:gd name="csX98" fmla="*/ 10321447 w 11034751"/>
              <a:gd name="csY98" fmla="*/ 1690582 h 4812988"/>
              <a:gd name="csX99" fmla="*/ 10236103 w 11034751"/>
              <a:gd name="csY99" fmla="*/ 2001478 h 4812988"/>
              <a:gd name="csX100" fmla="*/ 10028839 w 11034751"/>
              <a:gd name="csY100" fmla="*/ 2190454 h 4812988"/>
              <a:gd name="csX101" fmla="*/ 9766711 w 11034751"/>
              <a:gd name="csY101" fmla="*/ 2580598 h 4812988"/>
              <a:gd name="csX102" fmla="*/ 9583831 w 11034751"/>
              <a:gd name="csY102" fmla="*/ 2934166 h 4812988"/>
              <a:gd name="csX103" fmla="*/ 9352183 w 11034751"/>
              <a:gd name="csY103" fmla="*/ 3092662 h 4812988"/>
              <a:gd name="csX104" fmla="*/ 9144919 w 11034751"/>
              <a:gd name="csY104" fmla="*/ 3299926 h 4812988"/>
              <a:gd name="csX105" fmla="*/ 8840119 w 11034751"/>
              <a:gd name="csY105" fmla="*/ 3452326 h 4812988"/>
              <a:gd name="csX106" fmla="*/ 8254903 w 11034751"/>
              <a:gd name="csY106" fmla="*/ 3915622 h 4812988"/>
              <a:gd name="csX107" fmla="*/ 6103015 w 11034751"/>
              <a:gd name="csY107" fmla="*/ 4641046 h 4812988"/>
              <a:gd name="csX0" fmla="*/ 162839 w 11034751"/>
              <a:gd name="csY0" fmla="*/ 4812988 h 4812988"/>
              <a:gd name="csX1" fmla="*/ 125261 w 11034751"/>
              <a:gd name="csY1" fmla="*/ 4762883 h 4812988"/>
              <a:gd name="csX2" fmla="*/ 37579 w 11034751"/>
              <a:gd name="csY2" fmla="*/ 4612571 h 4812988"/>
              <a:gd name="csX3" fmla="*/ 62631 w 11034751"/>
              <a:gd name="csY3" fmla="*/ 4524889 h 4812988"/>
              <a:gd name="csX4" fmla="*/ 37579 w 11034751"/>
              <a:gd name="csY4" fmla="*/ 4399629 h 4812988"/>
              <a:gd name="csX5" fmla="*/ 0 w 11034751"/>
              <a:gd name="csY5" fmla="*/ 4324473 h 4812988"/>
              <a:gd name="csX6" fmla="*/ 62631 w 11034751"/>
              <a:gd name="csY6" fmla="*/ 4174160 h 4812988"/>
              <a:gd name="csX7" fmla="*/ 112735 w 11034751"/>
              <a:gd name="csY7" fmla="*/ 4061426 h 4812988"/>
              <a:gd name="csX8" fmla="*/ 175365 w 11034751"/>
              <a:gd name="csY8" fmla="*/ 3961218 h 4812988"/>
              <a:gd name="csX9" fmla="*/ 175365 w 11034751"/>
              <a:gd name="csY9" fmla="*/ 3961218 h 4812988"/>
              <a:gd name="csX10" fmla="*/ 288099 w 11034751"/>
              <a:gd name="csY10" fmla="*/ 3835957 h 4812988"/>
              <a:gd name="csX11" fmla="*/ 413359 w 11034751"/>
              <a:gd name="csY11" fmla="*/ 3785853 h 4812988"/>
              <a:gd name="csX12" fmla="*/ 413359 w 11034751"/>
              <a:gd name="csY12" fmla="*/ 3785853 h 4812988"/>
              <a:gd name="csX13" fmla="*/ 400833 w 11034751"/>
              <a:gd name="csY13" fmla="*/ 3673119 h 4812988"/>
              <a:gd name="csX14" fmla="*/ 300625 w 11034751"/>
              <a:gd name="csY14" fmla="*/ 3635541 h 4812988"/>
              <a:gd name="csX15" fmla="*/ 288099 w 11034751"/>
              <a:gd name="csY15" fmla="*/ 3597963 h 4812988"/>
              <a:gd name="csX16" fmla="*/ 338203 w 11034751"/>
              <a:gd name="csY16" fmla="*/ 3472703 h 4812988"/>
              <a:gd name="csX17" fmla="*/ 388307 w 11034751"/>
              <a:gd name="csY17" fmla="*/ 3397547 h 4812988"/>
              <a:gd name="csX18" fmla="*/ 488515 w 11034751"/>
              <a:gd name="csY18" fmla="*/ 3222182 h 4812988"/>
              <a:gd name="csX19" fmla="*/ 513568 w 11034751"/>
              <a:gd name="csY19" fmla="*/ 3147026 h 4812988"/>
              <a:gd name="csX20" fmla="*/ 626302 w 11034751"/>
              <a:gd name="csY20" fmla="*/ 3046818 h 4812988"/>
              <a:gd name="csX21" fmla="*/ 701458 w 11034751"/>
              <a:gd name="csY21" fmla="*/ 2984188 h 4812988"/>
              <a:gd name="csX22" fmla="*/ 801666 w 11034751"/>
              <a:gd name="csY22" fmla="*/ 2934083 h 4812988"/>
              <a:gd name="csX23" fmla="*/ 876822 w 11034751"/>
              <a:gd name="csY23" fmla="*/ 2883979 h 4812988"/>
              <a:gd name="csX24" fmla="*/ 989557 w 11034751"/>
              <a:gd name="csY24" fmla="*/ 2821349 h 4812988"/>
              <a:gd name="csX25" fmla="*/ 1052187 w 11034751"/>
              <a:gd name="csY25" fmla="*/ 2758719 h 4812988"/>
              <a:gd name="csX26" fmla="*/ 1152395 w 11034751"/>
              <a:gd name="csY26" fmla="*/ 2671037 h 4812988"/>
              <a:gd name="csX27" fmla="*/ 1302707 w 11034751"/>
              <a:gd name="csY27" fmla="*/ 2620933 h 4812988"/>
              <a:gd name="csX28" fmla="*/ 1427968 w 11034751"/>
              <a:gd name="csY28" fmla="*/ 2658511 h 4812988"/>
              <a:gd name="csX29" fmla="*/ 1427968 w 11034751"/>
              <a:gd name="csY29" fmla="*/ 2658511 h 4812988"/>
              <a:gd name="csX30" fmla="*/ 1365337 w 11034751"/>
              <a:gd name="csY30" fmla="*/ 2595881 h 4812988"/>
              <a:gd name="csX31" fmla="*/ 1402915 w 11034751"/>
              <a:gd name="csY31" fmla="*/ 2407990 h 4812988"/>
              <a:gd name="csX32" fmla="*/ 1528176 w 11034751"/>
              <a:gd name="csY32" fmla="*/ 2307782 h 4812988"/>
              <a:gd name="csX33" fmla="*/ 1628384 w 11034751"/>
              <a:gd name="csY33" fmla="*/ 2245152 h 4812988"/>
              <a:gd name="csX34" fmla="*/ 1653436 w 11034751"/>
              <a:gd name="csY34" fmla="*/ 2207574 h 4812988"/>
              <a:gd name="csX35" fmla="*/ 1816274 w 11034751"/>
              <a:gd name="csY35" fmla="*/ 2195048 h 4812988"/>
              <a:gd name="csX36" fmla="*/ 1966587 w 11034751"/>
              <a:gd name="csY36" fmla="*/ 2245152 h 4812988"/>
              <a:gd name="csX37" fmla="*/ 1966587 w 11034751"/>
              <a:gd name="csY37" fmla="*/ 2245152 h 4812988"/>
              <a:gd name="csX38" fmla="*/ 1966587 w 11034751"/>
              <a:gd name="csY38" fmla="*/ 2245152 h 4812988"/>
              <a:gd name="csX39" fmla="*/ 2079321 w 11034751"/>
              <a:gd name="csY39" fmla="*/ 2195048 h 4812988"/>
              <a:gd name="csX40" fmla="*/ 2229633 w 11034751"/>
              <a:gd name="csY40" fmla="*/ 2094840 h 4812988"/>
              <a:gd name="csX41" fmla="*/ 2467628 w 11034751"/>
              <a:gd name="csY41" fmla="*/ 2057262 h 4812988"/>
              <a:gd name="csX42" fmla="*/ 2642992 w 11034751"/>
              <a:gd name="csY42" fmla="*/ 2082314 h 4812988"/>
              <a:gd name="csX43" fmla="*/ 2743200 w 11034751"/>
              <a:gd name="csY43" fmla="*/ 2169996 h 4812988"/>
              <a:gd name="csX44" fmla="*/ 2868461 w 11034751"/>
              <a:gd name="csY44" fmla="*/ 2195048 h 4812988"/>
              <a:gd name="csX45" fmla="*/ 2705622 w 11034751"/>
              <a:gd name="csY45" fmla="*/ 2082314 h 4812988"/>
              <a:gd name="csX46" fmla="*/ 2793305 w 11034751"/>
              <a:gd name="csY46" fmla="*/ 1957053 h 4812988"/>
              <a:gd name="csX47" fmla="*/ 2956143 w 11034751"/>
              <a:gd name="csY47" fmla="*/ 1957053 h 4812988"/>
              <a:gd name="csX48" fmla="*/ 3156559 w 11034751"/>
              <a:gd name="csY48" fmla="*/ 1957053 h 4812988"/>
              <a:gd name="csX49" fmla="*/ 3319398 w 11034751"/>
              <a:gd name="csY49" fmla="*/ 1969579 h 4812988"/>
              <a:gd name="csX50" fmla="*/ 3670126 w 11034751"/>
              <a:gd name="csY50" fmla="*/ 1919475 h 4812988"/>
              <a:gd name="csX51" fmla="*/ 3832965 w 11034751"/>
              <a:gd name="csY51" fmla="*/ 1919475 h 4812988"/>
              <a:gd name="csX52" fmla="*/ 4096011 w 11034751"/>
              <a:gd name="csY52" fmla="*/ 1894423 h 4812988"/>
              <a:gd name="csX53" fmla="*/ 4246324 w 11034751"/>
              <a:gd name="csY53" fmla="*/ 1906949 h 4812988"/>
              <a:gd name="csX54" fmla="*/ 4421688 w 11034751"/>
              <a:gd name="csY54" fmla="*/ 1994631 h 4812988"/>
              <a:gd name="csX55" fmla="*/ 4421688 w 11034751"/>
              <a:gd name="csY55" fmla="*/ 1994631 h 4812988"/>
              <a:gd name="csX56" fmla="*/ 4359058 w 11034751"/>
              <a:gd name="csY56" fmla="*/ 1844319 h 4812988"/>
              <a:gd name="csX57" fmla="*/ 4559474 w 11034751"/>
              <a:gd name="csY57" fmla="*/ 1844319 h 4812988"/>
              <a:gd name="csX58" fmla="*/ 4747365 w 11034751"/>
              <a:gd name="csY58" fmla="*/ 1869371 h 4812988"/>
              <a:gd name="csX59" fmla="*/ 4835047 w 11034751"/>
              <a:gd name="csY59" fmla="*/ 1869371 h 4812988"/>
              <a:gd name="csX60" fmla="*/ 5022937 w 11034751"/>
              <a:gd name="csY60" fmla="*/ 1769163 h 4812988"/>
              <a:gd name="csX61" fmla="*/ 5260932 w 11034751"/>
              <a:gd name="csY61" fmla="*/ 1794215 h 4812988"/>
              <a:gd name="csX62" fmla="*/ 5411244 w 11034751"/>
              <a:gd name="csY62" fmla="*/ 1819267 h 4812988"/>
              <a:gd name="csX63" fmla="*/ 5599135 w 11034751"/>
              <a:gd name="csY63" fmla="*/ 1781689 h 4812988"/>
              <a:gd name="csX64" fmla="*/ 5736921 w 11034751"/>
              <a:gd name="csY64" fmla="*/ 1794215 h 4812988"/>
              <a:gd name="csX65" fmla="*/ 5799551 w 11034751"/>
              <a:gd name="csY65" fmla="*/ 1794215 h 4812988"/>
              <a:gd name="csX66" fmla="*/ 6137754 w 11034751"/>
              <a:gd name="csY66" fmla="*/ 1631377 h 4812988"/>
              <a:gd name="csX67" fmla="*/ 6363222 w 11034751"/>
              <a:gd name="csY67" fmla="*/ 1593799 h 4812988"/>
              <a:gd name="csX68" fmla="*/ 6551113 w 11034751"/>
              <a:gd name="csY68" fmla="*/ 1481064 h 4812988"/>
              <a:gd name="csX69" fmla="*/ 6713951 w 11034751"/>
              <a:gd name="csY69" fmla="*/ 1493590 h 4812988"/>
              <a:gd name="csX70" fmla="*/ 6851737 w 11034751"/>
              <a:gd name="csY70" fmla="*/ 1481064 h 4812988"/>
              <a:gd name="csX71" fmla="*/ 7002050 w 11034751"/>
              <a:gd name="csY71" fmla="*/ 1355804 h 4812988"/>
              <a:gd name="csX72" fmla="*/ 7214992 w 11034751"/>
              <a:gd name="csY72" fmla="*/ 1230544 h 4812988"/>
              <a:gd name="csX73" fmla="*/ 7340252 w 11034751"/>
              <a:gd name="csY73" fmla="*/ 1243070 h 4812988"/>
              <a:gd name="csX74" fmla="*/ 7440461 w 11034751"/>
              <a:gd name="csY74" fmla="*/ 1255596 h 4812988"/>
              <a:gd name="csX75" fmla="*/ 7528143 w 11034751"/>
              <a:gd name="csY75" fmla="*/ 1255596 h 4812988"/>
              <a:gd name="csX76" fmla="*/ 7741085 w 11034751"/>
              <a:gd name="csY76" fmla="*/ 1218018 h 4812988"/>
              <a:gd name="csX77" fmla="*/ 7803715 w 11034751"/>
              <a:gd name="csY77" fmla="*/ 1167914 h 4812988"/>
              <a:gd name="csX78" fmla="*/ 7941502 w 11034751"/>
              <a:gd name="csY78" fmla="*/ 1180440 h 4812988"/>
              <a:gd name="csX79" fmla="*/ 7941502 w 11034751"/>
              <a:gd name="csY79" fmla="*/ 1180440 h 4812988"/>
              <a:gd name="csX80" fmla="*/ 8079288 w 11034751"/>
              <a:gd name="csY80" fmla="*/ 1130336 h 4812988"/>
              <a:gd name="csX81" fmla="*/ 8267179 w 11034751"/>
              <a:gd name="csY81" fmla="*/ 1042653 h 4812988"/>
              <a:gd name="csX82" fmla="*/ 8442543 w 11034751"/>
              <a:gd name="csY82" fmla="*/ 942445 h 4812988"/>
              <a:gd name="csX83" fmla="*/ 8517699 w 11034751"/>
              <a:gd name="csY83" fmla="*/ 854763 h 4812988"/>
              <a:gd name="csX84" fmla="*/ 8555277 w 11034751"/>
              <a:gd name="csY84" fmla="*/ 804659 h 4812988"/>
              <a:gd name="csX85" fmla="*/ 8705589 w 11034751"/>
              <a:gd name="csY85" fmla="*/ 779607 h 4812988"/>
              <a:gd name="csX86" fmla="*/ 8818324 w 11034751"/>
              <a:gd name="csY86" fmla="*/ 754555 h 4812988"/>
              <a:gd name="csX87" fmla="*/ 8931058 w 11034751"/>
              <a:gd name="csY87" fmla="*/ 716977 h 4812988"/>
              <a:gd name="csX88" fmla="*/ 8981162 w 11034751"/>
              <a:gd name="csY88" fmla="*/ 691925 h 4812988"/>
              <a:gd name="csX89" fmla="*/ 9228008 w 11034751"/>
              <a:gd name="csY89" fmla="*/ 691925 h 4812988"/>
              <a:gd name="csX90" fmla="*/ 9461911 w 11034751"/>
              <a:gd name="csY90" fmla="*/ 410423 h 4812988"/>
              <a:gd name="csX91" fmla="*/ 9955687 w 11034751"/>
              <a:gd name="csY91" fmla="*/ 123911 h 4812988"/>
              <a:gd name="csX92" fmla="*/ 10443367 w 11034751"/>
              <a:gd name="csY92" fmla="*/ 1991 h 4812988"/>
              <a:gd name="csX93" fmla="*/ 10866413 w 11034751"/>
              <a:gd name="csY93" fmla="*/ 89089 h 4812988"/>
              <a:gd name="csX94" fmla="*/ 10998103 w 11034751"/>
              <a:gd name="csY94" fmla="*/ 251926 h 4812988"/>
              <a:gd name="csX95" fmla="*/ 11034679 w 11034751"/>
              <a:gd name="csY95" fmla="*/ 629879 h 4812988"/>
              <a:gd name="csX96" fmla="*/ 10924951 w 11034751"/>
              <a:gd name="csY96" fmla="*/ 898102 h 4812988"/>
              <a:gd name="csX97" fmla="*/ 10784743 w 11034751"/>
              <a:gd name="csY97" fmla="*/ 1355303 h 4812988"/>
              <a:gd name="csX98" fmla="*/ 10321447 w 11034751"/>
              <a:gd name="csY98" fmla="*/ 1690582 h 4812988"/>
              <a:gd name="csX99" fmla="*/ 10236103 w 11034751"/>
              <a:gd name="csY99" fmla="*/ 2001478 h 4812988"/>
              <a:gd name="csX100" fmla="*/ 10028839 w 11034751"/>
              <a:gd name="csY100" fmla="*/ 2190454 h 4812988"/>
              <a:gd name="csX101" fmla="*/ 9766711 w 11034751"/>
              <a:gd name="csY101" fmla="*/ 2580598 h 4812988"/>
              <a:gd name="csX102" fmla="*/ 9583831 w 11034751"/>
              <a:gd name="csY102" fmla="*/ 2934166 h 4812988"/>
              <a:gd name="csX103" fmla="*/ 9352183 w 11034751"/>
              <a:gd name="csY103" fmla="*/ 3092662 h 4812988"/>
              <a:gd name="csX104" fmla="*/ 9144919 w 11034751"/>
              <a:gd name="csY104" fmla="*/ 3299926 h 4812988"/>
              <a:gd name="csX105" fmla="*/ 8840119 w 11034751"/>
              <a:gd name="csY105" fmla="*/ 3452326 h 4812988"/>
              <a:gd name="csX106" fmla="*/ 8669431 w 11034751"/>
              <a:gd name="csY106" fmla="*/ 3763222 h 4812988"/>
              <a:gd name="csX107" fmla="*/ 8254903 w 11034751"/>
              <a:gd name="csY107" fmla="*/ 3915622 h 4812988"/>
              <a:gd name="csX108" fmla="*/ 6103015 w 11034751"/>
              <a:gd name="csY108" fmla="*/ 4641046 h 4812988"/>
              <a:gd name="csX0" fmla="*/ 162839 w 11034751"/>
              <a:gd name="csY0" fmla="*/ 4812988 h 4812988"/>
              <a:gd name="csX1" fmla="*/ 125261 w 11034751"/>
              <a:gd name="csY1" fmla="*/ 4762883 h 4812988"/>
              <a:gd name="csX2" fmla="*/ 37579 w 11034751"/>
              <a:gd name="csY2" fmla="*/ 4612571 h 4812988"/>
              <a:gd name="csX3" fmla="*/ 62631 w 11034751"/>
              <a:gd name="csY3" fmla="*/ 4524889 h 4812988"/>
              <a:gd name="csX4" fmla="*/ 37579 w 11034751"/>
              <a:gd name="csY4" fmla="*/ 4399629 h 4812988"/>
              <a:gd name="csX5" fmla="*/ 0 w 11034751"/>
              <a:gd name="csY5" fmla="*/ 4324473 h 4812988"/>
              <a:gd name="csX6" fmla="*/ 62631 w 11034751"/>
              <a:gd name="csY6" fmla="*/ 4174160 h 4812988"/>
              <a:gd name="csX7" fmla="*/ 112735 w 11034751"/>
              <a:gd name="csY7" fmla="*/ 4061426 h 4812988"/>
              <a:gd name="csX8" fmla="*/ 175365 w 11034751"/>
              <a:gd name="csY8" fmla="*/ 3961218 h 4812988"/>
              <a:gd name="csX9" fmla="*/ 175365 w 11034751"/>
              <a:gd name="csY9" fmla="*/ 3961218 h 4812988"/>
              <a:gd name="csX10" fmla="*/ 288099 w 11034751"/>
              <a:gd name="csY10" fmla="*/ 3835957 h 4812988"/>
              <a:gd name="csX11" fmla="*/ 413359 w 11034751"/>
              <a:gd name="csY11" fmla="*/ 3785853 h 4812988"/>
              <a:gd name="csX12" fmla="*/ 413359 w 11034751"/>
              <a:gd name="csY12" fmla="*/ 3785853 h 4812988"/>
              <a:gd name="csX13" fmla="*/ 400833 w 11034751"/>
              <a:gd name="csY13" fmla="*/ 3673119 h 4812988"/>
              <a:gd name="csX14" fmla="*/ 300625 w 11034751"/>
              <a:gd name="csY14" fmla="*/ 3635541 h 4812988"/>
              <a:gd name="csX15" fmla="*/ 288099 w 11034751"/>
              <a:gd name="csY15" fmla="*/ 3597963 h 4812988"/>
              <a:gd name="csX16" fmla="*/ 338203 w 11034751"/>
              <a:gd name="csY16" fmla="*/ 3472703 h 4812988"/>
              <a:gd name="csX17" fmla="*/ 388307 w 11034751"/>
              <a:gd name="csY17" fmla="*/ 3397547 h 4812988"/>
              <a:gd name="csX18" fmla="*/ 488515 w 11034751"/>
              <a:gd name="csY18" fmla="*/ 3222182 h 4812988"/>
              <a:gd name="csX19" fmla="*/ 513568 w 11034751"/>
              <a:gd name="csY19" fmla="*/ 3147026 h 4812988"/>
              <a:gd name="csX20" fmla="*/ 626302 w 11034751"/>
              <a:gd name="csY20" fmla="*/ 3046818 h 4812988"/>
              <a:gd name="csX21" fmla="*/ 701458 w 11034751"/>
              <a:gd name="csY21" fmla="*/ 2984188 h 4812988"/>
              <a:gd name="csX22" fmla="*/ 801666 w 11034751"/>
              <a:gd name="csY22" fmla="*/ 2934083 h 4812988"/>
              <a:gd name="csX23" fmla="*/ 876822 w 11034751"/>
              <a:gd name="csY23" fmla="*/ 2883979 h 4812988"/>
              <a:gd name="csX24" fmla="*/ 989557 w 11034751"/>
              <a:gd name="csY24" fmla="*/ 2821349 h 4812988"/>
              <a:gd name="csX25" fmla="*/ 1052187 w 11034751"/>
              <a:gd name="csY25" fmla="*/ 2758719 h 4812988"/>
              <a:gd name="csX26" fmla="*/ 1152395 w 11034751"/>
              <a:gd name="csY26" fmla="*/ 2671037 h 4812988"/>
              <a:gd name="csX27" fmla="*/ 1302707 w 11034751"/>
              <a:gd name="csY27" fmla="*/ 2620933 h 4812988"/>
              <a:gd name="csX28" fmla="*/ 1427968 w 11034751"/>
              <a:gd name="csY28" fmla="*/ 2658511 h 4812988"/>
              <a:gd name="csX29" fmla="*/ 1427968 w 11034751"/>
              <a:gd name="csY29" fmla="*/ 2658511 h 4812988"/>
              <a:gd name="csX30" fmla="*/ 1365337 w 11034751"/>
              <a:gd name="csY30" fmla="*/ 2595881 h 4812988"/>
              <a:gd name="csX31" fmla="*/ 1402915 w 11034751"/>
              <a:gd name="csY31" fmla="*/ 2407990 h 4812988"/>
              <a:gd name="csX32" fmla="*/ 1528176 w 11034751"/>
              <a:gd name="csY32" fmla="*/ 2307782 h 4812988"/>
              <a:gd name="csX33" fmla="*/ 1628384 w 11034751"/>
              <a:gd name="csY33" fmla="*/ 2245152 h 4812988"/>
              <a:gd name="csX34" fmla="*/ 1653436 w 11034751"/>
              <a:gd name="csY34" fmla="*/ 2207574 h 4812988"/>
              <a:gd name="csX35" fmla="*/ 1816274 w 11034751"/>
              <a:gd name="csY35" fmla="*/ 2195048 h 4812988"/>
              <a:gd name="csX36" fmla="*/ 1966587 w 11034751"/>
              <a:gd name="csY36" fmla="*/ 2245152 h 4812988"/>
              <a:gd name="csX37" fmla="*/ 1966587 w 11034751"/>
              <a:gd name="csY37" fmla="*/ 2245152 h 4812988"/>
              <a:gd name="csX38" fmla="*/ 1966587 w 11034751"/>
              <a:gd name="csY38" fmla="*/ 2245152 h 4812988"/>
              <a:gd name="csX39" fmla="*/ 2079321 w 11034751"/>
              <a:gd name="csY39" fmla="*/ 2195048 h 4812988"/>
              <a:gd name="csX40" fmla="*/ 2229633 w 11034751"/>
              <a:gd name="csY40" fmla="*/ 2094840 h 4812988"/>
              <a:gd name="csX41" fmla="*/ 2467628 w 11034751"/>
              <a:gd name="csY41" fmla="*/ 2057262 h 4812988"/>
              <a:gd name="csX42" fmla="*/ 2642992 w 11034751"/>
              <a:gd name="csY42" fmla="*/ 2082314 h 4812988"/>
              <a:gd name="csX43" fmla="*/ 2743200 w 11034751"/>
              <a:gd name="csY43" fmla="*/ 2169996 h 4812988"/>
              <a:gd name="csX44" fmla="*/ 2868461 w 11034751"/>
              <a:gd name="csY44" fmla="*/ 2195048 h 4812988"/>
              <a:gd name="csX45" fmla="*/ 2705622 w 11034751"/>
              <a:gd name="csY45" fmla="*/ 2082314 h 4812988"/>
              <a:gd name="csX46" fmla="*/ 2793305 w 11034751"/>
              <a:gd name="csY46" fmla="*/ 1957053 h 4812988"/>
              <a:gd name="csX47" fmla="*/ 2956143 w 11034751"/>
              <a:gd name="csY47" fmla="*/ 1957053 h 4812988"/>
              <a:gd name="csX48" fmla="*/ 3156559 w 11034751"/>
              <a:gd name="csY48" fmla="*/ 1957053 h 4812988"/>
              <a:gd name="csX49" fmla="*/ 3319398 w 11034751"/>
              <a:gd name="csY49" fmla="*/ 1969579 h 4812988"/>
              <a:gd name="csX50" fmla="*/ 3670126 w 11034751"/>
              <a:gd name="csY50" fmla="*/ 1919475 h 4812988"/>
              <a:gd name="csX51" fmla="*/ 3832965 w 11034751"/>
              <a:gd name="csY51" fmla="*/ 1919475 h 4812988"/>
              <a:gd name="csX52" fmla="*/ 4096011 w 11034751"/>
              <a:gd name="csY52" fmla="*/ 1894423 h 4812988"/>
              <a:gd name="csX53" fmla="*/ 4246324 w 11034751"/>
              <a:gd name="csY53" fmla="*/ 1906949 h 4812988"/>
              <a:gd name="csX54" fmla="*/ 4421688 w 11034751"/>
              <a:gd name="csY54" fmla="*/ 1994631 h 4812988"/>
              <a:gd name="csX55" fmla="*/ 4421688 w 11034751"/>
              <a:gd name="csY55" fmla="*/ 1994631 h 4812988"/>
              <a:gd name="csX56" fmla="*/ 4359058 w 11034751"/>
              <a:gd name="csY56" fmla="*/ 1844319 h 4812988"/>
              <a:gd name="csX57" fmla="*/ 4559474 w 11034751"/>
              <a:gd name="csY57" fmla="*/ 1844319 h 4812988"/>
              <a:gd name="csX58" fmla="*/ 4747365 w 11034751"/>
              <a:gd name="csY58" fmla="*/ 1869371 h 4812988"/>
              <a:gd name="csX59" fmla="*/ 4835047 w 11034751"/>
              <a:gd name="csY59" fmla="*/ 1869371 h 4812988"/>
              <a:gd name="csX60" fmla="*/ 5022937 w 11034751"/>
              <a:gd name="csY60" fmla="*/ 1769163 h 4812988"/>
              <a:gd name="csX61" fmla="*/ 5260932 w 11034751"/>
              <a:gd name="csY61" fmla="*/ 1794215 h 4812988"/>
              <a:gd name="csX62" fmla="*/ 5411244 w 11034751"/>
              <a:gd name="csY62" fmla="*/ 1819267 h 4812988"/>
              <a:gd name="csX63" fmla="*/ 5599135 w 11034751"/>
              <a:gd name="csY63" fmla="*/ 1781689 h 4812988"/>
              <a:gd name="csX64" fmla="*/ 5736921 w 11034751"/>
              <a:gd name="csY64" fmla="*/ 1794215 h 4812988"/>
              <a:gd name="csX65" fmla="*/ 5799551 w 11034751"/>
              <a:gd name="csY65" fmla="*/ 1794215 h 4812988"/>
              <a:gd name="csX66" fmla="*/ 6137754 w 11034751"/>
              <a:gd name="csY66" fmla="*/ 1631377 h 4812988"/>
              <a:gd name="csX67" fmla="*/ 6363222 w 11034751"/>
              <a:gd name="csY67" fmla="*/ 1593799 h 4812988"/>
              <a:gd name="csX68" fmla="*/ 6551113 w 11034751"/>
              <a:gd name="csY68" fmla="*/ 1481064 h 4812988"/>
              <a:gd name="csX69" fmla="*/ 6713951 w 11034751"/>
              <a:gd name="csY69" fmla="*/ 1493590 h 4812988"/>
              <a:gd name="csX70" fmla="*/ 6851737 w 11034751"/>
              <a:gd name="csY70" fmla="*/ 1481064 h 4812988"/>
              <a:gd name="csX71" fmla="*/ 7002050 w 11034751"/>
              <a:gd name="csY71" fmla="*/ 1355804 h 4812988"/>
              <a:gd name="csX72" fmla="*/ 7214992 w 11034751"/>
              <a:gd name="csY72" fmla="*/ 1230544 h 4812988"/>
              <a:gd name="csX73" fmla="*/ 7340252 w 11034751"/>
              <a:gd name="csY73" fmla="*/ 1243070 h 4812988"/>
              <a:gd name="csX74" fmla="*/ 7440461 w 11034751"/>
              <a:gd name="csY74" fmla="*/ 1255596 h 4812988"/>
              <a:gd name="csX75" fmla="*/ 7528143 w 11034751"/>
              <a:gd name="csY75" fmla="*/ 1255596 h 4812988"/>
              <a:gd name="csX76" fmla="*/ 7741085 w 11034751"/>
              <a:gd name="csY76" fmla="*/ 1218018 h 4812988"/>
              <a:gd name="csX77" fmla="*/ 7803715 w 11034751"/>
              <a:gd name="csY77" fmla="*/ 1167914 h 4812988"/>
              <a:gd name="csX78" fmla="*/ 7941502 w 11034751"/>
              <a:gd name="csY78" fmla="*/ 1180440 h 4812988"/>
              <a:gd name="csX79" fmla="*/ 7941502 w 11034751"/>
              <a:gd name="csY79" fmla="*/ 1180440 h 4812988"/>
              <a:gd name="csX80" fmla="*/ 8079288 w 11034751"/>
              <a:gd name="csY80" fmla="*/ 1130336 h 4812988"/>
              <a:gd name="csX81" fmla="*/ 8267179 w 11034751"/>
              <a:gd name="csY81" fmla="*/ 1042653 h 4812988"/>
              <a:gd name="csX82" fmla="*/ 8442543 w 11034751"/>
              <a:gd name="csY82" fmla="*/ 942445 h 4812988"/>
              <a:gd name="csX83" fmla="*/ 8517699 w 11034751"/>
              <a:gd name="csY83" fmla="*/ 854763 h 4812988"/>
              <a:gd name="csX84" fmla="*/ 8555277 w 11034751"/>
              <a:gd name="csY84" fmla="*/ 804659 h 4812988"/>
              <a:gd name="csX85" fmla="*/ 8705589 w 11034751"/>
              <a:gd name="csY85" fmla="*/ 779607 h 4812988"/>
              <a:gd name="csX86" fmla="*/ 8818324 w 11034751"/>
              <a:gd name="csY86" fmla="*/ 754555 h 4812988"/>
              <a:gd name="csX87" fmla="*/ 8931058 w 11034751"/>
              <a:gd name="csY87" fmla="*/ 716977 h 4812988"/>
              <a:gd name="csX88" fmla="*/ 8981162 w 11034751"/>
              <a:gd name="csY88" fmla="*/ 691925 h 4812988"/>
              <a:gd name="csX89" fmla="*/ 9228008 w 11034751"/>
              <a:gd name="csY89" fmla="*/ 691925 h 4812988"/>
              <a:gd name="csX90" fmla="*/ 9461911 w 11034751"/>
              <a:gd name="csY90" fmla="*/ 410423 h 4812988"/>
              <a:gd name="csX91" fmla="*/ 9955687 w 11034751"/>
              <a:gd name="csY91" fmla="*/ 123911 h 4812988"/>
              <a:gd name="csX92" fmla="*/ 10443367 w 11034751"/>
              <a:gd name="csY92" fmla="*/ 1991 h 4812988"/>
              <a:gd name="csX93" fmla="*/ 10866413 w 11034751"/>
              <a:gd name="csY93" fmla="*/ 89089 h 4812988"/>
              <a:gd name="csX94" fmla="*/ 10998103 w 11034751"/>
              <a:gd name="csY94" fmla="*/ 251926 h 4812988"/>
              <a:gd name="csX95" fmla="*/ 11034679 w 11034751"/>
              <a:gd name="csY95" fmla="*/ 629879 h 4812988"/>
              <a:gd name="csX96" fmla="*/ 10924951 w 11034751"/>
              <a:gd name="csY96" fmla="*/ 898102 h 4812988"/>
              <a:gd name="csX97" fmla="*/ 10784743 w 11034751"/>
              <a:gd name="csY97" fmla="*/ 1355303 h 4812988"/>
              <a:gd name="csX98" fmla="*/ 10321447 w 11034751"/>
              <a:gd name="csY98" fmla="*/ 1690582 h 4812988"/>
              <a:gd name="csX99" fmla="*/ 10236103 w 11034751"/>
              <a:gd name="csY99" fmla="*/ 2001478 h 4812988"/>
              <a:gd name="csX100" fmla="*/ 10028839 w 11034751"/>
              <a:gd name="csY100" fmla="*/ 2190454 h 4812988"/>
              <a:gd name="csX101" fmla="*/ 9766711 w 11034751"/>
              <a:gd name="csY101" fmla="*/ 2580598 h 4812988"/>
              <a:gd name="csX102" fmla="*/ 9583831 w 11034751"/>
              <a:gd name="csY102" fmla="*/ 2934166 h 4812988"/>
              <a:gd name="csX103" fmla="*/ 9352183 w 11034751"/>
              <a:gd name="csY103" fmla="*/ 3092662 h 4812988"/>
              <a:gd name="csX104" fmla="*/ 9144919 w 11034751"/>
              <a:gd name="csY104" fmla="*/ 3299926 h 4812988"/>
              <a:gd name="csX105" fmla="*/ 8840119 w 11034751"/>
              <a:gd name="csY105" fmla="*/ 3452326 h 4812988"/>
              <a:gd name="csX106" fmla="*/ 8669431 w 11034751"/>
              <a:gd name="csY106" fmla="*/ 3763222 h 4812988"/>
              <a:gd name="csX107" fmla="*/ 8254903 w 11034751"/>
              <a:gd name="csY107" fmla="*/ 3915622 h 4812988"/>
              <a:gd name="csX108" fmla="*/ 7944007 w 11034751"/>
              <a:gd name="csY108" fmla="*/ 4214326 h 4812988"/>
              <a:gd name="csX109" fmla="*/ 6103015 w 11034751"/>
              <a:gd name="csY109" fmla="*/ 4641046 h 4812988"/>
              <a:gd name="csX0" fmla="*/ 162839 w 11034751"/>
              <a:gd name="csY0" fmla="*/ 4812988 h 4812988"/>
              <a:gd name="csX1" fmla="*/ 125261 w 11034751"/>
              <a:gd name="csY1" fmla="*/ 4762883 h 4812988"/>
              <a:gd name="csX2" fmla="*/ 37579 w 11034751"/>
              <a:gd name="csY2" fmla="*/ 4612571 h 4812988"/>
              <a:gd name="csX3" fmla="*/ 62631 w 11034751"/>
              <a:gd name="csY3" fmla="*/ 4524889 h 4812988"/>
              <a:gd name="csX4" fmla="*/ 37579 w 11034751"/>
              <a:gd name="csY4" fmla="*/ 4399629 h 4812988"/>
              <a:gd name="csX5" fmla="*/ 0 w 11034751"/>
              <a:gd name="csY5" fmla="*/ 4324473 h 4812988"/>
              <a:gd name="csX6" fmla="*/ 62631 w 11034751"/>
              <a:gd name="csY6" fmla="*/ 4174160 h 4812988"/>
              <a:gd name="csX7" fmla="*/ 112735 w 11034751"/>
              <a:gd name="csY7" fmla="*/ 4061426 h 4812988"/>
              <a:gd name="csX8" fmla="*/ 175365 w 11034751"/>
              <a:gd name="csY8" fmla="*/ 3961218 h 4812988"/>
              <a:gd name="csX9" fmla="*/ 175365 w 11034751"/>
              <a:gd name="csY9" fmla="*/ 3961218 h 4812988"/>
              <a:gd name="csX10" fmla="*/ 288099 w 11034751"/>
              <a:gd name="csY10" fmla="*/ 3835957 h 4812988"/>
              <a:gd name="csX11" fmla="*/ 413359 w 11034751"/>
              <a:gd name="csY11" fmla="*/ 3785853 h 4812988"/>
              <a:gd name="csX12" fmla="*/ 413359 w 11034751"/>
              <a:gd name="csY12" fmla="*/ 3785853 h 4812988"/>
              <a:gd name="csX13" fmla="*/ 400833 w 11034751"/>
              <a:gd name="csY13" fmla="*/ 3673119 h 4812988"/>
              <a:gd name="csX14" fmla="*/ 300625 w 11034751"/>
              <a:gd name="csY14" fmla="*/ 3635541 h 4812988"/>
              <a:gd name="csX15" fmla="*/ 288099 w 11034751"/>
              <a:gd name="csY15" fmla="*/ 3597963 h 4812988"/>
              <a:gd name="csX16" fmla="*/ 338203 w 11034751"/>
              <a:gd name="csY16" fmla="*/ 3472703 h 4812988"/>
              <a:gd name="csX17" fmla="*/ 388307 w 11034751"/>
              <a:gd name="csY17" fmla="*/ 3397547 h 4812988"/>
              <a:gd name="csX18" fmla="*/ 488515 w 11034751"/>
              <a:gd name="csY18" fmla="*/ 3222182 h 4812988"/>
              <a:gd name="csX19" fmla="*/ 513568 w 11034751"/>
              <a:gd name="csY19" fmla="*/ 3147026 h 4812988"/>
              <a:gd name="csX20" fmla="*/ 626302 w 11034751"/>
              <a:gd name="csY20" fmla="*/ 3046818 h 4812988"/>
              <a:gd name="csX21" fmla="*/ 701458 w 11034751"/>
              <a:gd name="csY21" fmla="*/ 2984188 h 4812988"/>
              <a:gd name="csX22" fmla="*/ 801666 w 11034751"/>
              <a:gd name="csY22" fmla="*/ 2934083 h 4812988"/>
              <a:gd name="csX23" fmla="*/ 876822 w 11034751"/>
              <a:gd name="csY23" fmla="*/ 2883979 h 4812988"/>
              <a:gd name="csX24" fmla="*/ 989557 w 11034751"/>
              <a:gd name="csY24" fmla="*/ 2821349 h 4812988"/>
              <a:gd name="csX25" fmla="*/ 1052187 w 11034751"/>
              <a:gd name="csY25" fmla="*/ 2758719 h 4812988"/>
              <a:gd name="csX26" fmla="*/ 1152395 w 11034751"/>
              <a:gd name="csY26" fmla="*/ 2671037 h 4812988"/>
              <a:gd name="csX27" fmla="*/ 1302707 w 11034751"/>
              <a:gd name="csY27" fmla="*/ 2620933 h 4812988"/>
              <a:gd name="csX28" fmla="*/ 1427968 w 11034751"/>
              <a:gd name="csY28" fmla="*/ 2658511 h 4812988"/>
              <a:gd name="csX29" fmla="*/ 1427968 w 11034751"/>
              <a:gd name="csY29" fmla="*/ 2658511 h 4812988"/>
              <a:gd name="csX30" fmla="*/ 1365337 w 11034751"/>
              <a:gd name="csY30" fmla="*/ 2595881 h 4812988"/>
              <a:gd name="csX31" fmla="*/ 1402915 w 11034751"/>
              <a:gd name="csY31" fmla="*/ 2407990 h 4812988"/>
              <a:gd name="csX32" fmla="*/ 1528176 w 11034751"/>
              <a:gd name="csY32" fmla="*/ 2307782 h 4812988"/>
              <a:gd name="csX33" fmla="*/ 1628384 w 11034751"/>
              <a:gd name="csY33" fmla="*/ 2245152 h 4812988"/>
              <a:gd name="csX34" fmla="*/ 1653436 w 11034751"/>
              <a:gd name="csY34" fmla="*/ 2207574 h 4812988"/>
              <a:gd name="csX35" fmla="*/ 1816274 w 11034751"/>
              <a:gd name="csY35" fmla="*/ 2195048 h 4812988"/>
              <a:gd name="csX36" fmla="*/ 1966587 w 11034751"/>
              <a:gd name="csY36" fmla="*/ 2245152 h 4812988"/>
              <a:gd name="csX37" fmla="*/ 1966587 w 11034751"/>
              <a:gd name="csY37" fmla="*/ 2245152 h 4812988"/>
              <a:gd name="csX38" fmla="*/ 1966587 w 11034751"/>
              <a:gd name="csY38" fmla="*/ 2245152 h 4812988"/>
              <a:gd name="csX39" fmla="*/ 2079321 w 11034751"/>
              <a:gd name="csY39" fmla="*/ 2195048 h 4812988"/>
              <a:gd name="csX40" fmla="*/ 2229633 w 11034751"/>
              <a:gd name="csY40" fmla="*/ 2094840 h 4812988"/>
              <a:gd name="csX41" fmla="*/ 2467628 w 11034751"/>
              <a:gd name="csY41" fmla="*/ 2057262 h 4812988"/>
              <a:gd name="csX42" fmla="*/ 2642992 w 11034751"/>
              <a:gd name="csY42" fmla="*/ 2082314 h 4812988"/>
              <a:gd name="csX43" fmla="*/ 2743200 w 11034751"/>
              <a:gd name="csY43" fmla="*/ 2169996 h 4812988"/>
              <a:gd name="csX44" fmla="*/ 2868461 w 11034751"/>
              <a:gd name="csY44" fmla="*/ 2195048 h 4812988"/>
              <a:gd name="csX45" fmla="*/ 2705622 w 11034751"/>
              <a:gd name="csY45" fmla="*/ 2082314 h 4812988"/>
              <a:gd name="csX46" fmla="*/ 2793305 w 11034751"/>
              <a:gd name="csY46" fmla="*/ 1957053 h 4812988"/>
              <a:gd name="csX47" fmla="*/ 2956143 w 11034751"/>
              <a:gd name="csY47" fmla="*/ 1957053 h 4812988"/>
              <a:gd name="csX48" fmla="*/ 3156559 w 11034751"/>
              <a:gd name="csY48" fmla="*/ 1957053 h 4812988"/>
              <a:gd name="csX49" fmla="*/ 3319398 w 11034751"/>
              <a:gd name="csY49" fmla="*/ 1969579 h 4812988"/>
              <a:gd name="csX50" fmla="*/ 3670126 w 11034751"/>
              <a:gd name="csY50" fmla="*/ 1919475 h 4812988"/>
              <a:gd name="csX51" fmla="*/ 3832965 w 11034751"/>
              <a:gd name="csY51" fmla="*/ 1919475 h 4812988"/>
              <a:gd name="csX52" fmla="*/ 4096011 w 11034751"/>
              <a:gd name="csY52" fmla="*/ 1894423 h 4812988"/>
              <a:gd name="csX53" fmla="*/ 4246324 w 11034751"/>
              <a:gd name="csY53" fmla="*/ 1906949 h 4812988"/>
              <a:gd name="csX54" fmla="*/ 4421688 w 11034751"/>
              <a:gd name="csY54" fmla="*/ 1994631 h 4812988"/>
              <a:gd name="csX55" fmla="*/ 4421688 w 11034751"/>
              <a:gd name="csY55" fmla="*/ 1994631 h 4812988"/>
              <a:gd name="csX56" fmla="*/ 4359058 w 11034751"/>
              <a:gd name="csY56" fmla="*/ 1844319 h 4812988"/>
              <a:gd name="csX57" fmla="*/ 4559474 w 11034751"/>
              <a:gd name="csY57" fmla="*/ 1844319 h 4812988"/>
              <a:gd name="csX58" fmla="*/ 4747365 w 11034751"/>
              <a:gd name="csY58" fmla="*/ 1869371 h 4812988"/>
              <a:gd name="csX59" fmla="*/ 4835047 w 11034751"/>
              <a:gd name="csY59" fmla="*/ 1869371 h 4812988"/>
              <a:gd name="csX60" fmla="*/ 5022937 w 11034751"/>
              <a:gd name="csY60" fmla="*/ 1769163 h 4812988"/>
              <a:gd name="csX61" fmla="*/ 5260932 w 11034751"/>
              <a:gd name="csY61" fmla="*/ 1794215 h 4812988"/>
              <a:gd name="csX62" fmla="*/ 5411244 w 11034751"/>
              <a:gd name="csY62" fmla="*/ 1819267 h 4812988"/>
              <a:gd name="csX63" fmla="*/ 5599135 w 11034751"/>
              <a:gd name="csY63" fmla="*/ 1781689 h 4812988"/>
              <a:gd name="csX64" fmla="*/ 5736921 w 11034751"/>
              <a:gd name="csY64" fmla="*/ 1794215 h 4812988"/>
              <a:gd name="csX65" fmla="*/ 5799551 w 11034751"/>
              <a:gd name="csY65" fmla="*/ 1794215 h 4812988"/>
              <a:gd name="csX66" fmla="*/ 6137754 w 11034751"/>
              <a:gd name="csY66" fmla="*/ 1631377 h 4812988"/>
              <a:gd name="csX67" fmla="*/ 6363222 w 11034751"/>
              <a:gd name="csY67" fmla="*/ 1593799 h 4812988"/>
              <a:gd name="csX68" fmla="*/ 6551113 w 11034751"/>
              <a:gd name="csY68" fmla="*/ 1481064 h 4812988"/>
              <a:gd name="csX69" fmla="*/ 6713951 w 11034751"/>
              <a:gd name="csY69" fmla="*/ 1493590 h 4812988"/>
              <a:gd name="csX70" fmla="*/ 6851737 w 11034751"/>
              <a:gd name="csY70" fmla="*/ 1481064 h 4812988"/>
              <a:gd name="csX71" fmla="*/ 7002050 w 11034751"/>
              <a:gd name="csY71" fmla="*/ 1355804 h 4812988"/>
              <a:gd name="csX72" fmla="*/ 7214992 w 11034751"/>
              <a:gd name="csY72" fmla="*/ 1230544 h 4812988"/>
              <a:gd name="csX73" fmla="*/ 7340252 w 11034751"/>
              <a:gd name="csY73" fmla="*/ 1243070 h 4812988"/>
              <a:gd name="csX74" fmla="*/ 7440461 w 11034751"/>
              <a:gd name="csY74" fmla="*/ 1255596 h 4812988"/>
              <a:gd name="csX75" fmla="*/ 7528143 w 11034751"/>
              <a:gd name="csY75" fmla="*/ 1255596 h 4812988"/>
              <a:gd name="csX76" fmla="*/ 7741085 w 11034751"/>
              <a:gd name="csY76" fmla="*/ 1218018 h 4812988"/>
              <a:gd name="csX77" fmla="*/ 7803715 w 11034751"/>
              <a:gd name="csY77" fmla="*/ 1167914 h 4812988"/>
              <a:gd name="csX78" fmla="*/ 7941502 w 11034751"/>
              <a:gd name="csY78" fmla="*/ 1180440 h 4812988"/>
              <a:gd name="csX79" fmla="*/ 7941502 w 11034751"/>
              <a:gd name="csY79" fmla="*/ 1180440 h 4812988"/>
              <a:gd name="csX80" fmla="*/ 8079288 w 11034751"/>
              <a:gd name="csY80" fmla="*/ 1130336 h 4812988"/>
              <a:gd name="csX81" fmla="*/ 8267179 w 11034751"/>
              <a:gd name="csY81" fmla="*/ 1042653 h 4812988"/>
              <a:gd name="csX82" fmla="*/ 8442543 w 11034751"/>
              <a:gd name="csY82" fmla="*/ 942445 h 4812988"/>
              <a:gd name="csX83" fmla="*/ 8517699 w 11034751"/>
              <a:gd name="csY83" fmla="*/ 854763 h 4812988"/>
              <a:gd name="csX84" fmla="*/ 8555277 w 11034751"/>
              <a:gd name="csY84" fmla="*/ 804659 h 4812988"/>
              <a:gd name="csX85" fmla="*/ 8705589 w 11034751"/>
              <a:gd name="csY85" fmla="*/ 779607 h 4812988"/>
              <a:gd name="csX86" fmla="*/ 8818324 w 11034751"/>
              <a:gd name="csY86" fmla="*/ 754555 h 4812988"/>
              <a:gd name="csX87" fmla="*/ 8931058 w 11034751"/>
              <a:gd name="csY87" fmla="*/ 716977 h 4812988"/>
              <a:gd name="csX88" fmla="*/ 8981162 w 11034751"/>
              <a:gd name="csY88" fmla="*/ 691925 h 4812988"/>
              <a:gd name="csX89" fmla="*/ 9228008 w 11034751"/>
              <a:gd name="csY89" fmla="*/ 691925 h 4812988"/>
              <a:gd name="csX90" fmla="*/ 9461911 w 11034751"/>
              <a:gd name="csY90" fmla="*/ 410423 h 4812988"/>
              <a:gd name="csX91" fmla="*/ 9955687 w 11034751"/>
              <a:gd name="csY91" fmla="*/ 123911 h 4812988"/>
              <a:gd name="csX92" fmla="*/ 10443367 w 11034751"/>
              <a:gd name="csY92" fmla="*/ 1991 h 4812988"/>
              <a:gd name="csX93" fmla="*/ 10866413 w 11034751"/>
              <a:gd name="csY93" fmla="*/ 89089 h 4812988"/>
              <a:gd name="csX94" fmla="*/ 10998103 w 11034751"/>
              <a:gd name="csY94" fmla="*/ 251926 h 4812988"/>
              <a:gd name="csX95" fmla="*/ 11034679 w 11034751"/>
              <a:gd name="csY95" fmla="*/ 629879 h 4812988"/>
              <a:gd name="csX96" fmla="*/ 10924951 w 11034751"/>
              <a:gd name="csY96" fmla="*/ 898102 h 4812988"/>
              <a:gd name="csX97" fmla="*/ 10784743 w 11034751"/>
              <a:gd name="csY97" fmla="*/ 1355303 h 4812988"/>
              <a:gd name="csX98" fmla="*/ 10321447 w 11034751"/>
              <a:gd name="csY98" fmla="*/ 1690582 h 4812988"/>
              <a:gd name="csX99" fmla="*/ 10236103 w 11034751"/>
              <a:gd name="csY99" fmla="*/ 2001478 h 4812988"/>
              <a:gd name="csX100" fmla="*/ 10028839 w 11034751"/>
              <a:gd name="csY100" fmla="*/ 2190454 h 4812988"/>
              <a:gd name="csX101" fmla="*/ 9766711 w 11034751"/>
              <a:gd name="csY101" fmla="*/ 2580598 h 4812988"/>
              <a:gd name="csX102" fmla="*/ 9583831 w 11034751"/>
              <a:gd name="csY102" fmla="*/ 2934166 h 4812988"/>
              <a:gd name="csX103" fmla="*/ 9352183 w 11034751"/>
              <a:gd name="csY103" fmla="*/ 3092662 h 4812988"/>
              <a:gd name="csX104" fmla="*/ 9144919 w 11034751"/>
              <a:gd name="csY104" fmla="*/ 3299926 h 4812988"/>
              <a:gd name="csX105" fmla="*/ 8840119 w 11034751"/>
              <a:gd name="csY105" fmla="*/ 3452326 h 4812988"/>
              <a:gd name="csX106" fmla="*/ 8669431 w 11034751"/>
              <a:gd name="csY106" fmla="*/ 3763222 h 4812988"/>
              <a:gd name="csX107" fmla="*/ 8254903 w 11034751"/>
              <a:gd name="csY107" fmla="*/ 3915622 h 4812988"/>
              <a:gd name="csX108" fmla="*/ 7944007 w 11034751"/>
              <a:gd name="csY108" fmla="*/ 4214326 h 4812988"/>
              <a:gd name="csX109" fmla="*/ 7255159 w 11034751"/>
              <a:gd name="csY109" fmla="*/ 4470358 h 4812988"/>
              <a:gd name="csX110" fmla="*/ 6103015 w 11034751"/>
              <a:gd name="csY110" fmla="*/ 4641046 h 4812988"/>
              <a:gd name="csX0" fmla="*/ 162839 w 11034751"/>
              <a:gd name="csY0" fmla="*/ 4812988 h 4812988"/>
              <a:gd name="csX1" fmla="*/ 125261 w 11034751"/>
              <a:gd name="csY1" fmla="*/ 4762883 h 4812988"/>
              <a:gd name="csX2" fmla="*/ 37579 w 11034751"/>
              <a:gd name="csY2" fmla="*/ 4612571 h 4812988"/>
              <a:gd name="csX3" fmla="*/ 62631 w 11034751"/>
              <a:gd name="csY3" fmla="*/ 4524889 h 4812988"/>
              <a:gd name="csX4" fmla="*/ 37579 w 11034751"/>
              <a:gd name="csY4" fmla="*/ 4399629 h 4812988"/>
              <a:gd name="csX5" fmla="*/ 0 w 11034751"/>
              <a:gd name="csY5" fmla="*/ 4324473 h 4812988"/>
              <a:gd name="csX6" fmla="*/ 62631 w 11034751"/>
              <a:gd name="csY6" fmla="*/ 4174160 h 4812988"/>
              <a:gd name="csX7" fmla="*/ 112735 w 11034751"/>
              <a:gd name="csY7" fmla="*/ 4061426 h 4812988"/>
              <a:gd name="csX8" fmla="*/ 175365 w 11034751"/>
              <a:gd name="csY8" fmla="*/ 3961218 h 4812988"/>
              <a:gd name="csX9" fmla="*/ 175365 w 11034751"/>
              <a:gd name="csY9" fmla="*/ 3961218 h 4812988"/>
              <a:gd name="csX10" fmla="*/ 288099 w 11034751"/>
              <a:gd name="csY10" fmla="*/ 3835957 h 4812988"/>
              <a:gd name="csX11" fmla="*/ 413359 w 11034751"/>
              <a:gd name="csY11" fmla="*/ 3785853 h 4812988"/>
              <a:gd name="csX12" fmla="*/ 413359 w 11034751"/>
              <a:gd name="csY12" fmla="*/ 3785853 h 4812988"/>
              <a:gd name="csX13" fmla="*/ 400833 w 11034751"/>
              <a:gd name="csY13" fmla="*/ 3673119 h 4812988"/>
              <a:gd name="csX14" fmla="*/ 300625 w 11034751"/>
              <a:gd name="csY14" fmla="*/ 3635541 h 4812988"/>
              <a:gd name="csX15" fmla="*/ 288099 w 11034751"/>
              <a:gd name="csY15" fmla="*/ 3597963 h 4812988"/>
              <a:gd name="csX16" fmla="*/ 338203 w 11034751"/>
              <a:gd name="csY16" fmla="*/ 3472703 h 4812988"/>
              <a:gd name="csX17" fmla="*/ 388307 w 11034751"/>
              <a:gd name="csY17" fmla="*/ 3397547 h 4812988"/>
              <a:gd name="csX18" fmla="*/ 488515 w 11034751"/>
              <a:gd name="csY18" fmla="*/ 3222182 h 4812988"/>
              <a:gd name="csX19" fmla="*/ 513568 w 11034751"/>
              <a:gd name="csY19" fmla="*/ 3147026 h 4812988"/>
              <a:gd name="csX20" fmla="*/ 626302 w 11034751"/>
              <a:gd name="csY20" fmla="*/ 3046818 h 4812988"/>
              <a:gd name="csX21" fmla="*/ 701458 w 11034751"/>
              <a:gd name="csY21" fmla="*/ 2984188 h 4812988"/>
              <a:gd name="csX22" fmla="*/ 801666 w 11034751"/>
              <a:gd name="csY22" fmla="*/ 2934083 h 4812988"/>
              <a:gd name="csX23" fmla="*/ 876822 w 11034751"/>
              <a:gd name="csY23" fmla="*/ 2883979 h 4812988"/>
              <a:gd name="csX24" fmla="*/ 989557 w 11034751"/>
              <a:gd name="csY24" fmla="*/ 2821349 h 4812988"/>
              <a:gd name="csX25" fmla="*/ 1052187 w 11034751"/>
              <a:gd name="csY25" fmla="*/ 2758719 h 4812988"/>
              <a:gd name="csX26" fmla="*/ 1152395 w 11034751"/>
              <a:gd name="csY26" fmla="*/ 2671037 h 4812988"/>
              <a:gd name="csX27" fmla="*/ 1302707 w 11034751"/>
              <a:gd name="csY27" fmla="*/ 2620933 h 4812988"/>
              <a:gd name="csX28" fmla="*/ 1427968 w 11034751"/>
              <a:gd name="csY28" fmla="*/ 2658511 h 4812988"/>
              <a:gd name="csX29" fmla="*/ 1427968 w 11034751"/>
              <a:gd name="csY29" fmla="*/ 2658511 h 4812988"/>
              <a:gd name="csX30" fmla="*/ 1365337 w 11034751"/>
              <a:gd name="csY30" fmla="*/ 2595881 h 4812988"/>
              <a:gd name="csX31" fmla="*/ 1402915 w 11034751"/>
              <a:gd name="csY31" fmla="*/ 2407990 h 4812988"/>
              <a:gd name="csX32" fmla="*/ 1528176 w 11034751"/>
              <a:gd name="csY32" fmla="*/ 2307782 h 4812988"/>
              <a:gd name="csX33" fmla="*/ 1628384 w 11034751"/>
              <a:gd name="csY33" fmla="*/ 2245152 h 4812988"/>
              <a:gd name="csX34" fmla="*/ 1653436 w 11034751"/>
              <a:gd name="csY34" fmla="*/ 2207574 h 4812988"/>
              <a:gd name="csX35" fmla="*/ 1816274 w 11034751"/>
              <a:gd name="csY35" fmla="*/ 2195048 h 4812988"/>
              <a:gd name="csX36" fmla="*/ 1966587 w 11034751"/>
              <a:gd name="csY36" fmla="*/ 2245152 h 4812988"/>
              <a:gd name="csX37" fmla="*/ 1966587 w 11034751"/>
              <a:gd name="csY37" fmla="*/ 2245152 h 4812988"/>
              <a:gd name="csX38" fmla="*/ 1966587 w 11034751"/>
              <a:gd name="csY38" fmla="*/ 2245152 h 4812988"/>
              <a:gd name="csX39" fmla="*/ 2079321 w 11034751"/>
              <a:gd name="csY39" fmla="*/ 2195048 h 4812988"/>
              <a:gd name="csX40" fmla="*/ 2229633 w 11034751"/>
              <a:gd name="csY40" fmla="*/ 2094840 h 4812988"/>
              <a:gd name="csX41" fmla="*/ 2467628 w 11034751"/>
              <a:gd name="csY41" fmla="*/ 2057262 h 4812988"/>
              <a:gd name="csX42" fmla="*/ 2642992 w 11034751"/>
              <a:gd name="csY42" fmla="*/ 2082314 h 4812988"/>
              <a:gd name="csX43" fmla="*/ 2743200 w 11034751"/>
              <a:gd name="csY43" fmla="*/ 2169996 h 4812988"/>
              <a:gd name="csX44" fmla="*/ 2868461 w 11034751"/>
              <a:gd name="csY44" fmla="*/ 2195048 h 4812988"/>
              <a:gd name="csX45" fmla="*/ 2705622 w 11034751"/>
              <a:gd name="csY45" fmla="*/ 2082314 h 4812988"/>
              <a:gd name="csX46" fmla="*/ 2793305 w 11034751"/>
              <a:gd name="csY46" fmla="*/ 1957053 h 4812988"/>
              <a:gd name="csX47" fmla="*/ 2956143 w 11034751"/>
              <a:gd name="csY47" fmla="*/ 1957053 h 4812988"/>
              <a:gd name="csX48" fmla="*/ 3156559 w 11034751"/>
              <a:gd name="csY48" fmla="*/ 1957053 h 4812988"/>
              <a:gd name="csX49" fmla="*/ 3319398 w 11034751"/>
              <a:gd name="csY49" fmla="*/ 1969579 h 4812988"/>
              <a:gd name="csX50" fmla="*/ 3670126 w 11034751"/>
              <a:gd name="csY50" fmla="*/ 1919475 h 4812988"/>
              <a:gd name="csX51" fmla="*/ 3832965 w 11034751"/>
              <a:gd name="csY51" fmla="*/ 1919475 h 4812988"/>
              <a:gd name="csX52" fmla="*/ 4096011 w 11034751"/>
              <a:gd name="csY52" fmla="*/ 1894423 h 4812988"/>
              <a:gd name="csX53" fmla="*/ 4246324 w 11034751"/>
              <a:gd name="csY53" fmla="*/ 1906949 h 4812988"/>
              <a:gd name="csX54" fmla="*/ 4421688 w 11034751"/>
              <a:gd name="csY54" fmla="*/ 1994631 h 4812988"/>
              <a:gd name="csX55" fmla="*/ 4421688 w 11034751"/>
              <a:gd name="csY55" fmla="*/ 1994631 h 4812988"/>
              <a:gd name="csX56" fmla="*/ 4359058 w 11034751"/>
              <a:gd name="csY56" fmla="*/ 1844319 h 4812988"/>
              <a:gd name="csX57" fmla="*/ 4559474 w 11034751"/>
              <a:gd name="csY57" fmla="*/ 1844319 h 4812988"/>
              <a:gd name="csX58" fmla="*/ 4747365 w 11034751"/>
              <a:gd name="csY58" fmla="*/ 1869371 h 4812988"/>
              <a:gd name="csX59" fmla="*/ 4835047 w 11034751"/>
              <a:gd name="csY59" fmla="*/ 1869371 h 4812988"/>
              <a:gd name="csX60" fmla="*/ 5022937 w 11034751"/>
              <a:gd name="csY60" fmla="*/ 1769163 h 4812988"/>
              <a:gd name="csX61" fmla="*/ 5260932 w 11034751"/>
              <a:gd name="csY61" fmla="*/ 1794215 h 4812988"/>
              <a:gd name="csX62" fmla="*/ 5411244 w 11034751"/>
              <a:gd name="csY62" fmla="*/ 1819267 h 4812988"/>
              <a:gd name="csX63" fmla="*/ 5599135 w 11034751"/>
              <a:gd name="csY63" fmla="*/ 1781689 h 4812988"/>
              <a:gd name="csX64" fmla="*/ 5736921 w 11034751"/>
              <a:gd name="csY64" fmla="*/ 1794215 h 4812988"/>
              <a:gd name="csX65" fmla="*/ 5799551 w 11034751"/>
              <a:gd name="csY65" fmla="*/ 1794215 h 4812988"/>
              <a:gd name="csX66" fmla="*/ 6137754 w 11034751"/>
              <a:gd name="csY66" fmla="*/ 1631377 h 4812988"/>
              <a:gd name="csX67" fmla="*/ 6363222 w 11034751"/>
              <a:gd name="csY67" fmla="*/ 1593799 h 4812988"/>
              <a:gd name="csX68" fmla="*/ 6551113 w 11034751"/>
              <a:gd name="csY68" fmla="*/ 1481064 h 4812988"/>
              <a:gd name="csX69" fmla="*/ 6713951 w 11034751"/>
              <a:gd name="csY69" fmla="*/ 1493590 h 4812988"/>
              <a:gd name="csX70" fmla="*/ 6851737 w 11034751"/>
              <a:gd name="csY70" fmla="*/ 1481064 h 4812988"/>
              <a:gd name="csX71" fmla="*/ 7002050 w 11034751"/>
              <a:gd name="csY71" fmla="*/ 1355804 h 4812988"/>
              <a:gd name="csX72" fmla="*/ 7214992 w 11034751"/>
              <a:gd name="csY72" fmla="*/ 1230544 h 4812988"/>
              <a:gd name="csX73" fmla="*/ 7340252 w 11034751"/>
              <a:gd name="csY73" fmla="*/ 1243070 h 4812988"/>
              <a:gd name="csX74" fmla="*/ 7440461 w 11034751"/>
              <a:gd name="csY74" fmla="*/ 1255596 h 4812988"/>
              <a:gd name="csX75" fmla="*/ 7528143 w 11034751"/>
              <a:gd name="csY75" fmla="*/ 1255596 h 4812988"/>
              <a:gd name="csX76" fmla="*/ 7741085 w 11034751"/>
              <a:gd name="csY76" fmla="*/ 1218018 h 4812988"/>
              <a:gd name="csX77" fmla="*/ 7803715 w 11034751"/>
              <a:gd name="csY77" fmla="*/ 1167914 h 4812988"/>
              <a:gd name="csX78" fmla="*/ 7941502 w 11034751"/>
              <a:gd name="csY78" fmla="*/ 1180440 h 4812988"/>
              <a:gd name="csX79" fmla="*/ 7941502 w 11034751"/>
              <a:gd name="csY79" fmla="*/ 1180440 h 4812988"/>
              <a:gd name="csX80" fmla="*/ 8079288 w 11034751"/>
              <a:gd name="csY80" fmla="*/ 1130336 h 4812988"/>
              <a:gd name="csX81" fmla="*/ 8267179 w 11034751"/>
              <a:gd name="csY81" fmla="*/ 1042653 h 4812988"/>
              <a:gd name="csX82" fmla="*/ 8442543 w 11034751"/>
              <a:gd name="csY82" fmla="*/ 942445 h 4812988"/>
              <a:gd name="csX83" fmla="*/ 8517699 w 11034751"/>
              <a:gd name="csY83" fmla="*/ 854763 h 4812988"/>
              <a:gd name="csX84" fmla="*/ 8555277 w 11034751"/>
              <a:gd name="csY84" fmla="*/ 804659 h 4812988"/>
              <a:gd name="csX85" fmla="*/ 8705589 w 11034751"/>
              <a:gd name="csY85" fmla="*/ 779607 h 4812988"/>
              <a:gd name="csX86" fmla="*/ 8818324 w 11034751"/>
              <a:gd name="csY86" fmla="*/ 754555 h 4812988"/>
              <a:gd name="csX87" fmla="*/ 8931058 w 11034751"/>
              <a:gd name="csY87" fmla="*/ 716977 h 4812988"/>
              <a:gd name="csX88" fmla="*/ 8981162 w 11034751"/>
              <a:gd name="csY88" fmla="*/ 691925 h 4812988"/>
              <a:gd name="csX89" fmla="*/ 9228008 w 11034751"/>
              <a:gd name="csY89" fmla="*/ 691925 h 4812988"/>
              <a:gd name="csX90" fmla="*/ 9461911 w 11034751"/>
              <a:gd name="csY90" fmla="*/ 410423 h 4812988"/>
              <a:gd name="csX91" fmla="*/ 9955687 w 11034751"/>
              <a:gd name="csY91" fmla="*/ 123911 h 4812988"/>
              <a:gd name="csX92" fmla="*/ 10443367 w 11034751"/>
              <a:gd name="csY92" fmla="*/ 1991 h 4812988"/>
              <a:gd name="csX93" fmla="*/ 10866413 w 11034751"/>
              <a:gd name="csY93" fmla="*/ 89089 h 4812988"/>
              <a:gd name="csX94" fmla="*/ 10998103 w 11034751"/>
              <a:gd name="csY94" fmla="*/ 251926 h 4812988"/>
              <a:gd name="csX95" fmla="*/ 11034679 w 11034751"/>
              <a:gd name="csY95" fmla="*/ 629879 h 4812988"/>
              <a:gd name="csX96" fmla="*/ 10924951 w 11034751"/>
              <a:gd name="csY96" fmla="*/ 898102 h 4812988"/>
              <a:gd name="csX97" fmla="*/ 10784743 w 11034751"/>
              <a:gd name="csY97" fmla="*/ 1355303 h 4812988"/>
              <a:gd name="csX98" fmla="*/ 10321447 w 11034751"/>
              <a:gd name="csY98" fmla="*/ 1690582 h 4812988"/>
              <a:gd name="csX99" fmla="*/ 10236103 w 11034751"/>
              <a:gd name="csY99" fmla="*/ 2001478 h 4812988"/>
              <a:gd name="csX100" fmla="*/ 10028839 w 11034751"/>
              <a:gd name="csY100" fmla="*/ 2190454 h 4812988"/>
              <a:gd name="csX101" fmla="*/ 9766711 w 11034751"/>
              <a:gd name="csY101" fmla="*/ 2580598 h 4812988"/>
              <a:gd name="csX102" fmla="*/ 9583831 w 11034751"/>
              <a:gd name="csY102" fmla="*/ 2934166 h 4812988"/>
              <a:gd name="csX103" fmla="*/ 9352183 w 11034751"/>
              <a:gd name="csY103" fmla="*/ 3092662 h 4812988"/>
              <a:gd name="csX104" fmla="*/ 9144919 w 11034751"/>
              <a:gd name="csY104" fmla="*/ 3299926 h 4812988"/>
              <a:gd name="csX105" fmla="*/ 8840119 w 11034751"/>
              <a:gd name="csY105" fmla="*/ 3452326 h 4812988"/>
              <a:gd name="csX106" fmla="*/ 8669431 w 11034751"/>
              <a:gd name="csY106" fmla="*/ 3763222 h 4812988"/>
              <a:gd name="csX107" fmla="*/ 8254903 w 11034751"/>
              <a:gd name="csY107" fmla="*/ 3915622 h 4812988"/>
              <a:gd name="csX108" fmla="*/ 7944007 w 11034751"/>
              <a:gd name="csY108" fmla="*/ 4214326 h 4812988"/>
              <a:gd name="csX109" fmla="*/ 7566055 w 11034751"/>
              <a:gd name="csY109" fmla="*/ 4293574 h 4812988"/>
              <a:gd name="csX110" fmla="*/ 7255159 w 11034751"/>
              <a:gd name="csY110" fmla="*/ 4470358 h 4812988"/>
              <a:gd name="csX111" fmla="*/ 6103015 w 11034751"/>
              <a:gd name="csY111" fmla="*/ 4641046 h 4812988"/>
              <a:gd name="csX0" fmla="*/ 162839 w 11034751"/>
              <a:gd name="csY0" fmla="*/ 4812988 h 4812988"/>
              <a:gd name="csX1" fmla="*/ 125261 w 11034751"/>
              <a:gd name="csY1" fmla="*/ 4762883 h 4812988"/>
              <a:gd name="csX2" fmla="*/ 37579 w 11034751"/>
              <a:gd name="csY2" fmla="*/ 4612571 h 4812988"/>
              <a:gd name="csX3" fmla="*/ 62631 w 11034751"/>
              <a:gd name="csY3" fmla="*/ 4524889 h 4812988"/>
              <a:gd name="csX4" fmla="*/ 37579 w 11034751"/>
              <a:gd name="csY4" fmla="*/ 4399629 h 4812988"/>
              <a:gd name="csX5" fmla="*/ 0 w 11034751"/>
              <a:gd name="csY5" fmla="*/ 4324473 h 4812988"/>
              <a:gd name="csX6" fmla="*/ 62631 w 11034751"/>
              <a:gd name="csY6" fmla="*/ 4174160 h 4812988"/>
              <a:gd name="csX7" fmla="*/ 112735 w 11034751"/>
              <a:gd name="csY7" fmla="*/ 4061426 h 4812988"/>
              <a:gd name="csX8" fmla="*/ 175365 w 11034751"/>
              <a:gd name="csY8" fmla="*/ 3961218 h 4812988"/>
              <a:gd name="csX9" fmla="*/ 175365 w 11034751"/>
              <a:gd name="csY9" fmla="*/ 3961218 h 4812988"/>
              <a:gd name="csX10" fmla="*/ 288099 w 11034751"/>
              <a:gd name="csY10" fmla="*/ 3835957 h 4812988"/>
              <a:gd name="csX11" fmla="*/ 413359 w 11034751"/>
              <a:gd name="csY11" fmla="*/ 3785853 h 4812988"/>
              <a:gd name="csX12" fmla="*/ 413359 w 11034751"/>
              <a:gd name="csY12" fmla="*/ 3785853 h 4812988"/>
              <a:gd name="csX13" fmla="*/ 400833 w 11034751"/>
              <a:gd name="csY13" fmla="*/ 3673119 h 4812988"/>
              <a:gd name="csX14" fmla="*/ 300625 w 11034751"/>
              <a:gd name="csY14" fmla="*/ 3635541 h 4812988"/>
              <a:gd name="csX15" fmla="*/ 288099 w 11034751"/>
              <a:gd name="csY15" fmla="*/ 3597963 h 4812988"/>
              <a:gd name="csX16" fmla="*/ 338203 w 11034751"/>
              <a:gd name="csY16" fmla="*/ 3472703 h 4812988"/>
              <a:gd name="csX17" fmla="*/ 388307 w 11034751"/>
              <a:gd name="csY17" fmla="*/ 3397547 h 4812988"/>
              <a:gd name="csX18" fmla="*/ 488515 w 11034751"/>
              <a:gd name="csY18" fmla="*/ 3222182 h 4812988"/>
              <a:gd name="csX19" fmla="*/ 513568 w 11034751"/>
              <a:gd name="csY19" fmla="*/ 3147026 h 4812988"/>
              <a:gd name="csX20" fmla="*/ 626302 w 11034751"/>
              <a:gd name="csY20" fmla="*/ 3046818 h 4812988"/>
              <a:gd name="csX21" fmla="*/ 701458 w 11034751"/>
              <a:gd name="csY21" fmla="*/ 2984188 h 4812988"/>
              <a:gd name="csX22" fmla="*/ 801666 w 11034751"/>
              <a:gd name="csY22" fmla="*/ 2934083 h 4812988"/>
              <a:gd name="csX23" fmla="*/ 876822 w 11034751"/>
              <a:gd name="csY23" fmla="*/ 2883979 h 4812988"/>
              <a:gd name="csX24" fmla="*/ 989557 w 11034751"/>
              <a:gd name="csY24" fmla="*/ 2821349 h 4812988"/>
              <a:gd name="csX25" fmla="*/ 1052187 w 11034751"/>
              <a:gd name="csY25" fmla="*/ 2758719 h 4812988"/>
              <a:gd name="csX26" fmla="*/ 1152395 w 11034751"/>
              <a:gd name="csY26" fmla="*/ 2671037 h 4812988"/>
              <a:gd name="csX27" fmla="*/ 1302707 w 11034751"/>
              <a:gd name="csY27" fmla="*/ 2620933 h 4812988"/>
              <a:gd name="csX28" fmla="*/ 1427968 w 11034751"/>
              <a:gd name="csY28" fmla="*/ 2658511 h 4812988"/>
              <a:gd name="csX29" fmla="*/ 1427968 w 11034751"/>
              <a:gd name="csY29" fmla="*/ 2658511 h 4812988"/>
              <a:gd name="csX30" fmla="*/ 1365337 w 11034751"/>
              <a:gd name="csY30" fmla="*/ 2595881 h 4812988"/>
              <a:gd name="csX31" fmla="*/ 1402915 w 11034751"/>
              <a:gd name="csY31" fmla="*/ 2407990 h 4812988"/>
              <a:gd name="csX32" fmla="*/ 1528176 w 11034751"/>
              <a:gd name="csY32" fmla="*/ 2307782 h 4812988"/>
              <a:gd name="csX33" fmla="*/ 1628384 w 11034751"/>
              <a:gd name="csY33" fmla="*/ 2245152 h 4812988"/>
              <a:gd name="csX34" fmla="*/ 1653436 w 11034751"/>
              <a:gd name="csY34" fmla="*/ 2207574 h 4812988"/>
              <a:gd name="csX35" fmla="*/ 1816274 w 11034751"/>
              <a:gd name="csY35" fmla="*/ 2195048 h 4812988"/>
              <a:gd name="csX36" fmla="*/ 1966587 w 11034751"/>
              <a:gd name="csY36" fmla="*/ 2245152 h 4812988"/>
              <a:gd name="csX37" fmla="*/ 1966587 w 11034751"/>
              <a:gd name="csY37" fmla="*/ 2245152 h 4812988"/>
              <a:gd name="csX38" fmla="*/ 1966587 w 11034751"/>
              <a:gd name="csY38" fmla="*/ 2245152 h 4812988"/>
              <a:gd name="csX39" fmla="*/ 2079321 w 11034751"/>
              <a:gd name="csY39" fmla="*/ 2195048 h 4812988"/>
              <a:gd name="csX40" fmla="*/ 2229633 w 11034751"/>
              <a:gd name="csY40" fmla="*/ 2094840 h 4812988"/>
              <a:gd name="csX41" fmla="*/ 2467628 w 11034751"/>
              <a:gd name="csY41" fmla="*/ 2057262 h 4812988"/>
              <a:gd name="csX42" fmla="*/ 2642992 w 11034751"/>
              <a:gd name="csY42" fmla="*/ 2082314 h 4812988"/>
              <a:gd name="csX43" fmla="*/ 2743200 w 11034751"/>
              <a:gd name="csY43" fmla="*/ 2169996 h 4812988"/>
              <a:gd name="csX44" fmla="*/ 2868461 w 11034751"/>
              <a:gd name="csY44" fmla="*/ 2195048 h 4812988"/>
              <a:gd name="csX45" fmla="*/ 2705622 w 11034751"/>
              <a:gd name="csY45" fmla="*/ 2082314 h 4812988"/>
              <a:gd name="csX46" fmla="*/ 2793305 w 11034751"/>
              <a:gd name="csY46" fmla="*/ 1957053 h 4812988"/>
              <a:gd name="csX47" fmla="*/ 2956143 w 11034751"/>
              <a:gd name="csY47" fmla="*/ 1957053 h 4812988"/>
              <a:gd name="csX48" fmla="*/ 3156559 w 11034751"/>
              <a:gd name="csY48" fmla="*/ 1957053 h 4812988"/>
              <a:gd name="csX49" fmla="*/ 3319398 w 11034751"/>
              <a:gd name="csY49" fmla="*/ 1969579 h 4812988"/>
              <a:gd name="csX50" fmla="*/ 3670126 w 11034751"/>
              <a:gd name="csY50" fmla="*/ 1919475 h 4812988"/>
              <a:gd name="csX51" fmla="*/ 3832965 w 11034751"/>
              <a:gd name="csY51" fmla="*/ 1919475 h 4812988"/>
              <a:gd name="csX52" fmla="*/ 4096011 w 11034751"/>
              <a:gd name="csY52" fmla="*/ 1894423 h 4812988"/>
              <a:gd name="csX53" fmla="*/ 4246324 w 11034751"/>
              <a:gd name="csY53" fmla="*/ 1906949 h 4812988"/>
              <a:gd name="csX54" fmla="*/ 4421688 w 11034751"/>
              <a:gd name="csY54" fmla="*/ 1994631 h 4812988"/>
              <a:gd name="csX55" fmla="*/ 4421688 w 11034751"/>
              <a:gd name="csY55" fmla="*/ 1994631 h 4812988"/>
              <a:gd name="csX56" fmla="*/ 4359058 w 11034751"/>
              <a:gd name="csY56" fmla="*/ 1844319 h 4812988"/>
              <a:gd name="csX57" fmla="*/ 4559474 w 11034751"/>
              <a:gd name="csY57" fmla="*/ 1844319 h 4812988"/>
              <a:gd name="csX58" fmla="*/ 4747365 w 11034751"/>
              <a:gd name="csY58" fmla="*/ 1869371 h 4812988"/>
              <a:gd name="csX59" fmla="*/ 4835047 w 11034751"/>
              <a:gd name="csY59" fmla="*/ 1869371 h 4812988"/>
              <a:gd name="csX60" fmla="*/ 5022937 w 11034751"/>
              <a:gd name="csY60" fmla="*/ 1769163 h 4812988"/>
              <a:gd name="csX61" fmla="*/ 5260932 w 11034751"/>
              <a:gd name="csY61" fmla="*/ 1794215 h 4812988"/>
              <a:gd name="csX62" fmla="*/ 5411244 w 11034751"/>
              <a:gd name="csY62" fmla="*/ 1819267 h 4812988"/>
              <a:gd name="csX63" fmla="*/ 5599135 w 11034751"/>
              <a:gd name="csY63" fmla="*/ 1781689 h 4812988"/>
              <a:gd name="csX64" fmla="*/ 5736921 w 11034751"/>
              <a:gd name="csY64" fmla="*/ 1794215 h 4812988"/>
              <a:gd name="csX65" fmla="*/ 5799551 w 11034751"/>
              <a:gd name="csY65" fmla="*/ 1794215 h 4812988"/>
              <a:gd name="csX66" fmla="*/ 6137754 w 11034751"/>
              <a:gd name="csY66" fmla="*/ 1631377 h 4812988"/>
              <a:gd name="csX67" fmla="*/ 6363222 w 11034751"/>
              <a:gd name="csY67" fmla="*/ 1593799 h 4812988"/>
              <a:gd name="csX68" fmla="*/ 6551113 w 11034751"/>
              <a:gd name="csY68" fmla="*/ 1481064 h 4812988"/>
              <a:gd name="csX69" fmla="*/ 6713951 w 11034751"/>
              <a:gd name="csY69" fmla="*/ 1493590 h 4812988"/>
              <a:gd name="csX70" fmla="*/ 6851737 w 11034751"/>
              <a:gd name="csY70" fmla="*/ 1481064 h 4812988"/>
              <a:gd name="csX71" fmla="*/ 7002050 w 11034751"/>
              <a:gd name="csY71" fmla="*/ 1355804 h 4812988"/>
              <a:gd name="csX72" fmla="*/ 7214992 w 11034751"/>
              <a:gd name="csY72" fmla="*/ 1230544 h 4812988"/>
              <a:gd name="csX73" fmla="*/ 7340252 w 11034751"/>
              <a:gd name="csY73" fmla="*/ 1243070 h 4812988"/>
              <a:gd name="csX74" fmla="*/ 7440461 w 11034751"/>
              <a:gd name="csY74" fmla="*/ 1255596 h 4812988"/>
              <a:gd name="csX75" fmla="*/ 7528143 w 11034751"/>
              <a:gd name="csY75" fmla="*/ 1255596 h 4812988"/>
              <a:gd name="csX76" fmla="*/ 7741085 w 11034751"/>
              <a:gd name="csY76" fmla="*/ 1218018 h 4812988"/>
              <a:gd name="csX77" fmla="*/ 7803715 w 11034751"/>
              <a:gd name="csY77" fmla="*/ 1167914 h 4812988"/>
              <a:gd name="csX78" fmla="*/ 7941502 w 11034751"/>
              <a:gd name="csY78" fmla="*/ 1180440 h 4812988"/>
              <a:gd name="csX79" fmla="*/ 7941502 w 11034751"/>
              <a:gd name="csY79" fmla="*/ 1180440 h 4812988"/>
              <a:gd name="csX80" fmla="*/ 8079288 w 11034751"/>
              <a:gd name="csY80" fmla="*/ 1130336 h 4812988"/>
              <a:gd name="csX81" fmla="*/ 8267179 w 11034751"/>
              <a:gd name="csY81" fmla="*/ 1042653 h 4812988"/>
              <a:gd name="csX82" fmla="*/ 8442543 w 11034751"/>
              <a:gd name="csY82" fmla="*/ 942445 h 4812988"/>
              <a:gd name="csX83" fmla="*/ 8517699 w 11034751"/>
              <a:gd name="csY83" fmla="*/ 854763 h 4812988"/>
              <a:gd name="csX84" fmla="*/ 8555277 w 11034751"/>
              <a:gd name="csY84" fmla="*/ 804659 h 4812988"/>
              <a:gd name="csX85" fmla="*/ 8705589 w 11034751"/>
              <a:gd name="csY85" fmla="*/ 779607 h 4812988"/>
              <a:gd name="csX86" fmla="*/ 8818324 w 11034751"/>
              <a:gd name="csY86" fmla="*/ 754555 h 4812988"/>
              <a:gd name="csX87" fmla="*/ 8931058 w 11034751"/>
              <a:gd name="csY87" fmla="*/ 716977 h 4812988"/>
              <a:gd name="csX88" fmla="*/ 8981162 w 11034751"/>
              <a:gd name="csY88" fmla="*/ 691925 h 4812988"/>
              <a:gd name="csX89" fmla="*/ 9228008 w 11034751"/>
              <a:gd name="csY89" fmla="*/ 691925 h 4812988"/>
              <a:gd name="csX90" fmla="*/ 9461911 w 11034751"/>
              <a:gd name="csY90" fmla="*/ 410423 h 4812988"/>
              <a:gd name="csX91" fmla="*/ 9955687 w 11034751"/>
              <a:gd name="csY91" fmla="*/ 123911 h 4812988"/>
              <a:gd name="csX92" fmla="*/ 10443367 w 11034751"/>
              <a:gd name="csY92" fmla="*/ 1991 h 4812988"/>
              <a:gd name="csX93" fmla="*/ 10866413 w 11034751"/>
              <a:gd name="csY93" fmla="*/ 89089 h 4812988"/>
              <a:gd name="csX94" fmla="*/ 10998103 w 11034751"/>
              <a:gd name="csY94" fmla="*/ 251926 h 4812988"/>
              <a:gd name="csX95" fmla="*/ 11034679 w 11034751"/>
              <a:gd name="csY95" fmla="*/ 629879 h 4812988"/>
              <a:gd name="csX96" fmla="*/ 10924951 w 11034751"/>
              <a:gd name="csY96" fmla="*/ 898102 h 4812988"/>
              <a:gd name="csX97" fmla="*/ 10784743 w 11034751"/>
              <a:gd name="csY97" fmla="*/ 1355303 h 4812988"/>
              <a:gd name="csX98" fmla="*/ 10321447 w 11034751"/>
              <a:gd name="csY98" fmla="*/ 1690582 h 4812988"/>
              <a:gd name="csX99" fmla="*/ 10236103 w 11034751"/>
              <a:gd name="csY99" fmla="*/ 2001478 h 4812988"/>
              <a:gd name="csX100" fmla="*/ 10028839 w 11034751"/>
              <a:gd name="csY100" fmla="*/ 2190454 h 4812988"/>
              <a:gd name="csX101" fmla="*/ 9766711 w 11034751"/>
              <a:gd name="csY101" fmla="*/ 2580598 h 4812988"/>
              <a:gd name="csX102" fmla="*/ 9583831 w 11034751"/>
              <a:gd name="csY102" fmla="*/ 2934166 h 4812988"/>
              <a:gd name="csX103" fmla="*/ 9352183 w 11034751"/>
              <a:gd name="csY103" fmla="*/ 3092662 h 4812988"/>
              <a:gd name="csX104" fmla="*/ 9144919 w 11034751"/>
              <a:gd name="csY104" fmla="*/ 3299926 h 4812988"/>
              <a:gd name="csX105" fmla="*/ 8840119 w 11034751"/>
              <a:gd name="csY105" fmla="*/ 3452326 h 4812988"/>
              <a:gd name="csX106" fmla="*/ 8669431 w 11034751"/>
              <a:gd name="csY106" fmla="*/ 3763222 h 4812988"/>
              <a:gd name="csX107" fmla="*/ 8254903 w 11034751"/>
              <a:gd name="csY107" fmla="*/ 3915622 h 4812988"/>
              <a:gd name="csX108" fmla="*/ 8169559 w 11034751"/>
              <a:gd name="csY108" fmla="*/ 4104598 h 4812988"/>
              <a:gd name="csX109" fmla="*/ 7944007 w 11034751"/>
              <a:gd name="csY109" fmla="*/ 4214326 h 4812988"/>
              <a:gd name="csX110" fmla="*/ 7566055 w 11034751"/>
              <a:gd name="csY110" fmla="*/ 4293574 h 4812988"/>
              <a:gd name="csX111" fmla="*/ 7255159 w 11034751"/>
              <a:gd name="csY111" fmla="*/ 4470358 h 4812988"/>
              <a:gd name="csX112" fmla="*/ 6103015 w 11034751"/>
              <a:gd name="csY112" fmla="*/ 4641046 h 4812988"/>
              <a:gd name="csX0" fmla="*/ 162839 w 11034751"/>
              <a:gd name="csY0" fmla="*/ 4812988 h 4812988"/>
              <a:gd name="csX1" fmla="*/ 125261 w 11034751"/>
              <a:gd name="csY1" fmla="*/ 4762883 h 4812988"/>
              <a:gd name="csX2" fmla="*/ 37579 w 11034751"/>
              <a:gd name="csY2" fmla="*/ 4612571 h 4812988"/>
              <a:gd name="csX3" fmla="*/ 62631 w 11034751"/>
              <a:gd name="csY3" fmla="*/ 4524889 h 4812988"/>
              <a:gd name="csX4" fmla="*/ 37579 w 11034751"/>
              <a:gd name="csY4" fmla="*/ 4399629 h 4812988"/>
              <a:gd name="csX5" fmla="*/ 0 w 11034751"/>
              <a:gd name="csY5" fmla="*/ 4324473 h 4812988"/>
              <a:gd name="csX6" fmla="*/ 62631 w 11034751"/>
              <a:gd name="csY6" fmla="*/ 4174160 h 4812988"/>
              <a:gd name="csX7" fmla="*/ 112735 w 11034751"/>
              <a:gd name="csY7" fmla="*/ 4061426 h 4812988"/>
              <a:gd name="csX8" fmla="*/ 175365 w 11034751"/>
              <a:gd name="csY8" fmla="*/ 3961218 h 4812988"/>
              <a:gd name="csX9" fmla="*/ 175365 w 11034751"/>
              <a:gd name="csY9" fmla="*/ 3961218 h 4812988"/>
              <a:gd name="csX10" fmla="*/ 288099 w 11034751"/>
              <a:gd name="csY10" fmla="*/ 3835957 h 4812988"/>
              <a:gd name="csX11" fmla="*/ 413359 w 11034751"/>
              <a:gd name="csY11" fmla="*/ 3785853 h 4812988"/>
              <a:gd name="csX12" fmla="*/ 413359 w 11034751"/>
              <a:gd name="csY12" fmla="*/ 3785853 h 4812988"/>
              <a:gd name="csX13" fmla="*/ 400833 w 11034751"/>
              <a:gd name="csY13" fmla="*/ 3673119 h 4812988"/>
              <a:gd name="csX14" fmla="*/ 300625 w 11034751"/>
              <a:gd name="csY14" fmla="*/ 3635541 h 4812988"/>
              <a:gd name="csX15" fmla="*/ 288099 w 11034751"/>
              <a:gd name="csY15" fmla="*/ 3597963 h 4812988"/>
              <a:gd name="csX16" fmla="*/ 338203 w 11034751"/>
              <a:gd name="csY16" fmla="*/ 3472703 h 4812988"/>
              <a:gd name="csX17" fmla="*/ 388307 w 11034751"/>
              <a:gd name="csY17" fmla="*/ 3397547 h 4812988"/>
              <a:gd name="csX18" fmla="*/ 488515 w 11034751"/>
              <a:gd name="csY18" fmla="*/ 3222182 h 4812988"/>
              <a:gd name="csX19" fmla="*/ 513568 w 11034751"/>
              <a:gd name="csY19" fmla="*/ 3147026 h 4812988"/>
              <a:gd name="csX20" fmla="*/ 626302 w 11034751"/>
              <a:gd name="csY20" fmla="*/ 3046818 h 4812988"/>
              <a:gd name="csX21" fmla="*/ 701458 w 11034751"/>
              <a:gd name="csY21" fmla="*/ 2984188 h 4812988"/>
              <a:gd name="csX22" fmla="*/ 801666 w 11034751"/>
              <a:gd name="csY22" fmla="*/ 2934083 h 4812988"/>
              <a:gd name="csX23" fmla="*/ 876822 w 11034751"/>
              <a:gd name="csY23" fmla="*/ 2883979 h 4812988"/>
              <a:gd name="csX24" fmla="*/ 989557 w 11034751"/>
              <a:gd name="csY24" fmla="*/ 2821349 h 4812988"/>
              <a:gd name="csX25" fmla="*/ 1052187 w 11034751"/>
              <a:gd name="csY25" fmla="*/ 2758719 h 4812988"/>
              <a:gd name="csX26" fmla="*/ 1152395 w 11034751"/>
              <a:gd name="csY26" fmla="*/ 2671037 h 4812988"/>
              <a:gd name="csX27" fmla="*/ 1302707 w 11034751"/>
              <a:gd name="csY27" fmla="*/ 2620933 h 4812988"/>
              <a:gd name="csX28" fmla="*/ 1427968 w 11034751"/>
              <a:gd name="csY28" fmla="*/ 2658511 h 4812988"/>
              <a:gd name="csX29" fmla="*/ 1427968 w 11034751"/>
              <a:gd name="csY29" fmla="*/ 2658511 h 4812988"/>
              <a:gd name="csX30" fmla="*/ 1365337 w 11034751"/>
              <a:gd name="csY30" fmla="*/ 2595881 h 4812988"/>
              <a:gd name="csX31" fmla="*/ 1402915 w 11034751"/>
              <a:gd name="csY31" fmla="*/ 2407990 h 4812988"/>
              <a:gd name="csX32" fmla="*/ 1528176 w 11034751"/>
              <a:gd name="csY32" fmla="*/ 2307782 h 4812988"/>
              <a:gd name="csX33" fmla="*/ 1628384 w 11034751"/>
              <a:gd name="csY33" fmla="*/ 2245152 h 4812988"/>
              <a:gd name="csX34" fmla="*/ 1653436 w 11034751"/>
              <a:gd name="csY34" fmla="*/ 2207574 h 4812988"/>
              <a:gd name="csX35" fmla="*/ 1816274 w 11034751"/>
              <a:gd name="csY35" fmla="*/ 2195048 h 4812988"/>
              <a:gd name="csX36" fmla="*/ 1966587 w 11034751"/>
              <a:gd name="csY36" fmla="*/ 2245152 h 4812988"/>
              <a:gd name="csX37" fmla="*/ 1966587 w 11034751"/>
              <a:gd name="csY37" fmla="*/ 2245152 h 4812988"/>
              <a:gd name="csX38" fmla="*/ 1966587 w 11034751"/>
              <a:gd name="csY38" fmla="*/ 2245152 h 4812988"/>
              <a:gd name="csX39" fmla="*/ 2079321 w 11034751"/>
              <a:gd name="csY39" fmla="*/ 2195048 h 4812988"/>
              <a:gd name="csX40" fmla="*/ 2229633 w 11034751"/>
              <a:gd name="csY40" fmla="*/ 2094840 h 4812988"/>
              <a:gd name="csX41" fmla="*/ 2467628 w 11034751"/>
              <a:gd name="csY41" fmla="*/ 2057262 h 4812988"/>
              <a:gd name="csX42" fmla="*/ 2642992 w 11034751"/>
              <a:gd name="csY42" fmla="*/ 2082314 h 4812988"/>
              <a:gd name="csX43" fmla="*/ 2743200 w 11034751"/>
              <a:gd name="csY43" fmla="*/ 2169996 h 4812988"/>
              <a:gd name="csX44" fmla="*/ 2868461 w 11034751"/>
              <a:gd name="csY44" fmla="*/ 2195048 h 4812988"/>
              <a:gd name="csX45" fmla="*/ 2705622 w 11034751"/>
              <a:gd name="csY45" fmla="*/ 2082314 h 4812988"/>
              <a:gd name="csX46" fmla="*/ 2793305 w 11034751"/>
              <a:gd name="csY46" fmla="*/ 1957053 h 4812988"/>
              <a:gd name="csX47" fmla="*/ 2956143 w 11034751"/>
              <a:gd name="csY47" fmla="*/ 1957053 h 4812988"/>
              <a:gd name="csX48" fmla="*/ 3156559 w 11034751"/>
              <a:gd name="csY48" fmla="*/ 1957053 h 4812988"/>
              <a:gd name="csX49" fmla="*/ 3319398 w 11034751"/>
              <a:gd name="csY49" fmla="*/ 1969579 h 4812988"/>
              <a:gd name="csX50" fmla="*/ 3670126 w 11034751"/>
              <a:gd name="csY50" fmla="*/ 1919475 h 4812988"/>
              <a:gd name="csX51" fmla="*/ 3832965 w 11034751"/>
              <a:gd name="csY51" fmla="*/ 1919475 h 4812988"/>
              <a:gd name="csX52" fmla="*/ 4096011 w 11034751"/>
              <a:gd name="csY52" fmla="*/ 1894423 h 4812988"/>
              <a:gd name="csX53" fmla="*/ 4246324 w 11034751"/>
              <a:gd name="csY53" fmla="*/ 1906949 h 4812988"/>
              <a:gd name="csX54" fmla="*/ 4421688 w 11034751"/>
              <a:gd name="csY54" fmla="*/ 1994631 h 4812988"/>
              <a:gd name="csX55" fmla="*/ 4421688 w 11034751"/>
              <a:gd name="csY55" fmla="*/ 1994631 h 4812988"/>
              <a:gd name="csX56" fmla="*/ 4359058 w 11034751"/>
              <a:gd name="csY56" fmla="*/ 1844319 h 4812988"/>
              <a:gd name="csX57" fmla="*/ 4559474 w 11034751"/>
              <a:gd name="csY57" fmla="*/ 1844319 h 4812988"/>
              <a:gd name="csX58" fmla="*/ 4747365 w 11034751"/>
              <a:gd name="csY58" fmla="*/ 1869371 h 4812988"/>
              <a:gd name="csX59" fmla="*/ 4835047 w 11034751"/>
              <a:gd name="csY59" fmla="*/ 1869371 h 4812988"/>
              <a:gd name="csX60" fmla="*/ 5022937 w 11034751"/>
              <a:gd name="csY60" fmla="*/ 1769163 h 4812988"/>
              <a:gd name="csX61" fmla="*/ 5260932 w 11034751"/>
              <a:gd name="csY61" fmla="*/ 1794215 h 4812988"/>
              <a:gd name="csX62" fmla="*/ 5411244 w 11034751"/>
              <a:gd name="csY62" fmla="*/ 1819267 h 4812988"/>
              <a:gd name="csX63" fmla="*/ 5599135 w 11034751"/>
              <a:gd name="csY63" fmla="*/ 1781689 h 4812988"/>
              <a:gd name="csX64" fmla="*/ 5736921 w 11034751"/>
              <a:gd name="csY64" fmla="*/ 1794215 h 4812988"/>
              <a:gd name="csX65" fmla="*/ 5799551 w 11034751"/>
              <a:gd name="csY65" fmla="*/ 1794215 h 4812988"/>
              <a:gd name="csX66" fmla="*/ 6137754 w 11034751"/>
              <a:gd name="csY66" fmla="*/ 1631377 h 4812988"/>
              <a:gd name="csX67" fmla="*/ 6363222 w 11034751"/>
              <a:gd name="csY67" fmla="*/ 1593799 h 4812988"/>
              <a:gd name="csX68" fmla="*/ 6551113 w 11034751"/>
              <a:gd name="csY68" fmla="*/ 1481064 h 4812988"/>
              <a:gd name="csX69" fmla="*/ 6713951 w 11034751"/>
              <a:gd name="csY69" fmla="*/ 1493590 h 4812988"/>
              <a:gd name="csX70" fmla="*/ 6851737 w 11034751"/>
              <a:gd name="csY70" fmla="*/ 1481064 h 4812988"/>
              <a:gd name="csX71" fmla="*/ 7002050 w 11034751"/>
              <a:gd name="csY71" fmla="*/ 1355804 h 4812988"/>
              <a:gd name="csX72" fmla="*/ 7214992 w 11034751"/>
              <a:gd name="csY72" fmla="*/ 1230544 h 4812988"/>
              <a:gd name="csX73" fmla="*/ 7340252 w 11034751"/>
              <a:gd name="csY73" fmla="*/ 1243070 h 4812988"/>
              <a:gd name="csX74" fmla="*/ 7440461 w 11034751"/>
              <a:gd name="csY74" fmla="*/ 1255596 h 4812988"/>
              <a:gd name="csX75" fmla="*/ 7528143 w 11034751"/>
              <a:gd name="csY75" fmla="*/ 1255596 h 4812988"/>
              <a:gd name="csX76" fmla="*/ 7741085 w 11034751"/>
              <a:gd name="csY76" fmla="*/ 1218018 h 4812988"/>
              <a:gd name="csX77" fmla="*/ 7803715 w 11034751"/>
              <a:gd name="csY77" fmla="*/ 1167914 h 4812988"/>
              <a:gd name="csX78" fmla="*/ 7941502 w 11034751"/>
              <a:gd name="csY78" fmla="*/ 1180440 h 4812988"/>
              <a:gd name="csX79" fmla="*/ 7941502 w 11034751"/>
              <a:gd name="csY79" fmla="*/ 1180440 h 4812988"/>
              <a:gd name="csX80" fmla="*/ 8079288 w 11034751"/>
              <a:gd name="csY80" fmla="*/ 1130336 h 4812988"/>
              <a:gd name="csX81" fmla="*/ 8267179 w 11034751"/>
              <a:gd name="csY81" fmla="*/ 1042653 h 4812988"/>
              <a:gd name="csX82" fmla="*/ 8442543 w 11034751"/>
              <a:gd name="csY82" fmla="*/ 942445 h 4812988"/>
              <a:gd name="csX83" fmla="*/ 8517699 w 11034751"/>
              <a:gd name="csY83" fmla="*/ 854763 h 4812988"/>
              <a:gd name="csX84" fmla="*/ 8555277 w 11034751"/>
              <a:gd name="csY84" fmla="*/ 804659 h 4812988"/>
              <a:gd name="csX85" fmla="*/ 8705589 w 11034751"/>
              <a:gd name="csY85" fmla="*/ 779607 h 4812988"/>
              <a:gd name="csX86" fmla="*/ 8818324 w 11034751"/>
              <a:gd name="csY86" fmla="*/ 754555 h 4812988"/>
              <a:gd name="csX87" fmla="*/ 8931058 w 11034751"/>
              <a:gd name="csY87" fmla="*/ 716977 h 4812988"/>
              <a:gd name="csX88" fmla="*/ 8981162 w 11034751"/>
              <a:gd name="csY88" fmla="*/ 691925 h 4812988"/>
              <a:gd name="csX89" fmla="*/ 9228008 w 11034751"/>
              <a:gd name="csY89" fmla="*/ 691925 h 4812988"/>
              <a:gd name="csX90" fmla="*/ 9461911 w 11034751"/>
              <a:gd name="csY90" fmla="*/ 410423 h 4812988"/>
              <a:gd name="csX91" fmla="*/ 9955687 w 11034751"/>
              <a:gd name="csY91" fmla="*/ 123911 h 4812988"/>
              <a:gd name="csX92" fmla="*/ 10443367 w 11034751"/>
              <a:gd name="csY92" fmla="*/ 1991 h 4812988"/>
              <a:gd name="csX93" fmla="*/ 10866413 w 11034751"/>
              <a:gd name="csY93" fmla="*/ 89089 h 4812988"/>
              <a:gd name="csX94" fmla="*/ 10998103 w 11034751"/>
              <a:gd name="csY94" fmla="*/ 251926 h 4812988"/>
              <a:gd name="csX95" fmla="*/ 11034679 w 11034751"/>
              <a:gd name="csY95" fmla="*/ 629879 h 4812988"/>
              <a:gd name="csX96" fmla="*/ 10924951 w 11034751"/>
              <a:gd name="csY96" fmla="*/ 898102 h 4812988"/>
              <a:gd name="csX97" fmla="*/ 10784743 w 11034751"/>
              <a:gd name="csY97" fmla="*/ 1355303 h 4812988"/>
              <a:gd name="csX98" fmla="*/ 10321447 w 11034751"/>
              <a:gd name="csY98" fmla="*/ 1690582 h 4812988"/>
              <a:gd name="csX99" fmla="*/ 10236103 w 11034751"/>
              <a:gd name="csY99" fmla="*/ 2001478 h 4812988"/>
              <a:gd name="csX100" fmla="*/ 10028839 w 11034751"/>
              <a:gd name="csY100" fmla="*/ 2190454 h 4812988"/>
              <a:gd name="csX101" fmla="*/ 9766711 w 11034751"/>
              <a:gd name="csY101" fmla="*/ 2580598 h 4812988"/>
              <a:gd name="csX102" fmla="*/ 9583831 w 11034751"/>
              <a:gd name="csY102" fmla="*/ 2934166 h 4812988"/>
              <a:gd name="csX103" fmla="*/ 9352183 w 11034751"/>
              <a:gd name="csY103" fmla="*/ 3092662 h 4812988"/>
              <a:gd name="csX104" fmla="*/ 9144919 w 11034751"/>
              <a:gd name="csY104" fmla="*/ 3299926 h 4812988"/>
              <a:gd name="csX105" fmla="*/ 8840119 w 11034751"/>
              <a:gd name="csY105" fmla="*/ 3452326 h 4812988"/>
              <a:gd name="csX106" fmla="*/ 8669431 w 11034751"/>
              <a:gd name="csY106" fmla="*/ 3763222 h 4812988"/>
              <a:gd name="csX107" fmla="*/ 8254903 w 11034751"/>
              <a:gd name="csY107" fmla="*/ 3915622 h 4812988"/>
              <a:gd name="csX108" fmla="*/ 8169559 w 11034751"/>
              <a:gd name="csY108" fmla="*/ 4104598 h 4812988"/>
              <a:gd name="csX109" fmla="*/ 7944007 w 11034751"/>
              <a:gd name="csY109" fmla="*/ 4214326 h 4812988"/>
              <a:gd name="csX110" fmla="*/ 7566055 w 11034751"/>
              <a:gd name="csY110" fmla="*/ 4293574 h 4812988"/>
              <a:gd name="csX111" fmla="*/ 7255159 w 11034751"/>
              <a:gd name="csY111" fmla="*/ 4470358 h 4812988"/>
              <a:gd name="csX112" fmla="*/ 6822343 w 11034751"/>
              <a:gd name="csY112" fmla="*/ 4476454 h 4812988"/>
              <a:gd name="csX113" fmla="*/ 6103015 w 11034751"/>
              <a:gd name="csY113" fmla="*/ 4641046 h 4812988"/>
              <a:gd name="csX0" fmla="*/ 162839 w 11034751"/>
              <a:gd name="csY0" fmla="*/ 4812988 h 4812988"/>
              <a:gd name="csX1" fmla="*/ 125261 w 11034751"/>
              <a:gd name="csY1" fmla="*/ 4762883 h 4812988"/>
              <a:gd name="csX2" fmla="*/ 37579 w 11034751"/>
              <a:gd name="csY2" fmla="*/ 4612571 h 4812988"/>
              <a:gd name="csX3" fmla="*/ 62631 w 11034751"/>
              <a:gd name="csY3" fmla="*/ 4524889 h 4812988"/>
              <a:gd name="csX4" fmla="*/ 37579 w 11034751"/>
              <a:gd name="csY4" fmla="*/ 4399629 h 4812988"/>
              <a:gd name="csX5" fmla="*/ 0 w 11034751"/>
              <a:gd name="csY5" fmla="*/ 4324473 h 4812988"/>
              <a:gd name="csX6" fmla="*/ 62631 w 11034751"/>
              <a:gd name="csY6" fmla="*/ 4174160 h 4812988"/>
              <a:gd name="csX7" fmla="*/ 112735 w 11034751"/>
              <a:gd name="csY7" fmla="*/ 4061426 h 4812988"/>
              <a:gd name="csX8" fmla="*/ 175365 w 11034751"/>
              <a:gd name="csY8" fmla="*/ 3961218 h 4812988"/>
              <a:gd name="csX9" fmla="*/ 175365 w 11034751"/>
              <a:gd name="csY9" fmla="*/ 3961218 h 4812988"/>
              <a:gd name="csX10" fmla="*/ 288099 w 11034751"/>
              <a:gd name="csY10" fmla="*/ 3835957 h 4812988"/>
              <a:gd name="csX11" fmla="*/ 413359 w 11034751"/>
              <a:gd name="csY11" fmla="*/ 3785853 h 4812988"/>
              <a:gd name="csX12" fmla="*/ 413359 w 11034751"/>
              <a:gd name="csY12" fmla="*/ 3785853 h 4812988"/>
              <a:gd name="csX13" fmla="*/ 400833 w 11034751"/>
              <a:gd name="csY13" fmla="*/ 3673119 h 4812988"/>
              <a:gd name="csX14" fmla="*/ 300625 w 11034751"/>
              <a:gd name="csY14" fmla="*/ 3635541 h 4812988"/>
              <a:gd name="csX15" fmla="*/ 288099 w 11034751"/>
              <a:gd name="csY15" fmla="*/ 3597963 h 4812988"/>
              <a:gd name="csX16" fmla="*/ 338203 w 11034751"/>
              <a:gd name="csY16" fmla="*/ 3472703 h 4812988"/>
              <a:gd name="csX17" fmla="*/ 388307 w 11034751"/>
              <a:gd name="csY17" fmla="*/ 3397547 h 4812988"/>
              <a:gd name="csX18" fmla="*/ 488515 w 11034751"/>
              <a:gd name="csY18" fmla="*/ 3222182 h 4812988"/>
              <a:gd name="csX19" fmla="*/ 513568 w 11034751"/>
              <a:gd name="csY19" fmla="*/ 3147026 h 4812988"/>
              <a:gd name="csX20" fmla="*/ 626302 w 11034751"/>
              <a:gd name="csY20" fmla="*/ 3046818 h 4812988"/>
              <a:gd name="csX21" fmla="*/ 701458 w 11034751"/>
              <a:gd name="csY21" fmla="*/ 2984188 h 4812988"/>
              <a:gd name="csX22" fmla="*/ 801666 w 11034751"/>
              <a:gd name="csY22" fmla="*/ 2934083 h 4812988"/>
              <a:gd name="csX23" fmla="*/ 876822 w 11034751"/>
              <a:gd name="csY23" fmla="*/ 2883979 h 4812988"/>
              <a:gd name="csX24" fmla="*/ 989557 w 11034751"/>
              <a:gd name="csY24" fmla="*/ 2821349 h 4812988"/>
              <a:gd name="csX25" fmla="*/ 1052187 w 11034751"/>
              <a:gd name="csY25" fmla="*/ 2758719 h 4812988"/>
              <a:gd name="csX26" fmla="*/ 1152395 w 11034751"/>
              <a:gd name="csY26" fmla="*/ 2671037 h 4812988"/>
              <a:gd name="csX27" fmla="*/ 1302707 w 11034751"/>
              <a:gd name="csY27" fmla="*/ 2620933 h 4812988"/>
              <a:gd name="csX28" fmla="*/ 1427968 w 11034751"/>
              <a:gd name="csY28" fmla="*/ 2658511 h 4812988"/>
              <a:gd name="csX29" fmla="*/ 1427968 w 11034751"/>
              <a:gd name="csY29" fmla="*/ 2658511 h 4812988"/>
              <a:gd name="csX30" fmla="*/ 1365337 w 11034751"/>
              <a:gd name="csY30" fmla="*/ 2595881 h 4812988"/>
              <a:gd name="csX31" fmla="*/ 1402915 w 11034751"/>
              <a:gd name="csY31" fmla="*/ 2407990 h 4812988"/>
              <a:gd name="csX32" fmla="*/ 1528176 w 11034751"/>
              <a:gd name="csY32" fmla="*/ 2307782 h 4812988"/>
              <a:gd name="csX33" fmla="*/ 1628384 w 11034751"/>
              <a:gd name="csY33" fmla="*/ 2245152 h 4812988"/>
              <a:gd name="csX34" fmla="*/ 1653436 w 11034751"/>
              <a:gd name="csY34" fmla="*/ 2207574 h 4812988"/>
              <a:gd name="csX35" fmla="*/ 1816274 w 11034751"/>
              <a:gd name="csY35" fmla="*/ 2195048 h 4812988"/>
              <a:gd name="csX36" fmla="*/ 1966587 w 11034751"/>
              <a:gd name="csY36" fmla="*/ 2245152 h 4812988"/>
              <a:gd name="csX37" fmla="*/ 1966587 w 11034751"/>
              <a:gd name="csY37" fmla="*/ 2245152 h 4812988"/>
              <a:gd name="csX38" fmla="*/ 1966587 w 11034751"/>
              <a:gd name="csY38" fmla="*/ 2245152 h 4812988"/>
              <a:gd name="csX39" fmla="*/ 2079321 w 11034751"/>
              <a:gd name="csY39" fmla="*/ 2195048 h 4812988"/>
              <a:gd name="csX40" fmla="*/ 2229633 w 11034751"/>
              <a:gd name="csY40" fmla="*/ 2094840 h 4812988"/>
              <a:gd name="csX41" fmla="*/ 2467628 w 11034751"/>
              <a:gd name="csY41" fmla="*/ 2057262 h 4812988"/>
              <a:gd name="csX42" fmla="*/ 2642992 w 11034751"/>
              <a:gd name="csY42" fmla="*/ 2082314 h 4812988"/>
              <a:gd name="csX43" fmla="*/ 2743200 w 11034751"/>
              <a:gd name="csY43" fmla="*/ 2169996 h 4812988"/>
              <a:gd name="csX44" fmla="*/ 2868461 w 11034751"/>
              <a:gd name="csY44" fmla="*/ 2195048 h 4812988"/>
              <a:gd name="csX45" fmla="*/ 2705622 w 11034751"/>
              <a:gd name="csY45" fmla="*/ 2082314 h 4812988"/>
              <a:gd name="csX46" fmla="*/ 2793305 w 11034751"/>
              <a:gd name="csY46" fmla="*/ 1957053 h 4812988"/>
              <a:gd name="csX47" fmla="*/ 2956143 w 11034751"/>
              <a:gd name="csY47" fmla="*/ 1957053 h 4812988"/>
              <a:gd name="csX48" fmla="*/ 3156559 w 11034751"/>
              <a:gd name="csY48" fmla="*/ 1957053 h 4812988"/>
              <a:gd name="csX49" fmla="*/ 3319398 w 11034751"/>
              <a:gd name="csY49" fmla="*/ 1969579 h 4812988"/>
              <a:gd name="csX50" fmla="*/ 3670126 w 11034751"/>
              <a:gd name="csY50" fmla="*/ 1919475 h 4812988"/>
              <a:gd name="csX51" fmla="*/ 3832965 w 11034751"/>
              <a:gd name="csY51" fmla="*/ 1919475 h 4812988"/>
              <a:gd name="csX52" fmla="*/ 4096011 w 11034751"/>
              <a:gd name="csY52" fmla="*/ 1894423 h 4812988"/>
              <a:gd name="csX53" fmla="*/ 4246324 w 11034751"/>
              <a:gd name="csY53" fmla="*/ 1906949 h 4812988"/>
              <a:gd name="csX54" fmla="*/ 4421688 w 11034751"/>
              <a:gd name="csY54" fmla="*/ 1994631 h 4812988"/>
              <a:gd name="csX55" fmla="*/ 4421688 w 11034751"/>
              <a:gd name="csY55" fmla="*/ 1994631 h 4812988"/>
              <a:gd name="csX56" fmla="*/ 4359058 w 11034751"/>
              <a:gd name="csY56" fmla="*/ 1844319 h 4812988"/>
              <a:gd name="csX57" fmla="*/ 4559474 w 11034751"/>
              <a:gd name="csY57" fmla="*/ 1844319 h 4812988"/>
              <a:gd name="csX58" fmla="*/ 4747365 w 11034751"/>
              <a:gd name="csY58" fmla="*/ 1869371 h 4812988"/>
              <a:gd name="csX59" fmla="*/ 4835047 w 11034751"/>
              <a:gd name="csY59" fmla="*/ 1869371 h 4812988"/>
              <a:gd name="csX60" fmla="*/ 5022937 w 11034751"/>
              <a:gd name="csY60" fmla="*/ 1769163 h 4812988"/>
              <a:gd name="csX61" fmla="*/ 5260932 w 11034751"/>
              <a:gd name="csY61" fmla="*/ 1794215 h 4812988"/>
              <a:gd name="csX62" fmla="*/ 5411244 w 11034751"/>
              <a:gd name="csY62" fmla="*/ 1819267 h 4812988"/>
              <a:gd name="csX63" fmla="*/ 5599135 w 11034751"/>
              <a:gd name="csY63" fmla="*/ 1781689 h 4812988"/>
              <a:gd name="csX64" fmla="*/ 5736921 w 11034751"/>
              <a:gd name="csY64" fmla="*/ 1794215 h 4812988"/>
              <a:gd name="csX65" fmla="*/ 5799551 w 11034751"/>
              <a:gd name="csY65" fmla="*/ 1794215 h 4812988"/>
              <a:gd name="csX66" fmla="*/ 6137754 w 11034751"/>
              <a:gd name="csY66" fmla="*/ 1631377 h 4812988"/>
              <a:gd name="csX67" fmla="*/ 6363222 w 11034751"/>
              <a:gd name="csY67" fmla="*/ 1593799 h 4812988"/>
              <a:gd name="csX68" fmla="*/ 6551113 w 11034751"/>
              <a:gd name="csY68" fmla="*/ 1481064 h 4812988"/>
              <a:gd name="csX69" fmla="*/ 6713951 w 11034751"/>
              <a:gd name="csY69" fmla="*/ 1493590 h 4812988"/>
              <a:gd name="csX70" fmla="*/ 6851737 w 11034751"/>
              <a:gd name="csY70" fmla="*/ 1481064 h 4812988"/>
              <a:gd name="csX71" fmla="*/ 7002050 w 11034751"/>
              <a:gd name="csY71" fmla="*/ 1355804 h 4812988"/>
              <a:gd name="csX72" fmla="*/ 7214992 w 11034751"/>
              <a:gd name="csY72" fmla="*/ 1230544 h 4812988"/>
              <a:gd name="csX73" fmla="*/ 7340252 w 11034751"/>
              <a:gd name="csY73" fmla="*/ 1243070 h 4812988"/>
              <a:gd name="csX74" fmla="*/ 7440461 w 11034751"/>
              <a:gd name="csY74" fmla="*/ 1255596 h 4812988"/>
              <a:gd name="csX75" fmla="*/ 7528143 w 11034751"/>
              <a:gd name="csY75" fmla="*/ 1255596 h 4812988"/>
              <a:gd name="csX76" fmla="*/ 7741085 w 11034751"/>
              <a:gd name="csY76" fmla="*/ 1218018 h 4812988"/>
              <a:gd name="csX77" fmla="*/ 7803715 w 11034751"/>
              <a:gd name="csY77" fmla="*/ 1167914 h 4812988"/>
              <a:gd name="csX78" fmla="*/ 7941502 w 11034751"/>
              <a:gd name="csY78" fmla="*/ 1180440 h 4812988"/>
              <a:gd name="csX79" fmla="*/ 7941502 w 11034751"/>
              <a:gd name="csY79" fmla="*/ 1180440 h 4812988"/>
              <a:gd name="csX80" fmla="*/ 8079288 w 11034751"/>
              <a:gd name="csY80" fmla="*/ 1130336 h 4812988"/>
              <a:gd name="csX81" fmla="*/ 8267179 w 11034751"/>
              <a:gd name="csY81" fmla="*/ 1042653 h 4812988"/>
              <a:gd name="csX82" fmla="*/ 8442543 w 11034751"/>
              <a:gd name="csY82" fmla="*/ 942445 h 4812988"/>
              <a:gd name="csX83" fmla="*/ 8517699 w 11034751"/>
              <a:gd name="csY83" fmla="*/ 854763 h 4812988"/>
              <a:gd name="csX84" fmla="*/ 8555277 w 11034751"/>
              <a:gd name="csY84" fmla="*/ 804659 h 4812988"/>
              <a:gd name="csX85" fmla="*/ 8705589 w 11034751"/>
              <a:gd name="csY85" fmla="*/ 779607 h 4812988"/>
              <a:gd name="csX86" fmla="*/ 8818324 w 11034751"/>
              <a:gd name="csY86" fmla="*/ 754555 h 4812988"/>
              <a:gd name="csX87" fmla="*/ 8931058 w 11034751"/>
              <a:gd name="csY87" fmla="*/ 716977 h 4812988"/>
              <a:gd name="csX88" fmla="*/ 8981162 w 11034751"/>
              <a:gd name="csY88" fmla="*/ 691925 h 4812988"/>
              <a:gd name="csX89" fmla="*/ 9228008 w 11034751"/>
              <a:gd name="csY89" fmla="*/ 691925 h 4812988"/>
              <a:gd name="csX90" fmla="*/ 9461911 w 11034751"/>
              <a:gd name="csY90" fmla="*/ 410423 h 4812988"/>
              <a:gd name="csX91" fmla="*/ 9955687 w 11034751"/>
              <a:gd name="csY91" fmla="*/ 123911 h 4812988"/>
              <a:gd name="csX92" fmla="*/ 10443367 w 11034751"/>
              <a:gd name="csY92" fmla="*/ 1991 h 4812988"/>
              <a:gd name="csX93" fmla="*/ 10866413 w 11034751"/>
              <a:gd name="csY93" fmla="*/ 89089 h 4812988"/>
              <a:gd name="csX94" fmla="*/ 10998103 w 11034751"/>
              <a:gd name="csY94" fmla="*/ 251926 h 4812988"/>
              <a:gd name="csX95" fmla="*/ 11034679 w 11034751"/>
              <a:gd name="csY95" fmla="*/ 629879 h 4812988"/>
              <a:gd name="csX96" fmla="*/ 10924951 w 11034751"/>
              <a:gd name="csY96" fmla="*/ 898102 h 4812988"/>
              <a:gd name="csX97" fmla="*/ 10784743 w 11034751"/>
              <a:gd name="csY97" fmla="*/ 1355303 h 4812988"/>
              <a:gd name="csX98" fmla="*/ 10321447 w 11034751"/>
              <a:gd name="csY98" fmla="*/ 1690582 h 4812988"/>
              <a:gd name="csX99" fmla="*/ 10236103 w 11034751"/>
              <a:gd name="csY99" fmla="*/ 2001478 h 4812988"/>
              <a:gd name="csX100" fmla="*/ 10028839 w 11034751"/>
              <a:gd name="csY100" fmla="*/ 2190454 h 4812988"/>
              <a:gd name="csX101" fmla="*/ 9766711 w 11034751"/>
              <a:gd name="csY101" fmla="*/ 2580598 h 4812988"/>
              <a:gd name="csX102" fmla="*/ 9583831 w 11034751"/>
              <a:gd name="csY102" fmla="*/ 2934166 h 4812988"/>
              <a:gd name="csX103" fmla="*/ 9352183 w 11034751"/>
              <a:gd name="csY103" fmla="*/ 3092662 h 4812988"/>
              <a:gd name="csX104" fmla="*/ 9144919 w 11034751"/>
              <a:gd name="csY104" fmla="*/ 3299926 h 4812988"/>
              <a:gd name="csX105" fmla="*/ 8840119 w 11034751"/>
              <a:gd name="csY105" fmla="*/ 3452326 h 4812988"/>
              <a:gd name="csX106" fmla="*/ 8669431 w 11034751"/>
              <a:gd name="csY106" fmla="*/ 3763222 h 4812988"/>
              <a:gd name="csX107" fmla="*/ 8254903 w 11034751"/>
              <a:gd name="csY107" fmla="*/ 3915622 h 4812988"/>
              <a:gd name="csX108" fmla="*/ 8169559 w 11034751"/>
              <a:gd name="csY108" fmla="*/ 4104598 h 4812988"/>
              <a:gd name="csX109" fmla="*/ 7944007 w 11034751"/>
              <a:gd name="csY109" fmla="*/ 4214326 h 4812988"/>
              <a:gd name="csX110" fmla="*/ 7566055 w 11034751"/>
              <a:gd name="csY110" fmla="*/ 4293574 h 4812988"/>
              <a:gd name="csX111" fmla="*/ 7255159 w 11034751"/>
              <a:gd name="csY111" fmla="*/ 4470358 h 4812988"/>
              <a:gd name="csX112" fmla="*/ 6822343 w 11034751"/>
              <a:gd name="csY112" fmla="*/ 4476454 h 4812988"/>
              <a:gd name="csX113" fmla="*/ 6499255 w 11034751"/>
              <a:gd name="csY113" fmla="*/ 4592278 h 4812988"/>
              <a:gd name="csX114" fmla="*/ 6103015 w 11034751"/>
              <a:gd name="csY114" fmla="*/ 4641046 h 4812988"/>
              <a:gd name="csX0" fmla="*/ 162839 w 11034751"/>
              <a:gd name="csY0" fmla="*/ 4812988 h 5092150"/>
              <a:gd name="csX1" fmla="*/ 125261 w 11034751"/>
              <a:gd name="csY1" fmla="*/ 4762883 h 5092150"/>
              <a:gd name="csX2" fmla="*/ 37579 w 11034751"/>
              <a:gd name="csY2" fmla="*/ 4612571 h 5092150"/>
              <a:gd name="csX3" fmla="*/ 62631 w 11034751"/>
              <a:gd name="csY3" fmla="*/ 4524889 h 5092150"/>
              <a:gd name="csX4" fmla="*/ 37579 w 11034751"/>
              <a:gd name="csY4" fmla="*/ 4399629 h 5092150"/>
              <a:gd name="csX5" fmla="*/ 0 w 11034751"/>
              <a:gd name="csY5" fmla="*/ 4324473 h 5092150"/>
              <a:gd name="csX6" fmla="*/ 62631 w 11034751"/>
              <a:gd name="csY6" fmla="*/ 4174160 h 5092150"/>
              <a:gd name="csX7" fmla="*/ 112735 w 11034751"/>
              <a:gd name="csY7" fmla="*/ 4061426 h 5092150"/>
              <a:gd name="csX8" fmla="*/ 175365 w 11034751"/>
              <a:gd name="csY8" fmla="*/ 3961218 h 5092150"/>
              <a:gd name="csX9" fmla="*/ 175365 w 11034751"/>
              <a:gd name="csY9" fmla="*/ 3961218 h 5092150"/>
              <a:gd name="csX10" fmla="*/ 288099 w 11034751"/>
              <a:gd name="csY10" fmla="*/ 3835957 h 5092150"/>
              <a:gd name="csX11" fmla="*/ 413359 w 11034751"/>
              <a:gd name="csY11" fmla="*/ 3785853 h 5092150"/>
              <a:gd name="csX12" fmla="*/ 413359 w 11034751"/>
              <a:gd name="csY12" fmla="*/ 3785853 h 5092150"/>
              <a:gd name="csX13" fmla="*/ 400833 w 11034751"/>
              <a:gd name="csY13" fmla="*/ 3673119 h 5092150"/>
              <a:gd name="csX14" fmla="*/ 300625 w 11034751"/>
              <a:gd name="csY14" fmla="*/ 3635541 h 5092150"/>
              <a:gd name="csX15" fmla="*/ 288099 w 11034751"/>
              <a:gd name="csY15" fmla="*/ 3597963 h 5092150"/>
              <a:gd name="csX16" fmla="*/ 338203 w 11034751"/>
              <a:gd name="csY16" fmla="*/ 3472703 h 5092150"/>
              <a:gd name="csX17" fmla="*/ 388307 w 11034751"/>
              <a:gd name="csY17" fmla="*/ 3397547 h 5092150"/>
              <a:gd name="csX18" fmla="*/ 488515 w 11034751"/>
              <a:gd name="csY18" fmla="*/ 3222182 h 5092150"/>
              <a:gd name="csX19" fmla="*/ 513568 w 11034751"/>
              <a:gd name="csY19" fmla="*/ 3147026 h 5092150"/>
              <a:gd name="csX20" fmla="*/ 626302 w 11034751"/>
              <a:gd name="csY20" fmla="*/ 3046818 h 5092150"/>
              <a:gd name="csX21" fmla="*/ 701458 w 11034751"/>
              <a:gd name="csY21" fmla="*/ 2984188 h 5092150"/>
              <a:gd name="csX22" fmla="*/ 801666 w 11034751"/>
              <a:gd name="csY22" fmla="*/ 2934083 h 5092150"/>
              <a:gd name="csX23" fmla="*/ 876822 w 11034751"/>
              <a:gd name="csY23" fmla="*/ 2883979 h 5092150"/>
              <a:gd name="csX24" fmla="*/ 989557 w 11034751"/>
              <a:gd name="csY24" fmla="*/ 2821349 h 5092150"/>
              <a:gd name="csX25" fmla="*/ 1052187 w 11034751"/>
              <a:gd name="csY25" fmla="*/ 2758719 h 5092150"/>
              <a:gd name="csX26" fmla="*/ 1152395 w 11034751"/>
              <a:gd name="csY26" fmla="*/ 2671037 h 5092150"/>
              <a:gd name="csX27" fmla="*/ 1302707 w 11034751"/>
              <a:gd name="csY27" fmla="*/ 2620933 h 5092150"/>
              <a:gd name="csX28" fmla="*/ 1427968 w 11034751"/>
              <a:gd name="csY28" fmla="*/ 2658511 h 5092150"/>
              <a:gd name="csX29" fmla="*/ 1427968 w 11034751"/>
              <a:gd name="csY29" fmla="*/ 2658511 h 5092150"/>
              <a:gd name="csX30" fmla="*/ 1365337 w 11034751"/>
              <a:gd name="csY30" fmla="*/ 2595881 h 5092150"/>
              <a:gd name="csX31" fmla="*/ 1402915 w 11034751"/>
              <a:gd name="csY31" fmla="*/ 2407990 h 5092150"/>
              <a:gd name="csX32" fmla="*/ 1528176 w 11034751"/>
              <a:gd name="csY32" fmla="*/ 2307782 h 5092150"/>
              <a:gd name="csX33" fmla="*/ 1628384 w 11034751"/>
              <a:gd name="csY33" fmla="*/ 2245152 h 5092150"/>
              <a:gd name="csX34" fmla="*/ 1653436 w 11034751"/>
              <a:gd name="csY34" fmla="*/ 2207574 h 5092150"/>
              <a:gd name="csX35" fmla="*/ 1816274 w 11034751"/>
              <a:gd name="csY35" fmla="*/ 2195048 h 5092150"/>
              <a:gd name="csX36" fmla="*/ 1966587 w 11034751"/>
              <a:gd name="csY36" fmla="*/ 2245152 h 5092150"/>
              <a:gd name="csX37" fmla="*/ 1966587 w 11034751"/>
              <a:gd name="csY37" fmla="*/ 2245152 h 5092150"/>
              <a:gd name="csX38" fmla="*/ 1966587 w 11034751"/>
              <a:gd name="csY38" fmla="*/ 2245152 h 5092150"/>
              <a:gd name="csX39" fmla="*/ 2079321 w 11034751"/>
              <a:gd name="csY39" fmla="*/ 2195048 h 5092150"/>
              <a:gd name="csX40" fmla="*/ 2229633 w 11034751"/>
              <a:gd name="csY40" fmla="*/ 2094840 h 5092150"/>
              <a:gd name="csX41" fmla="*/ 2467628 w 11034751"/>
              <a:gd name="csY41" fmla="*/ 2057262 h 5092150"/>
              <a:gd name="csX42" fmla="*/ 2642992 w 11034751"/>
              <a:gd name="csY42" fmla="*/ 2082314 h 5092150"/>
              <a:gd name="csX43" fmla="*/ 2743200 w 11034751"/>
              <a:gd name="csY43" fmla="*/ 2169996 h 5092150"/>
              <a:gd name="csX44" fmla="*/ 2868461 w 11034751"/>
              <a:gd name="csY44" fmla="*/ 2195048 h 5092150"/>
              <a:gd name="csX45" fmla="*/ 2705622 w 11034751"/>
              <a:gd name="csY45" fmla="*/ 2082314 h 5092150"/>
              <a:gd name="csX46" fmla="*/ 2793305 w 11034751"/>
              <a:gd name="csY46" fmla="*/ 1957053 h 5092150"/>
              <a:gd name="csX47" fmla="*/ 2956143 w 11034751"/>
              <a:gd name="csY47" fmla="*/ 1957053 h 5092150"/>
              <a:gd name="csX48" fmla="*/ 3156559 w 11034751"/>
              <a:gd name="csY48" fmla="*/ 1957053 h 5092150"/>
              <a:gd name="csX49" fmla="*/ 3319398 w 11034751"/>
              <a:gd name="csY49" fmla="*/ 1969579 h 5092150"/>
              <a:gd name="csX50" fmla="*/ 3670126 w 11034751"/>
              <a:gd name="csY50" fmla="*/ 1919475 h 5092150"/>
              <a:gd name="csX51" fmla="*/ 3832965 w 11034751"/>
              <a:gd name="csY51" fmla="*/ 1919475 h 5092150"/>
              <a:gd name="csX52" fmla="*/ 4096011 w 11034751"/>
              <a:gd name="csY52" fmla="*/ 1894423 h 5092150"/>
              <a:gd name="csX53" fmla="*/ 4246324 w 11034751"/>
              <a:gd name="csY53" fmla="*/ 1906949 h 5092150"/>
              <a:gd name="csX54" fmla="*/ 4421688 w 11034751"/>
              <a:gd name="csY54" fmla="*/ 1994631 h 5092150"/>
              <a:gd name="csX55" fmla="*/ 4421688 w 11034751"/>
              <a:gd name="csY55" fmla="*/ 1994631 h 5092150"/>
              <a:gd name="csX56" fmla="*/ 4359058 w 11034751"/>
              <a:gd name="csY56" fmla="*/ 1844319 h 5092150"/>
              <a:gd name="csX57" fmla="*/ 4559474 w 11034751"/>
              <a:gd name="csY57" fmla="*/ 1844319 h 5092150"/>
              <a:gd name="csX58" fmla="*/ 4747365 w 11034751"/>
              <a:gd name="csY58" fmla="*/ 1869371 h 5092150"/>
              <a:gd name="csX59" fmla="*/ 4835047 w 11034751"/>
              <a:gd name="csY59" fmla="*/ 1869371 h 5092150"/>
              <a:gd name="csX60" fmla="*/ 5022937 w 11034751"/>
              <a:gd name="csY60" fmla="*/ 1769163 h 5092150"/>
              <a:gd name="csX61" fmla="*/ 5260932 w 11034751"/>
              <a:gd name="csY61" fmla="*/ 1794215 h 5092150"/>
              <a:gd name="csX62" fmla="*/ 5411244 w 11034751"/>
              <a:gd name="csY62" fmla="*/ 1819267 h 5092150"/>
              <a:gd name="csX63" fmla="*/ 5599135 w 11034751"/>
              <a:gd name="csY63" fmla="*/ 1781689 h 5092150"/>
              <a:gd name="csX64" fmla="*/ 5736921 w 11034751"/>
              <a:gd name="csY64" fmla="*/ 1794215 h 5092150"/>
              <a:gd name="csX65" fmla="*/ 5799551 w 11034751"/>
              <a:gd name="csY65" fmla="*/ 1794215 h 5092150"/>
              <a:gd name="csX66" fmla="*/ 6137754 w 11034751"/>
              <a:gd name="csY66" fmla="*/ 1631377 h 5092150"/>
              <a:gd name="csX67" fmla="*/ 6363222 w 11034751"/>
              <a:gd name="csY67" fmla="*/ 1593799 h 5092150"/>
              <a:gd name="csX68" fmla="*/ 6551113 w 11034751"/>
              <a:gd name="csY68" fmla="*/ 1481064 h 5092150"/>
              <a:gd name="csX69" fmla="*/ 6713951 w 11034751"/>
              <a:gd name="csY69" fmla="*/ 1493590 h 5092150"/>
              <a:gd name="csX70" fmla="*/ 6851737 w 11034751"/>
              <a:gd name="csY70" fmla="*/ 1481064 h 5092150"/>
              <a:gd name="csX71" fmla="*/ 7002050 w 11034751"/>
              <a:gd name="csY71" fmla="*/ 1355804 h 5092150"/>
              <a:gd name="csX72" fmla="*/ 7214992 w 11034751"/>
              <a:gd name="csY72" fmla="*/ 1230544 h 5092150"/>
              <a:gd name="csX73" fmla="*/ 7340252 w 11034751"/>
              <a:gd name="csY73" fmla="*/ 1243070 h 5092150"/>
              <a:gd name="csX74" fmla="*/ 7440461 w 11034751"/>
              <a:gd name="csY74" fmla="*/ 1255596 h 5092150"/>
              <a:gd name="csX75" fmla="*/ 7528143 w 11034751"/>
              <a:gd name="csY75" fmla="*/ 1255596 h 5092150"/>
              <a:gd name="csX76" fmla="*/ 7741085 w 11034751"/>
              <a:gd name="csY76" fmla="*/ 1218018 h 5092150"/>
              <a:gd name="csX77" fmla="*/ 7803715 w 11034751"/>
              <a:gd name="csY77" fmla="*/ 1167914 h 5092150"/>
              <a:gd name="csX78" fmla="*/ 7941502 w 11034751"/>
              <a:gd name="csY78" fmla="*/ 1180440 h 5092150"/>
              <a:gd name="csX79" fmla="*/ 7941502 w 11034751"/>
              <a:gd name="csY79" fmla="*/ 1180440 h 5092150"/>
              <a:gd name="csX80" fmla="*/ 8079288 w 11034751"/>
              <a:gd name="csY80" fmla="*/ 1130336 h 5092150"/>
              <a:gd name="csX81" fmla="*/ 8267179 w 11034751"/>
              <a:gd name="csY81" fmla="*/ 1042653 h 5092150"/>
              <a:gd name="csX82" fmla="*/ 8442543 w 11034751"/>
              <a:gd name="csY82" fmla="*/ 942445 h 5092150"/>
              <a:gd name="csX83" fmla="*/ 8517699 w 11034751"/>
              <a:gd name="csY83" fmla="*/ 854763 h 5092150"/>
              <a:gd name="csX84" fmla="*/ 8555277 w 11034751"/>
              <a:gd name="csY84" fmla="*/ 804659 h 5092150"/>
              <a:gd name="csX85" fmla="*/ 8705589 w 11034751"/>
              <a:gd name="csY85" fmla="*/ 779607 h 5092150"/>
              <a:gd name="csX86" fmla="*/ 8818324 w 11034751"/>
              <a:gd name="csY86" fmla="*/ 754555 h 5092150"/>
              <a:gd name="csX87" fmla="*/ 8931058 w 11034751"/>
              <a:gd name="csY87" fmla="*/ 716977 h 5092150"/>
              <a:gd name="csX88" fmla="*/ 8981162 w 11034751"/>
              <a:gd name="csY88" fmla="*/ 691925 h 5092150"/>
              <a:gd name="csX89" fmla="*/ 9228008 w 11034751"/>
              <a:gd name="csY89" fmla="*/ 691925 h 5092150"/>
              <a:gd name="csX90" fmla="*/ 9461911 w 11034751"/>
              <a:gd name="csY90" fmla="*/ 410423 h 5092150"/>
              <a:gd name="csX91" fmla="*/ 9955687 w 11034751"/>
              <a:gd name="csY91" fmla="*/ 123911 h 5092150"/>
              <a:gd name="csX92" fmla="*/ 10443367 w 11034751"/>
              <a:gd name="csY92" fmla="*/ 1991 h 5092150"/>
              <a:gd name="csX93" fmla="*/ 10866413 w 11034751"/>
              <a:gd name="csY93" fmla="*/ 89089 h 5092150"/>
              <a:gd name="csX94" fmla="*/ 10998103 w 11034751"/>
              <a:gd name="csY94" fmla="*/ 251926 h 5092150"/>
              <a:gd name="csX95" fmla="*/ 11034679 w 11034751"/>
              <a:gd name="csY95" fmla="*/ 629879 h 5092150"/>
              <a:gd name="csX96" fmla="*/ 10924951 w 11034751"/>
              <a:gd name="csY96" fmla="*/ 898102 h 5092150"/>
              <a:gd name="csX97" fmla="*/ 10784743 w 11034751"/>
              <a:gd name="csY97" fmla="*/ 1355303 h 5092150"/>
              <a:gd name="csX98" fmla="*/ 10321447 w 11034751"/>
              <a:gd name="csY98" fmla="*/ 1690582 h 5092150"/>
              <a:gd name="csX99" fmla="*/ 10236103 w 11034751"/>
              <a:gd name="csY99" fmla="*/ 2001478 h 5092150"/>
              <a:gd name="csX100" fmla="*/ 10028839 w 11034751"/>
              <a:gd name="csY100" fmla="*/ 2190454 h 5092150"/>
              <a:gd name="csX101" fmla="*/ 9766711 w 11034751"/>
              <a:gd name="csY101" fmla="*/ 2580598 h 5092150"/>
              <a:gd name="csX102" fmla="*/ 9583831 w 11034751"/>
              <a:gd name="csY102" fmla="*/ 2934166 h 5092150"/>
              <a:gd name="csX103" fmla="*/ 9352183 w 11034751"/>
              <a:gd name="csY103" fmla="*/ 3092662 h 5092150"/>
              <a:gd name="csX104" fmla="*/ 9144919 w 11034751"/>
              <a:gd name="csY104" fmla="*/ 3299926 h 5092150"/>
              <a:gd name="csX105" fmla="*/ 8840119 w 11034751"/>
              <a:gd name="csY105" fmla="*/ 3452326 h 5092150"/>
              <a:gd name="csX106" fmla="*/ 8669431 w 11034751"/>
              <a:gd name="csY106" fmla="*/ 3763222 h 5092150"/>
              <a:gd name="csX107" fmla="*/ 8254903 w 11034751"/>
              <a:gd name="csY107" fmla="*/ 3915622 h 5092150"/>
              <a:gd name="csX108" fmla="*/ 8169559 w 11034751"/>
              <a:gd name="csY108" fmla="*/ 4104598 h 5092150"/>
              <a:gd name="csX109" fmla="*/ 7944007 w 11034751"/>
              <a:gd name="csY109" fmla="*/ 4214326 h 5092150"/>
              <a:gd name="csX110" fmla="*/ 7566055 w 11034751"/>
              <a:gd name="csY110" fmla="*/ 4293574 h 5092150"/>
              <a:gd name="csX111" fmla="*/ 7255159 w 11034751"/>
              <a:gd name="csY111" fmla="*/ 4470358 h 5092150"/>
              <a:gd name="csX112" fmla="*/ 6822343 w 11034751"/>
              <a:gd name="csY112" fmla="*/ 4476454 h 5092150"/>
              <a:gd name="csX113" fmla="*/ 6499255 w 11034751"/>
              <a:gd name="csY113" fmla="*/ 4592278 h 5092150"/>
              <a:gd name="csX114" fmla="*/ 3823111 w 11034751"/>
              <a:gd name="csY114" fmla="*/ 5092150 h 5092150"/>
              <a:gd name="csX0" fmla="*/ 162839 w 11034751"/>
              <a:gd name="csY0" fmla="*/ 4812988 h 5092150"/>
              <a:gd name="csX1" fmla="*/ 125261 w 11034751"/>
              <a:gd name="csY1" fmla="*/ 4762883 h 5092150"/>
              <a:gd name="csX2" fmla="*/ 37579 w 11034751"/>
              <a:gd name="csY2" fmla="*/ 4612571 h 5092150"/>
              <a:gd name="csX3" fmla="*/ 62631 w 11034751"/>
              <a:gd name="csY3" fmla="*/ 4524889 h 5092150"/>
              <a:gd name="csX4" fmla="*/ 37579 w 11034751"/>
              <a:gd name="csY4" fmla="*/ 4399629 h 5092150"/>
              <a:gd name="csX5" fmla="*/ 0 w 11034751"/>
              <a:gd name="csY5" fmla="*/ 4324473 h 5092150"/>
              <a:gd name="csX6" fmla="*/ 62631 w 11034751"/>
              <a:gd name="csY6" fmla="*/ 4174160 h 5092150"/>
              <a:gd name="csX7" fmla="*/ 112735 w 11034751"/>
              <a:gd name="csY7" fmla="*/ 4061426 h 5092150"/>
              <a:gd name="csX8" fmla="*/ 175365 w 11034751"/>
              <a:gd name="csY8" fmla="*/ 3961218 h 5092150"/>
              <a:gd name="csX9" fmla="*/ 175365 w 11034751"/>
              <a:gd name="csY9" fmla="*/ 3961218 h 5092150"/>
              <a:gd name="csX10" fmla="*/ 288099 w 11034751"/>
              <a:gd name="csY10" fmla="*/ 3835957 h 5092150"/>
              <a:gd name="csX11" fmla="*/ 413359 w 11034751"/>
              <a:gd name="csY11" fmla="*/ 3785853 h 5092150"/>
              <a:gd name="csX12" fmla="*/ 413359 w 11034751"/>
              <a:gd name="csY12" fmla="*/ 3785853 h 5092150"/>
              <a:gd name="csX13" fmla="*/ 400833 w 11034751"/>
              <a:gd name="csY13" fmla="*/ 3673119 h 5092150"/>
              <a:gd name="csX14" fmla="*/ 300625 w 11034751"/>
              <a:gd name="csY14" fmla="*/ 3635541 h 5092150"/>
              <a:gd name="csX15" fmla="*/ 288099 w 11034751"/>
              <a:gd name="csY15" fmla="*/ 3597963 h 5092150"/>
              <a:gd name="csX16" fmla="*/ 338203 w 11034751"/>
              <a:gd name="csY16" fmla="*/ 3472703 h 5092150"/>
              <a:gd name="csX17" fmla="*/ 388307 w 11034751"/>
              <a:gd name="csY17" fmla="*/ 3397547 h 5092150"/>
              <a:gd name="csX18" fmla="*/ 488515 w 11034751"/>
              <a:gd name="csY18" fmla="*/ 3222182 h 5092150"/>
              <a:gd name="csX19" fmla="*/ 513568 w 11034751"/>
              <a:gd name="csY19" fmla="*/ 3147026 h 5092150"/>
              <a:gd name="csX20" fmla="*/ 626302 w 11034751"/>
              <a:gd name="csY20" fmla="*/ 3046818 h 5092150"/>
              <a:gd name="csX21" fmla="*/ 701458 w 11034751"/>
              <a:gd name="csY21" fmla="*/ 2984188 h 5092150"/>
              <a:gd name="csX22" fmla="*/ 801666 w 11034751"/>
              <a:gd name="csY22" fmla="*/ 2934083 h 5092150"/>
              <a:gd name="csX23" fmla="*/ 876822 w 11034751"/>
              <a:gd name="csY23" fmla="*/ 2883979 h 5092150"/>
              <a:gd name="csX24" fmla="*/ 989557 w 11034751"/>
              <a:gd name="csY24" fmla="*/ 2821349 h 5092150"/>
              <a:gd name="csX25" fmla="*/ 1052187 w 11034751"/>
              <a:gd name="csY25" fmla="*/ 2758719 h 5092150"/>
              <a:gd name="csX26" fmla="*/ 1152395 w 11034751"/>
              <a:gd name="csY26" fmla="*/ 2671037 h 5092150"/>
              <a:gd name="csX27" fmla="*/ 1302707 w 11034751"/>
              <a:gd name="csY27" fmla="*/ 2620933 h 5092150"/>
              <a:gd name="csX28" fmla="*/ 1427968 w 11034751"/>
              <a:gd name="csY28" fmla="*/ 2658511 h 5092150"/>
              <a:gd name="csX29" fmla="*/ 1427968 w 11034751"/>
              <a:gd name="csY29" fmla="*/ 2658511 h 5092150"/>
              <a:gd name="csX30" fmla="*/ 1365337 w 11034751"/>
              <a:gd name="csY30" fmla="*/ 2595881 h 5092150"/>
              <a:gd name="csX31" fmla="*/ 1402915 w 11034751"/>
              <a:gd name="csY31" fmla="*/ 2407990 h 5092150"/>
              <a:gd name="csX32" fmla="*/ 1528176 w 11034751"/>
              <a:gd name="csY32" fmla="*/ 2307782 h 5092150"/>
              <a:gd name="csX33" fmla="*/ 1628384 w 11034751"/>
              <a:gd name="csY33" fmla="*/ 2245152 h 5092150"/>
              <a:gd name="csX34" fmla="*/ 1653436 w 11034751"/>
              <a:gd name="csY34" fmla="*/ 2207574 h 5092150"/>
              <a:gd name="csX35" fmla="*/ 1816274 w 11034751"/>
              <a:gd name="csY35" fmla="*/ 2195048 h 5092150"/>
              <a:gd name="csX36" fmla="*/ 1966587 w 11034751"/>
              <a:gd name="csY36" fmla="*/ 2245152 h 5092150"/>
              <a:gd name="csX37" fmla="*/ 1966587 w 11034751"/>
              <a:gd name="csY37" fmla="*/ 2245152 h 5092150"/>
              <a:gd name="csX38" fmla="*/ 1966587 w 11034751"/>
              <a:gd name="csY38" fmla="*/ 2245152 h 5092150"/>
              <a:gd name="csX39" fmla="*/ 2079321 w 11034751"/>
              <a:gd name="csY39" fmla="*/ 2195048 h 5092150"/>
              <a:gd name="csX40" fmla="*/ 2229633 w 11034751"/>
              <a:gd name="csY40" fmla="*/ 2094840 h 5092150"/>
              <a:gd name="csX41" fmla="*/ 2467628 w 11034751"/>
              <a:gd name="csY41" fmla="*/ 2057262 h 5092150"/>
              <a:gd name="csX42" fmla="*/ 2642992 w 11034751"/>
              <a:gd name="csY42" fmla="*/ 2082314 h 5092150"/>
              <a:gd name="csX43" fmla="*/ 2743200 w 11034751"/>
              <a:gd name="csY43" fmla="*/ 2169996 h 5092150"/>
              <a:gd name="csX44" fmla="*/ 2868461 w 11034751"/>
              <a:gd name="csY44" fmla="*/ 2195048 h 5092150"/>
              <a:gd name="csX45" fmla="*/ 2705622 w 11034751"/>
              <a:gd name="csY45" fmla="*/ 2082314 h 5092150"/>
              <a:gd name="csX46" fmla="*/ 2793305 w 11034751"/>
              <a:gd name="csY46" fmla="*/ 1957053 h 5092150"/>
              <a:gd name="csX47" fmla="*/ 2956143 w 11034751"/>
              <a:gd name="csY47" fmla="*/ 1957053 h 5092150"/>
              <a:gd name="csX48" fmla="*/ 3156559 w 11034751"/>
              <a:gd name="csY48" fmla="*/ 1957053 h 5092150"/>
              <a:gd name="csX49" fmla="*/ 3319398 w 11034751"/>
              <a:gd name="csY49" fmla="*/ 1969579 h 5092150"/>
              <a:gd name="csX50" fmla="*/ 3670126 w 11034751"/>
              <a:gd name="csY50" fmla="*/ 1919475 h 5092150"/>
              <a:gd name="csX51" fmla="*/ 3832965 w 11034751"/>
              <a:gd name="csY51" fmla="*/ 1919475 h 5092150"/>
              <a:gd name="csX52" fmla="*/ 4096011 w 11034751"/>
              <a:gd name="csY52" fmla="*/ 1894423 h 5092150"/>
              <a:gd name="csX53" fmla="*/ 4246324 w 11034751"/>
              <a:gd name="csY53" fmla="*/ 1906949 h 5092150"/>
              <a:gd name="csX54" fmla="*/ 4421688 w 11034751"/>
              <a:gd name="csY54" fmla="*/ 1994631 h 5092150"/>
              <a:gd name="csX55" fmla="*/ 4421688 w 11034751"/>
              <a:gd name="csY55" fmla="*/ 1994631 h 5092150"/>
              <a:gd name="csX56" fmla="*/ 4359058 w 11034751"/>
              <a:gd name="csY56" fmla="*/ 1844319 h 5092150"/>
              <a:gd name="csX57" fmla="*/ 4559474 w 11034751"/>
              <a:gd name="csY57" fmla="*/ 1844319 h 5092150"/>
              <a:gd name="csX58" fmla="*/ 4747365 w 11034751"/>
              <a:gd name="csY58" fmla="*/ 1869371 h 5092150"/>
              <a:gd name="csX59" fmla="*/ 4835047 w 11034751"/>
              <a:gd name="csY59" fmla="*/ 1869371 h 5092150"/>
              <a:gd name="csX60" fmla="*/ 5022937 w 11034751"/>
              <a:gd name="csY60" fmla="*/ 1769163 h 5092150"/>
              <a:gd name="csX61" fmla="*/ 5260932 w 11034751"/>
              <a:gd name="csY61" fmla="*/ 1794215 h 5092150"/>
              <a:gd name="csX62" fmla="*/ 5411244 w 11034751"/>
              <a:gd name="csY62" fmla="*/ 1819267 h 5092150"/>
              <a:gd name="csX63" fmla="*/ 5599135 w 11034751"/>
              <a:gd name="csY63" fmla="*/ 1781689 h 5092150"/>
              <a:gd name="csX64" fmla="*/ 5736921 w 11034751"/>
              <a:gd name="csY64" fmla="*/ 1794215 h 5092150"/>
              <a:gd name="csX65" fmla="*/ 5799551 w 11034751"/>
              <a:gd name="csY65" fmla="*/ 1794215 h 5092150"/>
              <a:gd name="csX66" fmla="*/ 6137754 w 11034751"/>
              <a:gd name="csY66" fmla="*/ 1631377 h 5092150"/>
              <a:gd name="csX67" fmla="*/ 6363222 w 11034751"/>
              <a:gd name="csY67" fmla="*/ 1593799 h 5092150"/>
              <a:gd name="csX68" fmla="*/ 6551113 w 11034751"/>
              <a:gd name="csY68" fmla="*/ 1481064 h 5092150"/>
              <a:gd name="csX69" fmla="*/ 6713951 w 11034751"/>
              <a:gd name="csY69" fmla="*/ 1493590 h 5092150"/>
              <a:gd name="csX70" fmla="*/ 6851737 w 11034751"/>
              <a:gd name="csY70" fmla="*/ 1481064 h 5092150"/>
              <a:gd name="csX71" fmla="*/ 7002050 w 11034751"/>
              <a:gd name="csY71" fmla="*/ 1355804 h 5092150"/>
              <a:gd name="csX72" fmla="*/ 7214992 w 11034751"/>
              <a:gd name="csY72" fmla="*/ 1230544 h 5092150"/>
              <a:gd name="csX73" fmla="*/ 7340252 w 11034751"/>
              <a:gd name="csY73" fmla="*/ 1243070 h 5092150"/>
              <a:gd name="csX74" fmla="*/ 7440461 w 11034751"/>
              <a:gd name="csY74" fmla="*/ 1255596 h 5092150"/>
              <a:gd name="csX75" fmla="*/ 7528143 w 11034751"/>
              <a:gd name="csY75" fmla="*/ 1255596 h 5092150"/>
              <a:gd name="csX76" fmla="*/ 7741085 w 11034751"/>
              <a:gd name="csY76" fmla="*/ 1218018 h 5092150"/>
              <a:gd name="csX77" fmla="*/ 7803715 w 11034751"/>
              <a:gd name="csY77" fmla="*/ 1167914 h 5092150"/>
              <a:gd name="csX78" fmla="*/ 7941502 w 11034751"/>
              <a:gd name="csY78" fmla="*/ 1180440 h 5092150"/>
              <a:gd name="csX79" fmla="*/ 7941502 w 11034751"/>
              <a:gd name="csY79" fmla="*/ 1180440 h 5092150"/>
              <a:gd name="csX80" fmla="*/ 8079288 w 11034751"/>
              <a:gd name="csY80" fmla="*/ 1130336 h 5092150"/>
              <a:gd name="csX81" fmla="*/ 8267179 w 11034751"/>
              <a:gd name="csY81" fmla="*/ 1042653 h 5092150"/>
              <a:gd name="csX82" fmla="*/ 8442543 w 11034751"/>
              <a:gd name="csY82" fmla="*/ 942445 h 5092150"/>
              <a:gd name="csX83" fmla="*/ 8517699 w 11034751"/>
              <a:gd name="csY83" fmla="*/ 854763 h 5092150"/>
              <a:gd name="csX84" fmla="*/ 8555277 w 11034751"/>
              <a:gd name="csY84" fmla="*/ 804659 h 5092150"/>
              <a:gd name="csX85" fmla="*/ 8705589 w 11034751"/>
              <a:gd name="csY85" fmla="*/ 779607 h 5092150"/>
              <a:gd name="csX86" fmla="*/ 8818324 w 11034751"/>
              <a:gd name="csY86" fmla="*/ 754555 h 5092150"/>
              <a:gd name="csX87" fmla="*/ 8931058 w 11034751"/>
              <a:gd name="csY87" fmla="*/ 716977 h 5092150"/>
              <a:gd name="csX88" fmla="*/ 8981162 w 11034751"/>
              <a:gd name="csY88" fmla="*/ 691925 h 5092150"/>
              <a:gd name="csX89" fmla="*/ 9228008 w 11034751"/>
              <a:gd name="csY89" fmla="*/ 691925 h 5092150"/>
              <a:gd name="csX90" fmla="*/ 9461911 w 11034751"/>
              <a:gd name="csY90" fmla="*/ 410423 h 5092150"/>
              <a:gd name="csX91" fmla="*/ 9955687 w 11034751"/>
              <a:gd name="csY91" fmla="*/ 123911 h 5092150"/>
              <a:gd name="csX92" fmla="*/ 10443367 w 11034751"/>
              <a:gd name="csY92" fmla="*/ 1991 h 5092150"/>
              <a:gd name="csX93" fmla="*/ 10866413 w 11034751"/>
              <a:gd name="csY93" fmla="*/ 89089 h 5092150"/>
              <a:gd name="csX94" fmla="*/ 10998103 w 11034751"/>
              <a:gd name="csY94" fmla="*/ 251926 h 5092150"/>
              <a:gd name="csX95" fmla="*/ 11034679 w 11034751"/>
              <a:gd name="csY95" fmla="*/ 629879 h 5092150"/>
              <a:gd name="csX96" fmla="*/ 10924951 w 11034751"/>
              <a:gd name="csY96" fmla="*/ 898102 h 5092150"/>
              <a:gd name="csX97" fmla="*/ 10784743 w 11034751"/>
              <a:gd name="csY97" fmla="*/ 1355303 h 5092150"/>
              <a:gd name="csX98" fmla="*/ 10321447 w 11034751"/>
              <a:gd name="csY98" fmla="*/ 1690582 h 5092150"/>
              <a:gd name="csX99" fmla="*/ 10236103 w 11034751"/>
              <a:gd name="csY99" fmla="*/ 2001478 h 5092150"/>
              <a:gd name="csX100" fmla="*/ 10028839 w 11034751"/>
              <a:gd name="csY100" fmla="*/ 2190454 h 5092150"/>
              <a:gd name="csX101" fmla="*/ 9766711 w 11034751"/>
              <a:gd name="csY101" fmla="*/ 2580598 h 5092150"/>
              <a:gd name="csX102" fmla="*/ 9583831 w 11034751"/>
              <a:gd name="csY102" fmla="*/ 2934166 h 5092150"/>
              <a:gd name="csX103" fmla="*/ 9352183 w 11034751"/>
              <a:gd name="csY103" fmla="*/ 3092662 h 5092150"/>
              <a:gd name="csX104" fmla="*/ 9144919 w 11034751"/>
              <a:gd name="csY104" fmla="*/ 3299926 h 5092150"/>
              <a:gd name="csX105" fmla="*/ 8840119 w 11034751"/>
              <a:gd name="csY105" fmla="*/ 3452326 h 5092150"/>
              <a:gd name="csX106" fmla="*/ 8669431 w 11034751"/>
              <a:gd name="csY106" fmla="*/ 3763222 h 5092150"/>
              <a:gd name="csX107" fmla="*/ 8254903 w 11034751"/>
              <a:gd name="csY107" fmla="*/ 3915622 h 5092150"/>
              <a:gd name="csX108" fmla="*/ 8169559 w 11034751"/>
              <a:gd name="csY108" fmla="*/ 4104598 h 5092150"/>
              <a:gd name="csX109" fmla="*/ 7944007 w 11034751"/>
              <a:gd name="csY109" fmla="*/ 4214326 h 5092150"/>
              <a:gd name="csX110" fmla="*/ 7566055 w 11034751"/>
              <a:gd name="csY110" fmla="*/ 4293574 h 5092150"/>
              <a:gd name="csX111" fmla="*/ 7255159 w 11034751"/>
              <a:gd name="csY111" fmla="*/ 4470358 h 5092150"/>
              <a:gd name="csX112" fmla="*/ 6822343 w 11034751"/>
              <a:gd name="csY112" fmla="*/ 4476454 h 5092150"/>
              <a:gd name="csX113" fmla="*/ 6499255 w 11034751"/>
              <a:gd name="csY113" fmla="*/ 4592278 h 5092150"/>
              <a:gd name="csX114" fmla="*/ 6115207 w 11034751"/>
              <a:gd name="csY114" fmla="*/ 4622758 h 5092150"/>
              <a:gd name="csX115" fmla="*/ 3823111 w 11034751"/>
              <a:gd name="csY115" fmla="*/ 5092150 h 5092150"/>
              <a:gd name="csX0" fmla="*/ 162839 w 11034751"/>
              <a:gd name="csY0" fmla="*/ 4812988 h 5092150"/>
              <a:gd name="csX1" fmla="*/ 125261 w 11034751"/>
              <a:gd name="csY1" fmla="*/ 4762883 h 5092150"/>
              <a:gd name="csX2" fmla="*/ 37579 w 11034751"/>
              <a:gd name="csY2" fmla="*/ 4612571 h 5092150"/>
              <a:gd name="csX3" fmla="*/ 62631 w 11034751"/>
              <a:gd name="csY3" fmla="*/ 4524889 h 5092150"/>
              <a:gd name="csX4" fmla="*/ 37579 w 11034751"/>
              <a:gd name="csY4" fmla="*/ 4399629 h 5092150"/>
              <a:gd name="csX5" fmla="*/ 0 w 11034751"/>
              <a:gd name="csY5" fmla="*/ 4324473 h 5092150"/>
              <a:gd name="csX6" fmla="*/ 62631 w 11034751"/>
              <a:gd name="csY6" fmla="*/ 4174160 h 5092150"/>
              <a:gd name="csX7" fmla="*/ 112735 w 11034751"/>
              <a:gd name="csY7" fmla="*/ 4061426 h 5092150"/>
              <a:gd name="csX8" fmla="*/ 175365 w 11034751"/>
              <a:gd name="csY8" fmla="*/ 3961218 h 5092150"/>
              <a:gd name="csX9" fmla="*/ 175365 w 11034751"/>
              <a:gd name="csY9" fmla="*/ 3961218 h 5092150"/>
              <a:gd name="csX10" fmla="*/ 288099 w 11034751"/>
              <a:gd name="csY10" fmla="*/ 3835957 h 5092150"/>
              <a:gd name="csX11" fmla="*/ 413359 w 11034751"/>
              <a:gd name="csY11" fmla="*/ 3785853 h 5092150"/>
              <a:gd name="csX12" fmla="*/ 413359 w 11034751"/>
              <a:gd name="csY12" fmla="*/ 3785853 h 5092150"/>
              <a:gd name="csX13" fmla="*/ 400833 w 11034751"/>
              <a:gd name="csY13" fmla="*/ 3673119 h 5092150"/>
              <a:gd name="csX14" fmla="*/ 300625 w 11034751"/>
              <a:gd name="csY14" fmla="*/ 3635541 h 5092150"/>
              <a:gd name="csX15" fmla="*/ 288099 w 11034751"/>
              <a:gd name="csY15" fmla="*/ 3597963 h 5092150"/>
              <a:gd name="csX16" fmla="*/ 338203 w 11034751"/>
              <a:gd name="csY16" fmla="*/ 3472703 h 5092150"/>
              <a:gd name="csX17" fmla="*/ 388307 w 11034751"/>
              <a:gd name="csY17" fmla="*/ 3397547 h 5092150"/>
              <a:gd name="csX18" fmla="*/ 488515 w 11034751"/>
              <a:gd name="csY18" fmla="*/ 3222182 h 5092150"/>
              <a:gd name="csX19" fmla="*/ 513568 w 11034751"/>
              <a:gd name="csY19" fmla="*/ 3147026 h 5092150"/>
              <a:gd name="csX20" fmla="*/ 626302 w 11034751"/>
              <a:gd name="csY20" fmla="*/ 3046818 h 5092150"/>
              <a:gd name="csX21" fmla="*/ 701458 w 11034751"/>
              <a:gd name="csY21" fmla="*/ 2984188 h 5092150"/>
              <a:gd name="csX22" fmla="*/ 801666 w 11034751"/>
              <a:gd name="csY22" fmla="*/ 2934083 h 5092150"/>
              <a:gd name="csX23" fmla="*/ 876822 w 11034751"/>
              <a:gd name="csY23" fmla="*/ 2883979 h 5092150"/>
              <a:gd name="csX24" fmla="*/ 989557 w 11034751"/>
              <a:gd name="csY24" fmla="*/ 2821349 h 5092150"/>
              <a:gd name="csX25" fmla="*/ 1052187 w 11034751"/>
              <a:gd name="csY25" fmla="*/ 2758719 h 5092150"/>
              <a:gd name="csX26" fmla="*/ 1152395 w 11034751"/>
              <a:gd name="csY26" fmla="*/ 2671037 h 5092150"/>
              <a:gd name="csX27" fmla="*/ 1302707 w 11034751"/>
              <a:gd name="csY27" fmla="*/ 2620933 h 5092150"/>
              <a:gd name="csX28" fmla="*/ 1427968 w 11034751"/>
              <a:gd name="csY28" fmla="*/ 2658511 h 5092150"/>
              <a:gd name="csX29" fmla="*/ 1427968 w 11034751"/>
              <a:gd name="csY29" fmla="*/ 2658511 h 5092150"/>
              <a:gd name="csX30" fmla="*/ 1365337 w 11034751"/>
              <a:gd name="csY30" fmla="*/ 2595881 h 5092150"/>
              <a:gd name="csX31" fmla="*/ 1402915 w 11034751"/>
              <a:gd name="csY31" fmla="*/ 2407990 h 5092150"/>
              <a:gd name="csX32" fmla="*/ 1528176 w 11034751"/>
              <a:gd name="csY32" fmla="*/ 2307782 h 5092150"/>
              <a:gd name="csX33" fmla="*/ 1628384 w 11034751"/>
              <a:gd name="csY33" fmla="*/ 2245152 h 5092150"/>
              <a:gd name="csX34" fmla="*/ 1653436 w 11034751"/>
              <a:gd name="csY34" fmla="*/ 2207574 h 5092150"/>
              <a:gd name="csX35" fmla="*/ 1816274 w 11034751"/>
              <a:gd name="csY35" fmla="*/ 2195048 h 5092150"/>
              <a:gd name="csX36" fmla="*/ 1966587 w 11034751"/>
              <a:gd name="csY36" fmla="*/ 2245152 h 5092150"/>
              <a:gd name="csX37" fmla="*/ 1966587 w 11034751"/>
              <a:gd name="csY37" fmla="*/ 2245152 h 5092150"/>
              <a:gd name="csX38" fmla="*/ 1966587 w 11034751"/>
              <a:gd name="csY38" fmla="*/ 2245152 h 5092150"/>
              <a:gd name="csX39" fmla="*/ 2079321 w 11034751"/>
              <a:gd name="csY39" fmla="*/ 2195048 h 5092150"/>
              <a:gd name="csX40" fmla="*/ 2229633 w 11034751"/>
              <a:gd name="csY40" fmla="*/ 2094840 h 5092150"/>
              <a:gd name="csX41" fmla="*/ 2467628 w 11034751"/>
              <a:gd name="csY41" fmla="*/ 2057262 h 5092150"/>
              <a:gd name="csX42" fmla="*/ 2642992 w 11034751"/>
              <a:gd name="csY42" fmla="*/ 2082314 h 5092150"/>
              <a:gd name="csX43" fmla="*/ 2743200 w 11034751"/>
              <a:gd name="csY43" fmla="*/ 2169996 h 5092150"/>
              <a:gd name="csX44" fmla="*/ 2868461 w 11034751"/>
              <a:gd name="csY44" fmla="*/ 2195048 h 5092150"/>
              <a:gd name="csX45" fmla="*/ 2705622 w 11034751"/>
              <a:gd name="csY45" fmla="*/ 2082314 h 5092150"/>
              <a:gd name="csX46" fmla="*/ 2793305 w 11034751"/>
              <a:gd name="csY46" fmla="*/ 1957053 h 5092150"/>
              <a:gd name="csX47" fmla="*/ 2956143 w 11034751"/>
              <a:gd name="csY47" fmla="*/ 1957053 h 5092150"/>
              <a:gd name="csX48" fmla="*/ 3156559 w 11034751"/>
              <a:gd name="csY48" fmla="*/ 1957053 h 5092150"/>
              <a:gd name="csX49" fmla="*/ 3319398 w 11034751"/>
              <a:gd name="csY49" fmla="*/ 1969579 h 5092150"/>
              <a:gd name="csX50" fmla="*/ 3670126 w 11034751"/>
              <a:gd name="csY50" fmla="*/ 1919475 h 5092150"/>
              <a:gd name="csX51" fmla="*/ 3832965 w 11034751"/>
              <a:gd name="csY51" fmla="*/ 1919475 h 5092150"/>
              <a:gd name="csX52" fmla="*/ 4096011 w 11034751"/>
              <a:gd name="csY52" fmla="*/ 1894423 h 5092150"/>
              <a:gd name="csX53" fmla="*/ 4246324 w 11034751"/>
              <a:gd name="csY53" fmla="*/ 1906949 h 5092150"/>
              <a:gd name="csX54" fmla="*/ 4421688 w 11034751"/>
              <a:gd name="csY54" fmla="*/ 1994631 h 5092150"/>
              <a:gd name="csX55" fmla="*/ 4421688 w 11034751"/>
              <a:gd name="csY55" fmla="*/ 1994631 h 5092150"/>
              <a:gd name="csX56" fmla="*/ 4359058 w 11034751"/>
              <a:gd name="csY56" fmla="*/ 1844319 h 5092150"/>
              <a:gd name="csX57" fmla="*/ 4559474 w 11034751"/>
              <a:gd name="csY57" fmla="*/ 1844319 h 5092150"/>
              <a:gd name="csX58" fmla="*/ 4747365 w 11034751"/>
              <a:gd name="csY58" fmla="*/ 1869371 h 5092150"/>
              <a:gd name="csX59" fmla="*/ 4835047 w 11034751"/>
              <a:gd name="csY59" fmla="*/ 1869371 h 5092150"/>
              <a:gd name="csX60" fmla="*/ 5022937 w 11034751"/>
              <a:gd name="csY60" fmla="*/ 1769163 h 5092150"/>
              <a:gd name="csX61" fmla="*/ 5260932 w 11034751"/>
              <a:gd name="csY61" fmla="*/ 1794215 h 5092150"/>
              <a:gd name="csX62" fmla="*/ 5411244 w 11034751"/>
              <a:gd name="csY62" fmla="*/ 1819267 h 5092150"/>
              <a:gd name="csX63" fmla="*/ 5599135 w 11034751"/>
              <a:gd name="csY63" fmla="*/ 1781689 h 5092150"/>
              <a:gd name="csX64" fmla="*/ 5736921 w 11034751"/>
              <a:gd name="csY64" fmla="*/ 1794215 h 5092150"/>
              <a:gd name="csX65" fmla="*/ 5799551 w 11034751"/>
              <a:gd name="csY65" fmla="*/ 1794215 h 5092150"/>
              <a:gd name="csX66" fmla="*/ 6137754 w 11034751"/>
              <a:gd name="csY66" fmla="*/ 1631377 h 5092150"/>
              <a:gd name="csX67" fmla="*/ 6363222 w 11034751"/>
              <a:gd name="csY67" fmla="*/ 1593799 h 5092150"/>
              <a:gd name="csX68" fmla="*/ 6551113 w 11034751"/>
              <a:gd name="csY68" fmla="*/ 1481064 h 5092150"/>
              <a:gd name="csX69" fmla="*/ 6713951 w 11034751"/>
              <a:gd name="csY69" fmla="*/ 1493590 h 5092150"/>
              <a:gd name="csX70" fmla="*/ 6851737 w 11034751"/>
              <a:gd name="csY70" fmla="*/ 1481064 h 5092150"/>
              <a:gd name="csX71" fmla="*/ 7002050 w 11034751"/>
              <a:gd name="csY71" fmla="*/ 1355804 h 5092150"/>
              <a:gd name="csX72" fmla="*/ 7214992 w 11034751"/>
              <a:gd name="csY72" fmla="*/ 1230544 h 5092150"/>
              <a:gd name="csX73" fmla="*/ 7340252 w 11034751"/>
              <a:gd name="csY73" fmla="*/ 1243070 h 5092150"/>
              <a:gd name="csX74" fmla="*/ 7440461 w 11034751"/>
              <a:gd name="csY74" fmla="*/ 1255596 h 5092150"/>
              <a:gd name="csX75" fmla="*/ 7528143 w 11034751"/>
              <a:gd name="csY75" fmla="*/ 1255596 h 5092150"/>
              <a:gd name="csX76" fmla="*/ 7741085 w 11034751"/>
              <a:gd name="csY76" fmla="*/ 1218018 h 5092150"/>
              <a:gd name="csX77" fmla="*/ 7803715 w 11034751"/>
              <a:gd name="csY77" fmla="*/ 1167914 h 5092150"/>
              <a:gd name="csX78" fmla="*/ 7941502 w 11034751"/>
              <a:gd name="csY78" fmla="*/ 1180440 h 5092150"/>
              <a:gd name="csX79" fmla="*/ 7941502 w 11034751"/>
              <a:gd name="csY79" fmla="*/ 1180440 h 5092150"/>
              <a:gd name="csX80" fmla="*/ 8079288 w 11034751"/>
              <a:gd name="csY80" fmla="*/ 1130336 h 5092150"/>
              <a:gd name="csX81" fmla="*/ 8267179 w 11034751"/>
              <a:gd name="csY81" fmla="*/ 1042653 h 5092150"/>
              <a:gd name="csX82" fmla="*/ 8442543 w 11034751"/>
              <a:gd name="csY82" fmla="*/ 942445 h 5092150"/>
              <a:gd name="csX83" fmla="*/ 8517699 w 11034751"/>
              <a:gd name="csY83" fmla="*/ 854763 h 5092150"/>
              <a:gd name="csX84" fmla="*/ 8555277 w 11034751"/>
              <a:gd name="csY84" fmla="*/ 804659 h 5092150"/>
              <a:gd name="csX85" fmla="*/ 8705589 w 11034751"/>
              <a:gd name="csY85" fmla="*/ 779607 h 5092150"/>
              <a:gd name="csX86" fmla="*/ 8818324 w 11034751"/>
              <a:gd name="csY86" fmla="*/ 754555 h 5092150"/>
              <a:gd name="csX87" fmla="*/ 8931058 w 11034751"/>
              <a:gd name="csY87" fmla="*/ 716977 h 5092150"/>
              <a:gd name="csX88" fmla="*/ 8981162 w 11034751"/>
              <a:gd name="csY88" fmla="*/ 691925 h 5092150"/>
              <a:gd name="csX89" fmla="*/ 9228008 w 11034751"/>
              <a:gd name="csY89" fmla="*/ 691925 h 5092150"/>
              <a:gd name="csX90" fmla="*/ 9461911 w 11034751"/>
              <a:gd name="csY90" fmla="*/ 410423 h 5092150"/>
              <a:gd name="csX91" fmla="*/ 9955687 w 11034751"/>
              <a:gd name="csY91" fmla="*/ 123911 h 5092150"/>
              <a:gd name="csX92" fmla="*/ 10443367 w 11034751"/>
              <a:gd name="csY92" fmla="*/ 1991 h 5092150"/>
              <a:gd name="csX93" fmla="*/ 10866413 w 11034751"/>
              <a:gd name="csY93" fmla="*/ 89089 h 5092150"/>
              <a:gd name="csX94" fmla="*/ 10998103 w 11034751"/>
              <a:gd name="csY94" fmla="*/ 251926 h 5092150"/>
              <a:gd name="csX95" fmla="*/ 11034679 w 11034751"/>
              <a:gd name="csY95" fmla="*/ 629879 h 5092150"/>
              <a:gd name="csX96" fmla="*/ 10924951 w 11034751"/>
              <a:gd name="csY96" fmla="*/ 898102 h 5092150"/>
              <a:gd name="csX97" fmla="*/ 10784743 w 11034751"/>
              <a:gd name="csY97" fmla="*/ 1355303 h 5092150"/>
              <a:gd name="csX98" fmla="*/ 10321447 w 11034751"/>
              <a:gd name="csY98" fmla="*/ 1690582 h 5092150"/>
              <a:gd name="csX99" fmla="*/ 10236103 w 11034751"/>
              <a:gd name="csY99" fmla="*/ 2001478 h 5092150"/>
              <a:gd name="csX100" fmla="*/ 10028839 w 11034751"/>
              <a:gd name="csY100" fmla="*/ 2190454 h 5092150"/>
              <a:gd name="csX101" fmla="*/ 9766711 w 11034751"/>
              <a:gd name="csY101" fmla="*/ 2580598 h 5092150"/>
              <a:gd name="csX102" fmla="*/ 9583831 w 11034751"/>
              <a:gd name="csY102" fmla="*/ 2934166 h 5092150"/>
              <a:gd name="csX103" fmla="*/ 9352183 w 11034751"/>
              <a:gd name="csY103" fmla="*/ 3092662 h 5092150"/>
              <a:gd name="csX104" fmla="*/ 9144919 w 11034751"/>
              <a:gd name="csY104" fmla="*/ 3299926 h 5092150"/>
              <a:gd name="csX105" fmla="*/ 8840119 w 11034751"/>
              <a:gd name="csY105" fmla="*/ 3452326 h 5092150"/>
              <a:gd name="csX106" fmla="*/ 8669431 w 11034751"/>
              <a:gd name="csY106" fmla="*/ 3763222 h 5092150"/>
              <a:gd name="csX107" fmla="*/ 8254903 w 11034751"/>
              <a:gd name="csY107" fmla="*/ 3915622 h 5092150"/>
              <a:gd name="csX108" fmla="*/ 8169559 w 11034751"/>
              <a:gd name="csY108" fmla="*/ 4104598 h 5092150"/>
              <a:gd name="csX109" fmla="*/ 7944007 w 11034751"/>
              <a:gd name="csY109" fmla="*/ 4214326 h 5092150"/>
              <a:gd name="csX110" fmla="*/ 7566055 w 11034751"/>
              <a:gd name="csY110" fmla="*/ 4293574 h 5092150"/>
              <a:gd name="csX111" fmla="*/ 7255159 w 11034751"/>
              <a:gd name="csY111" fmla="*/ 4470358 h 5092150"/>
              <a:gd name="csX112" fmla="*/ 6822343 w 11034751"/>
              <a:gd name="csY112" fmla="*/ 4476454 h 5092150"/>
              <a:gd name="csX113" fmla="*/ 6499255 w 11034751"/>
              <a:gd name="csY113" fmla="*/ 4592278 h 5092150"/>
              <a:gd name="csX114" fmla="*/ 6115207 w 11034751"/>
              <a:gd name="csY114" fmla="*/ 4622758 h 5092150"/>
              <a:gd name="csX115" fmla="*/ 5773831 w 11034751"/>
              <a:gd name="csY115" fmla="*/ 4775158 h 5092150"/>
              <a:gd name="csX116" fmla="*/ 3823111 w 11034751"/>
              <a:gd name="csY116" fmla="*/ 5092150 h 5092150"/>
              <a:gd name="csX0" fmla="*/ 162839 w 11034751"/>
              <a:gd name="csY0" fmla="*/ 4812988 h 5092150"/>
              <a:gd name="csX1" fmla="*/ 125261 w 11034751"/>
              <a:gd name="csY1" fmla="*/ 4762883 h 5092150"/>
              <a:gd name="csX2" fmla="*/ 37579 w 11034751"/>
              <a:gd name="csY2" fmla="*/ 4612571 h 5092150"/>
              <a:gd name="csX3" fmla="*/ 62631 w 11034751"/>
              <a:gd name="csY3" fmla="*/ 4524889 h 5092150"/>
              <a:gd name="csX4" fmla="*/ 37579 w 11034751"/>
              <a:gd name="csY4" fmla="*/ 4399629 h 5092150"/>
              <a:gd name="csX5" fmla="*/ 0 w 11034751"/>
              <a:gd name="csY5" fmla="*/ 4324473 h 5092150"/>
              <a:gd name="csX6" fmla="*/ 62631 w 11034751"/>
              <a:gd name="csY6" fmla="*/ 4174160 h 5092150"/>
              <a:gd name="csX7" fmla="*/ 112735 w 11034751"/>
              <a:gd name="csY7" fmla="*/ 4061426 h 5092150"/>
              <a:gd name="csX8" fmla="*/ 175365 w 11034751"/>
              <a:gd name="csY8" fmla="*/ 3961218 h 5092150"/>
              <a:gd name="csX9" fmla="*/ 175365 w 11034751"/>
              <a:gd name="csY9" fmla="*/ 3961218 h 5092150"/>
              <a:gd name="csX10" fmla="*/ 288099 w 11034751"/>
              <a:gd name="csY10" fmla="*/ 3835957 h 5092150"/>
              <a:gd name="csX11" fmla="*/ 413359 w 11034751"/>
              <a:gd name="csY11" fmla="*/ 3785853 h 5092150"/>
              <a:gd name="csX12" fmla="*/ 413359 w 11034751"/>
              <a:gd name="csY12" fmla="*/ 3785853 h 5092150"/>
              <a:gd name="csX13" fmla="*/ 400833 w 11034751"/>
              <a:gd name="csY13" fmla="*/ 3673119 h 5092150"/>
              <a:gd name="csX14" fmla="*/ 300625 w 11034751"/>
              <a:gd name="csY14" fmla="*/ 3635541 h 5092150"/>
              <a:gd name="csX15" fmla="*/ 288099 w 11034751"/>
              <a:gd name="csY15" fmla="*/ 3597963 h 5092150"/>
              <a:gd name="csX16" fmla="*/ 338203 w 11034751"/>
              <a:gd name="csY16" fmla="*/ 3472703 h 5092150"/>
              <a:gd name="csX17" fmla="*/ 388307 w 11034751"/>
              <a:gd name="csY17" fmla="*/ 3397547 h 5092150"/>
              <a:gd name="csX18" fmla="*/ 488515 w 11034751"/>
              <a:gd name="csY18" fmla="*/ 3222182 h 5092150"/>
              <a:gd name="csX19" fmla="*/ 513568 w 11034751"/>
              <a:gd name="csY19" fmla="*/ 3147026 h 5092150"/>
              <a:gd name="csX20" fmla="*/ 626302 w 11034751"/>
              <a:gd name="csY20" fmla="*/ 3046818 h 5092150"/>
              <a:gd name="csX21" fmla="*/ 701458 w 11034751"/>
              <a:gd name="csY21" fmla="*/ 2984188 h 5092150"/>
              <a:gd name="csX22" fmla="*/ 801666 w 11034751"/>
              <a:gd name="csY22" fmla="*/ 2934083 h 5092150"/>
              <a:gd name="csX23" fmla="*/ 876822 w 11034751"/>
              <a:gd name="csY23" fmla="*/ 2883979 h 5092150"/>
              <a:gd name="csX24" fmla="*/ 989557 w 11034751"/>
              <a:gd name="csY24" fmla="*/ 2821349 h 5092150"/>
              <a:gd name="csX25" fmla="*/ 1052187 w 11034751"/>
              <a:gd name="csY25" fmla="*/ 2758719 h 5092150"/>
              <a:gd name="csX26" fmla="*/ 1152395 w 11034751"/>
              <a:gd name="csY26" fmla="*/ 2671037 h 5092150"/>
              <a:gd name="csX27" fmla="*/ 1302707 w 11034751"/>
              <a:gd name="csY27" fmla="*/ 2620933 h 5092150"/>
              <a:gd name="csX28" fmla="*/ 1427968 w 11034751"/>
              <a:gd name="csY28" fmla="*/ 2658511 h 5092150"/>
              <a:gd name="csX29" fmla="*/ 1427968 w 11034751"/>
              <a:gd name="csY29" fmla="*/ 2658511 h 5092150"/>
              <a:gd name="csX30" fmla="*/ 1365337 w 11034751"/>
              <a:gd name="csY30" fmla="*/ 2595881 h 5092150"/>
              <a:gd name="csX31" fmla="*/ 1402915 w 11034751"/>
              <a:gd name="csY31" fmla="*/ 2407990 h 5092150"/>
              <a:gd name="csX32" fmla="*/ 1528176 w 11034751"/>
              <a:gd name="csY32" fmla="*/ 2307782 h 5092150"/>
              <a:gd name="csX33" fmla="*/ 1628384 w 11034751"/>
              <a:gd name="csY33" fmla="*/ 2245152 h 5092150"/>
              <a:gd name="csX34" fmla="*/ 1653436 w 11034751"/>
              <a:gd name="csY34" fmla="*/ 2207574 h 5092150"/>
              <a:gd name="csX35" fmla="*/ 1816274 w 11034751"/>
              <a:gd name="csY35" fmla="*/ 2195048 h 5092150"/>
              <a:gd name="csX36" fmla="*/ 1966587 w 11034751"/>
              <a:gd name="csY36" fmla="*/ 2245152 h 5092150"/>
              <a:gd name="csX37" fmla="*/ 1966587 w 11034751"/>
              <a:gd name="csY37" fmla="*/ 2245152 h 5092150"/>
              <a:gd name="csX38" fmla="*/ 1966587 w 11034751"/>
              <a:gd name="csY38" fmla="*/ 2245152 h 5092150"/>
              <a:gd name="csX39" fmla="*/ 2079321 w 11034751"/>
              <a:gd name="csY39" fmla="*/ 2195048 h 5092150"/>
              <a:gd name="csX40" fmla="*/ 2229633 w 11034751"/>
              <a:gd name="csY40" fmla="*/ 2094840 h 5092150"/>
              <a:gd name="csX41" fmla="*/ 2467628 w 11034751"/>
              <a:gd name="csY41" fmla="*/ 2057262 h 5092150"/>
              <a:gd name="csX42" fmla="*/ 2642992 w 11034751"/>
              <a:gd name="csY42" fmla="*/ 2082314 h 5092150"/>
              <a:gd name="csX43" fmla="*/ 2743200 w 11034751"/>
              <a:gd name="csY43" fmla="*/ 2169996 h 5092150"/>
              <a:gd name="csX44" fmla="*/ 2868461 w 11034751"/>
              <a:gd name="csY44" fmla="*/ 2195048 h 5092150"/>
              <a:gd name="csX45" fmla="*/ 2705622 w 11034751"/>
              <a:gd name="csY45" fmla="*/ 2082314 h 5092150"/>
              <a:gd name="csX46" fmla="*/ 2793305 w 11034751"/>
              <a:gd name="csY46" fmla="*/ 1957053 h 5092150"/>
              <a:gd name="csX47" fmla="*/ 2956143 w 11034751"/>
              <a:gd name="csY47" fmla="*/ 1957053 h 5092150"/>
              <a:gd name="csX48" fmla="*/ 3156559 w 11034751"/>
              <a:gd name="csY48" fmla="*/ 1957053 h 5092150"/>
              <a:gd name="csX49" fmla="*/ 3319398 w 11034751"/>
              <a:gd name="csY49" fmla="*/ 1969579 h 5092150"/>
              <a:gd name="csX50" fmla="*/ 3670126 w 11034751"/>
              <a:gd name="csY50" fmla="*/ 1919475 h 5092150"/>
              <a:gd name="csX51" fmla="*/ 3832965 w 11034751"/>
              <a:gd name="csY51" fmla="*/ 1919475 h 5092150"/>
              <a:gd name="csX52" fmla="*/ 4096011 w 11034751"/>
              <a:gd name="csY52" fmla="*/ 1894423 h 5092150"/>
              <a:gd name="csX53" fmla="*/ 4246324 w 11034751"/>
              <a:gd name="csY53" fmla="*/ 1906949 h 5092150"/>
              <a:gd name="csX54" fmla="*/ 4421688 w 11034751"/>
              <a:gd name="csY54" fmla="*/ 1994631 h 5092150"/>
              <a:gd name="csX55" fmla="*/ 4421688 w 11034751"/>
              <a:gd name="csY55" fmla="*/ 1994631 h 5092150"/>
              <a:gd name="csX56" fmla="*/ 4359058 w 11034751"/>
              <a:gd name="csY56" fmla="*/ 1844319 h 5092150"/>
              <a:gd name="csX57" fmla="*/ 4559474 w 11034751"/>
              <a:gd name="csY57" fmla="*/ 1844319 h 5092150"/>
              <a:gd name="csX58" fmla="*/ 4747365 w 11034751"/>
              <a:gd name="csY58" fmla="*/ 1869371 h 5092150"/>
              <a:gd name="csX59" fmla="*/ 4835047 w 11034751"/>
              <a:gd name="csY59" fmla="*/ 1869371 h 5092150"/>
              <a:gd name="csX60" fmla="*/ 5022937 w 11034751"/>
              <a:gd name="csY60" fmla="*/ 1769163 h 5092150"/>
              <a:gd name="csX61" fmla="*/ 5260932 w 11034751"/>
              <a:gd name="csY61" fmla="*/ 1794215 h 5092150"/>
              <a:gd name="csX62" fmla="*/ 5411244 w 11034751"/>
              <a:gd name="csY62" fmla="*/ 1819267 h 5092150"/>
              <a:gd name="csX63" fmla="*/ 5599135 w 11034751"/>
              <a:gd name="csY63" fmla="*/ 1781689 h 5092150"/>
              <a:gd name="csX64" fmla="*/ 5736921 w 11034751"/>
              <a:gd name="csY64" fmla="*/ 1794215 h 5092150"/>
              <a:gd name="csX65" fmla="*/ 5799551 w 11034751"/>
              <a:gd name="csY65" fmla="*/ 1794215 h 5092150"/>
              <a:gd name="csX66" fmla="*/ 6137754 w 11034751"/>
              <a:gd name="csY66" fmla="*/ 1631377 h 5092150"/>
              <a:gd name="csX67" fmla="*/ 6363222 w 11034751"/>
              <a:gd name="csY67" fmla="*/ 1593799 h 5092150"/>
              <a:gd name="csX68" fmla="*/ 6551113 w 11034751"/>
              <a:gd name="csY68" fmla="*/ 1481064 h 5092150"/>
              <a:gd name="csX69" fmla="*/ 6713951 w 11034751"/>
              <a:gd name="csY69" fmla="*/ 1493590 h 5092150"/>
              <a:gd name="csX70" fmla="*/ 6851737 w 11034751"/>
              <a:gd name="csY70" fmla="*/ 1481064 h 5092150"/>
              <a:gd name="csX71" fmla="*/ 7002050 w 11034751"/>
              <a:gd name="csY71" fmla="*/ 1355804 h 5092150"/>
              <a:gd name="csX72" fmla="*/ 7214992 w 11034751"/>
              <a:gd name="csY72" fmla="*/ 1230544 h 5092150"/>
              <a:gd name="csX73" fmla="*/ 7340252 w 11034751"/>
              <a:gd name="csY73" fmla="*/ 1243070 h 5092150"/>
              <a:gd name="csX74" fmla="*/ 7440461 w 11034751"/>
              <a:gd name="csY74" fmla="*/ 1255596 h 5092150"/>
              <a:gd name="csX75" fmla="*/ 7528143 w 11034751"/>
              <a:gd name="csY75" fmla="*/ 1255596 h 5092150"/>
              <a:gd name="csX76" fmla="*/ 7741085 w 11034751"/>
              <a:gd name="csY76" fmla="*/ 1218018 h 5092150"/>
              <a:gd name="csX77" fmla="*/ 7803715 w 11034751"/>
              <a:gd name="csY77" fmla="*/ 1167914 h 5092150"/>
              <a:gd name="csX78" fmla="*/ 7941502 w 11034751"/>
              <a:gd name="csY78" fmla="*/ 1180440 h 5092150"/>
              <a:gd name="csX79" fmla="*/ 7941502 w 11034751"/>
              <a:gd name="csY79" fmla="*/ 1180440 h 5092150"/>
              <a:gd name="csX80" fmla="*/ 8079288 w 11034751"/>
              <a:gd name="csY80" fmla="*/ 1130336 h 5092150"/>
              <a:gd name="csX81" fmla="*/ 8267179 w 11034751"/>
              <a:gd name="csY81" fmla="*/ 1042653 h 5092150"/>
              <a:gd name="csX82" fmla="*/ 8442543 w 11034751"/>
              <a:gd name="csY82" fmla="*/ 942445 h 5092150"/>
              <a:gd name="csX83" fmla="*/ 8517699 w 11034751"/>
              <a:gd name="csY83" fmla="*/ 854763 h 5092150"/>
              <a:gd name="csX84" fmla="*/ 8555277 w 11034751"/>
              <a:gd name="csY84" fmla="*/ 804659 h 5092150"/>
              <a:gd name="csX85" fmla="*/ 8705589 w 11034751"/>
              <a:gd name="csY85" fmla="*/ 779607 h 5092150"/>
              <a:gd name="csX86" fmla="*/ 8818324 w 11034751"/>
              <a:gd name="csY86" fmla="*/ 754555 h 5092150"/>
              <a:gd name="csX87" fmla="*/ 8931058 w 11034751"/>
              <a:gd name="csY87" fmla="*/ 716977 h 5092150"/>
              <a:gd name="csX88" fmla="*/ 8981162 w 11034751"/>
              <a:gd name="csY88" fmla="*/ 691925 h 5092150"/>
              <a:gd name="csX89" fmla="*/ 9228008 w 11034751"/>
              <a:gd name="csY89" fmla="*/ 691925 h 5092150"/>
              <a:gd name="csX90" fmla="*/ 9461911 w 11034751"/>
              <a:gd name="csY90" fmla="*/ 410423 h 5092150"/>
              <a:gd name="csX91" fmla="*/ 9955687 w 11034751"/>
              <a:gd name="csY91" fmla="*/ 123911 h 5092150"/>
              <a:gd name="csX92" fmla="*/ 10443367 w 11034751"/>
              <a:gd name="csY92" fmla="*/ 1991 h 5092150"/>
              <a:gd name="csX93" fmla="*/ 10866413 w 11034751"/>
              <a:gd name="csY93" fmla="*/ 89089 h 5092150"/>
              <a:gd name="csX94" fmla="*/ 10998103 w 11034751"/>
              <a:gd name="csY94" fmla="*/ 251926 h 5092150"/>
              <a:gd name="csX95" fmla="*/ 11034679 w 11034751"/>
              <a:gd name="csY95" fmla="*/ 629879 h 5092150"/>
              <a:gd name="csX96" fmla="*/ 10924951 w 11034751"/>
              <a:gd name="csY96" fmla="*/ 898102 h 5092150"/>
              <a:gd name="csX97" fmla="*/ 10784743 w 11034751"/>
              <a:gd name="csY97" fmla="*/ 1355303 h 5092150"/>
              <a:gd name="csX98" fmla="*/ 10321447 w 11034751"/>
              <a:gd name="csY98" fmla="*/ 1690582 h 5092150"/>
              <a:gd name="csX99" fmla="*/ 10236103 w 11034751"/>
              <a:gd name="csY99" fmla="*/ 2001478 h 5092150"/>
              <a:gd name="csX100" fmla="*/ 10028839 w 11034751"/>
              <a:gd name="csY100" fmla="*/ 2190454 h 5092150"/>
              <a:gd name="csX101" fmla="*/ 9766711 w 11034751"/>
              <a:gd name="csY101" fmla="*/ 2580598 h 5092150"/>
              <a:gd name="csX102" fmla="*/ 9583831 w 11034751"/>
              <a:gd name="csY102" fmla="*/ 2934166 h 5092150"/>
              <a:gd name="csX103" fmla="*/ 9352183 w 11034751"/>
              <a:gd name="csY103" fmla="*/ 3092662 h 5092150"/>
              <a:gd name="csX104" fmla="*/ 9144919 w 11034751"/>
              <a:gd name="csY104" fmla="*/ 3299926 h 5092150"/>
              <a:gd name="csX105" fmla="*/ 8840119 w 11034751"/>
              <a:gd name="csY105" fmla="*/ 3452326 h 5092150"/>
              <a:gd name="csX106" fmla="*/ 8669431 w 11034751"/>
              <a:gd name="csY106" fmla="*/ 3763222 h 5092150"/>
              <a:gd name="csX107" fmla="*/ 8254903 w 11034751"/>
              <a:gd name="csY107" fmla="*/ 3915622 h 5092150"/>
              <a:gd name="csX108" fmla="*/ 8169559 w 11034751"/>
              <a:gd name="csY108" fmla="*/ 4104598 h 5092150"/>
              <a:gd name="csX109" fmla="*/ 7944007 w 11034751"/>
              <a:gd name="csY109" fmla="*/ 4214326 h 5092150"/>
              <a:gd name="csX110" fmla="*/ 7566055 w 11034751"/>
              <a:gd name="csY110" fmla="*/ 4293574 h 5092150"/>
              <a:gd name="csX111" fmla="*/ 7255159 w 11034751"/>
              <a:gd name="csY111" fmla="*/ 4470358 h 5092150"/>
              <a:gd name="csX112" fmla="*/ 6822343 w 11034751"/>
              <a:gd name="csY112" fmla="*/ 4476454 h 5092150"/>
              <a:gd name="csX113" fmla="*/ 6499255 w 11034751"/>
              <a:gd name="csY113" fmla="*/ 4592278 h 5092150"/>
              <a:gd name="csX114" fmla="*/ 6115207 w 11034751"/>
              <a:gd name="csY114" fmla="*/ 4622758 h 5092150"/>
              <a:gd name="csX115" fmla="*/ 5773831 w 11034751"/>
              <a:gd name="csY115" fmla="*/ 4775158 h 5092150"/>
              <a:gd name="csX116" fmla="*/ 5597047 w 11034751"/>
              <a:gd name="csY116" fmla="*/ 4756870 h 5092150"/>
              <a:gd name="csX117" fmla="*/ 3823111 w 11034751"/>
              <a:gd name="csY117" fmla="*/ 5092150 h 5092150"/>
              <a:gd name="csX0" fmla="*/ 162839 w 11034751"/>
              <a:gd name="csY0" fmla="*/ 4812988 h 5092150"/>
              <a:gd name="csX1" fmla="*/ 125261 w 11034751"/>
              <a:gd name="csY1" fmla="*/ 4762883 h 5092150"/>
              <a:gd name="csX2" fmla="*/ 37579 w 11034751"/>
              <a:gd name="csY2" fmla="*/ 4612571 h 5092150"/>
              <a:gd name="csX3" fmla="*/ 62631 w 11034751"/>
              <a:gd name="csY3" fmla="*/ 4524889 h 5092150"/>
              <a:gd name="csX4" fmla="*/ 37579 w 11034751"/>
              <a:gd name="csY4" fmla="*/ 4399629 h 5092150"/>
              <a:gd name="csX5" fmla="*/ 0 w 11034751"/>
              <a:gd name="csY5" fmla="*/ 4324473 h 5092150"/>
              <a:gd name="csX6" fmla="*/ 62631 w 11034751"/>
              <a:gd name="csY6" fmla="*/ 4174160 h 5092150"/>
              <a:gd name="csX7" fmla="*/ 112735 w 11034751"/>
              <a:gd name="csY7" fmla="*/ 4061426 h 5092150"/>
              <a:gd name="csX8" fmla="*/ 175365 w 11034751"/>
              <a:gd name="csY8" fmla="*/ 3961218 h 5092150"/>
              <a:gd name="csX9" fmla="*/ 175365 w 11034751"/>
              <a:gd name="csY9" fmla="*/ 3961218 h 5092150"/>
              <a:gd name="csX10" fmla="*/ 288099 w 11034751"/>
              <a:gd name="csY10" fmla="*/ 3835957 h 5092150"/>
              <a:gd name="csX11" fmla="*/ 413359 w 11034751"/>
              <a:gd name="csY11" fmla="*/ 3785853 h 5092150"/>
              <a:gd name="csX12" fmla="*/ 413359 w 11034751"/>
              <a:gd name="csY12" fmla="*/ 3785853 h 5092150"/>
              <a:gd name="csX13" fmla="*/ 400833 w 11034751"/>
              <a:gd name="csY13" fmla="*/ 3673119 h 5092150"/>
              <a:gd name="csX14" fmla="*/ 300625 w 11034751"/>
              <a:gd name="csY14" fmla="*/ 3635541 h 5092150"/>
              <a:gd name="csX15" fmla="*/ 288099 w 11034751"/>
              <a:gd name="csY15" fmla="*/ 3597963 h 5092150"/>
              <a:gd name="csX16" fmla="*/ 338203 w 11034751"/>
              <a:gd name="csY16" fmla="*/ 3472703 h 5092150"/>
              <a:gd name="csX17" fmla="*/ 388307 w 11034751"/>
              <a:gd name="csY17" fmla="*/ 3397547 h 5092150"/>
              <a:gd name="csX18" fmla="*/ 488515 w 11034751"/>
              <a:gd name="csY18" fmla="*/ 3222182 h 5092150"/>
              <a:gd name="csX19" fmla="*/ 513568 w 11034751"/>
              <a:gd name="csY19" fmla="*/ 3147026 h 5092150"/>
              <a:gd name="csX20" fmla="*/ 626302 w 11034751"/>
              <a:gd name="csY20" fmla="*/ 3046818 h 5092150"/>
              <a:gd name="csX21" fmla="*/ 701458 w 11034751"/>
              <a:gd name="csY21" fmla="*/ 2984188 h 5092150"/>
              <a:gd name="csX22" fmla="*/ 801666 w 11034751"/>
              <a:gd name="csY22" fmla="*/ 2934083 h 5092150"/>
              <a:gd name="csX23" fmla="*/ 876822 w 11034751"/>
              <a:gd name="csY23" fmla="*/ 2883979 h 5092150"/>
              <a:gd name="csX24" fmla="*/ 989557 w 11034751"/>
              <a:gd name="csY24" fmla="*/ 2821349 h 5092150"/>
              <a:gd name="csX25" fmla="*/ 1052187 w 11034751"/>
              <a:gd name="csY25" fmla="*/ 2758719 h 5092150"/>
              <a:gd name="csX26" fmla="*/ 1152395 w 11034751"/>
              <a:gd name="csY26" fmla="*/ 2671037 h 5092150"/>
              <a:gd name="csX27" fmla="*/ 1302707 w 11034751"/>
              <a:gd name="csY27" fmla="*/ 2620933 h 5092150"/>
              <a:gd name="csX28" fmla="*/ 1427968 w 11034751"/>
              <a:gd name="csY28" fmla="*/ 2658511 h 5092150"/>
              <a:gd name="csX29" fmla="*/ 1427968 w 11034751"/>
              <a:gd name="csY29" fmla="*/ 2658511 h 5092150"/>
              <a:gd name="csX30" fmla="*/ 1365337 w 11034751"/>
              <a:gd name="csY30" fmla="*/ 2595881 h 5092150"/>
              <a:gd name="csX31" fmla="*/ 1402915 w 11034751"/>
              <a:gd name="csY31" fmla="*/ 2407990 h 5092150"/>
              <a:gd name="csX32" fmla="*/ 1528176 w 11034751"/>
              <a:gd name="csY32" fmla="*/ 2307782 h 5092150"/>
              <a:gd name="csX33" fmla="*/ 1628384 w 11034751"/>
              <a:gd name="csY33" fmla="*/ 2245152 h 5092150"/>
              <a:gd name="csX34" fmla="*/ 1653436 w 11034751"/>
              <a:gd name="csY34" fmla="*/ 2207574 h 5092150"/>
              <a:gd name="csX35" fmla="*/ 1816274 w 11034751"/>
              <a:gd name="csY35" fmla="*/ 2195048 h 5092150"/>
              <a:gd name="csX36" fmla="*/ 1966587 w 11034751"/>
              <a:gd name="csY36" fmla="*/ 2245152 h 5092150"/>
              <a:gd name="csX37" fmla="*/ 1966587 w 11034751"/>
              <a:gd name="csY37" fmla="*/ 2245152 h 5092150"/>
              <a:gd name="csX38" fmla="*/ 1966587 w 11034751"/>
              <a:gd name="csY38" fmla="*/ 2245152 h 5092150"/>
              <a:gd name="csX39" fmla="*/ 2079321 w 11034751"/>
              <a:gd name="csY39" fmla="*/ 2195048 h 5092150"/>
              <a:gd name="csX40" fmla="*/ 2229633 w 11034751"/>
              <a:gd name="csY40" fmla="*/ 2094840 h 5092150"/>
              <a:gd name="csX41" fmla="*/ 2467628 w 11034751"/>
              <a:gd name="csY41" fmla="*/ 2057262 h 5092150"/>
              <a:gd name="csX42" fmla="*/ 2642992 w 11034751"/>
              <a:gd name="csY42" fmla="*/ 2082314 h 5092150"/>
              <a:gd name="csX43" fmla="*/ 2743200 w 11034751"/>
              <a:gd name="csY43" fmla="*/ 2169996 h 5092150"/>
              <a:gd name="csX44" fmla="*/ 2868461 w 11034751"/>
              <a:gd name="csY44" fmla="*/ 2195048 h 5092150"/>
              <a:gd name="csX45" fmla="*/ 2705622 w 11034751"/>
              <a:gd name="csY45" fmla="*/ 2082314 h 5092150"/>
              <a:gd name="csX46" fmla="*/ 2793305 w 11034751"/>
              <a:gd name="csY46" fmla="*/ 1957053 h 5092150"/>
              <a:gd name="csX47" fmla="*/ 2956143 w 11034751"/>
              <a:gd name="csY47" fmla="*/ 1957053 h 5092150"/>
              <a:gd name="csX48" fmla="*/ 3156559 w 11034751"/>
              <a:gd name="csY48" fmla="*/ 1957053 h 5092150"/>
              <a:gd name="csX49" fmla="*/ 3319398 w 11034751"/>
              <a:gd name="csY49" fmla="*/ 1969579 h 5092150"/>
              <a:gd name="csX50" fmla="*/ 3670126 w 11034751"/>
              <a:gd name="csY50" fmla="*/ 1919475 h 5092150"/>
              <a:gd name="csX51" fmla="*/ 3832965 w 11034751"/>
              <a:gd name="csY51" fmla="*/ 1919475 h 5092150"/>
              <a:gd name="csX52" fmla="*/ 4096011 w 11034751"/>
              <a:gd name="csY52" fmla="*/ 1894423 h 5092150"/>
              <a:gd name="csX53" fmla="*/ 4246324 w 11034751"/>
              <a:gd name="csY53" fmla="*/ 1906949 h 5092150"/>
              <a:gd name="csX54" fmla="*/ 4421688 w 11034751"/>
              <a:gd name="csY54" fmla="*/ 1994631 h 5092150"/>
              <a:gd name="csX55" fmla="*/ 4421688 w 11034751"/>
              <a:gd name="csY55" fmla="*/ 1994631 h 5092150"/>
              <a:gd name="csX56" fmla="*/ 4359058 w 11034751"/>
              <a:gd name="csY56" fmla="*/ 1844319 h 5092150"/>
              <a:gd name="csX57" fmla="*/ 4559474 w 11034751"/>
              <a:gd name="csY57" fmla="*/ 1844319 h 5092150"/>
              <a:gd name="csX58" fmla="*/ 4747365 w 11034751"/>
              <a:gd name="csY58" fmla="*/ 1869371 h 5092150"/>
              <a:gd name="csX59" fmla="*/ 4835047 w 11034751"/>
              <a:gd name="csY59" fmla="*/ 1869371 h 5092150"/>
              <a:gd name="csX60" fmla="*/ 5022937 w 11034751"/>
              <a:gd name="csY60" fmla="*/ 1769163 h 5092150"/>
              <a:gd name="csX61" fmla="*/ 5260932 w 11034751"/>
              <a:gd name="csY61" fmla="*/ 1794215 h 5092150"/>
              <a:gd name="csX62" fmla="*/ 5411244 w 11034751"/>
              <a:gd name="csY62" fmla="*/ 1819267 h 5092150"/>
              <a:gd name="csX63" fmla="*/ 5599135 w 11034751"/>
              <a:gd name="csY63" fmla="*/ 1781689 h 5092150"/>
              <a:gd name="csX64" fmla="*/ 5736921 w 11034751"/>
              <a:gd name="csY64" fmla="*/ 1794215 h 5092150"/>
              <a:gd name="csX65" fmla="*/ 5799551 w 11034751"/>
              <a:gd name="csY65" fmla="*/ 1794215 h 5092150"/>
              <a:gd name="csX66" fmla="*/ 6137754 w 11034751"/>
              <a:gd name="csY66" fmla="*/ 1631377 h 5092150"/>
              <a:gd name="csX67" fmla="*/ 6363222 w 11034751"/>
              <a:gd name="csY67" fmla="*/ 1593799 h 5092150"/>
              <a:gd name="csX68" fmla="*/ 6551113 w 11034751"/>
              <a:gd name="csY68" fmla="*/ 1481064 h 5092150"/>
              <a:gd name="csX69" fmla="*/ 6713951 w 11034751"/>
              <a:gd name="csY69" fmla="*/ 1493590 h 5092150"/>
              <a:gd name="csX70" fmla="*/ 6851737 w 11034751"/>
              <a:gd name="csY70" fmla="*/ 1481064 h 5092150"/>
              <a:gd name="csX71" fmla="*/ 7002050 w 11034751"/>
              <a:gd name="csY71" fmla="*/ 1355804 h 5092150"/>
              <a:gd name="csX72" fmla="*/ 7214992 w 11034751"/>
              <a:gd name="csY72" fmla="*/ 1230544 h 5092150"/>
              <a:gd name="csX73" fmla="*/ 7340252 w 11034751"/>
              <a:gd name="csY73" fmla="*/ 1243070 h 5092150"/>
              <a:gd name="csX74" fmla="*/ 7440461 w 11034751"/>
              <a:gd name="csY74" fmla="*/ 1255596 h 5092150"/>
              <a:gd name="csX75" fmla="*/ 7528143 w 11034751"/>
              <a:gd name="csY75" fmla="*/ 1255596 h 5092150"/>
              <a:gd name="csX76" fmla="*/ 7741085 w 11034751"/>
              <a:gd name="csY76" fmla="*/ 1218018 h 5092150"/>
              <a:gd name="csX77" fmla="*/ 7803715 w 11034751"/>
              <a:gd name="csY77" fmla="*/ 1167914 h 5092150"/>
              <a:gd name="csX78" fmla="*/ 7941502 w 11034751"/>
              <a:gd name="csY78" fmla="*/ 1180440 h 5092150"/>
              <a:gd name="csX79" fmla="*/ 7941502 w 11034751"/>
              <a:gd name="csY79" fmla="*/ 1180440 h 5092150"/>
              <a:gd name="csX80" fmla="*/ 8079288 w 11034751"/>
              <a:gd name="csY80" fmla="*/ 1130336 h 5092150"/>
              <a:gd name="csX81" fmla="*/ 8267179 w 11034751"/>
              <a:gd name="csY81" fmla="*/ 1042653 h 5092150"/>
              <a:gd name="csX82" fmla="*/ 8442543 w 11034751"/>
              <a:gd name="csY82" fmla="*/ 942445 h 5092150"/>
              <a:gd name="csX83" fmla="*/ 8517699 w 11034751"/>
              <a:gd name="csY83" fmla="*/ 854763 h 5092150"/>
              <a:gd name="csX84" fmla="*/ 8555277 w 11034751"/>
              <a:gd name="csY84" fmla="*/ 804659 h 5092150"/>
              <a:gd name="csX85" fmla="*/ 8705589 w 11034751"/>
              <a:gd name="csY85" fmla="*/ 779607 h 5092150"/>
              <a:gd name="csX86" fmla="*/ 8818324 w 11034751"/>
              <a:gd name="csY86" fmla="*/ 754555 h 5092150"/>
              <a:gd name="csX87" fmla="*/ 8931058 w 11034751"/>
              <a:gd name="csY87" fmla="*/ 716977 h 5092150"/>
              <a:gd name="csX88" fmla="*/ 8981162 w 11034751"/>
              <a:gd name="csY88" fmla="*/ 691925 h 5092150"/>
              <a:gd name="csX89" fmla="*/ 9228008 w 11034751"/>
              <a:gd name="csY89" fmla="*/ 691925 h 5092150"/>
              <a:gd name="csX90" fmla="*/ 9461911 w 11034751"/>
              <a:gd name="csY90" fmla="*/ 410423 h 5092150"/>
              <a:gd name="csX91" fmla="*/ 9955687 w 11034751"/>
              <a:gd name="csY91" fmla="*/ 123911 h 5092150"/>
              <a:gd name="csX92" fmla="*/ 10443367 w 11034751"/>
              <a:gd name="csY92" fmla="*/ 1991 h 5092150"/>
              <a:gd name="csX93" fmla="*/ 10866413 w 11034751"/>
              <a:gd name="csY93" fmla="*/ 89089 h 5092150"/>
              <a:gd name="csX94" fmla="*/ 10998103 w 11034751"/>
              <a:gd name="csY94" fmla="*/ 251926 h 5092150"/>
              <a:gd name="csX95" fmla="*/ 11034679 w 11034751"/>
              <a:gd name="csY95" fmla="*/ 629879 h 5092150"/>
              <a:gd name="csX96" fmla="*/ 10924951 w 11034751"/>
              <a:gd name="csY96" fmla="*/ 898102 h 5092150"/>
              <a:gd name="csX97" fmla="*/ 10784743 w 11034751"/>
              <a:gd name="csY97" fmla="*/ 1355303 h 5092150"/>
              <a:gd name="csX98" fmla="*/ 10321447 w 11034751"/>
              <a:gd name="csY98" fmla="*/ 1690582 h 5092150"/>
              <a:gd name="csX99" fmla="*/ 10236103 w 11034751"/>
              <a:gd name="csY99" fmla="*/ 2001478 h 5092150"/>
              <a:gd name="csX100" fmla="*/ 10028839 w 11034751"/>
              <a:gd name="csY100" fmla="*/ 2190454 h 5092150"/>
              <a:gd name="csX101" fmla="*/ 9766711 w 11034751"/>
              <a:gd name="csY101" fmla="*/ 2580598 h 5092150"/>
              <a:gd name="csX102" fmla="*/ 9583831 w 11034751"/>
              <a:gd name="csY102" fmla="*/ 2934166 h 5092150"/>
              <a:gd name="csX103" fmla="*/ 9352183 w 11034751"/>
              <a:gd name="csY103" fmla="*/ 3092662 h 5092150"/>
              <a:gd name="csX104" fmla="*/ 9144919 w 11034751"/>
              <a:gd name="csY104" fmla="*/ 3299926 h 5092150"/>
              <a:gd name="csX105" fmla="*/ 8840119 w 11034751"/>
              <a:gd name="csY105" fmla="*/ 3452326 h 5092150"/>
              <a:gd name="csX106" fmla="*/ 8669431 w 11034751"/>
              <a:gd name="csY106" fmla="*/ 3763222 h 5092150"/>
              <a:gd name="csX107" fmla="*/ 8254903 w 11034751"/>
              <a:gd name="csY107" fmla="*/ 3915622 h 5092150"/>
              <a:gd name="csX108" fmla="*/ 8169559 w 11034751"/>
              <a:gd name="csY108" fmla="*/ 4104598 h 5092150"/>
              <a:gd name="csX109" fmla="*/ 7944007 w 11034751"/>
              <a:gd name="csY109" fmla="*/ 4214326 h 5092150"/>
              <a:gd name="csX110" fmla="*/ 7566055 w 11034751"/>
              <a:gd name="csY110" fmla="*/ 4293574 h 5092150"/>
              <a:gd name="csX111" fmla="*/ 7255159 w 11034751"/>
              <a:gd name="csY111" fmla="*/ 4470358 h 5092150"/>
              <a:gd name="csX112" fmla="*/ 6822343 w 11034751"/>
              <a:gd name="csY112" fmla="*/ 4476454 h 5092150"/>
              <a:gd name="csX113" fmla="*/ 6499255 w 11034751"/>
              <a:gd name="csY113" fmla="*/ 4592278 h 5092150"/>
              <a:gd name="csX114" fmla="*/ 6115207 w 11034751"/>
              <a:gd name="csY114" fmla="*/ 4622758 h 5092150"/>
              <a:gd name="csX115" fmla="*/ 5773831 w 11034751"/>
              <a:gd name="csY115" fmla="*/ 4775158 h 5092150"/>
              <a:gd name="csX116" fmla="*/ 5597047 w 11034751"/>
              <a:gd name="csY116" fmla="*/ 4756870 h 5092150"/>
              <a:gd name="csX117" fmla="*/ 3823111 w 11034751"/>
              <a:gd name="csY117" fmla="*/ 5092150 h 5092150"/>
              <a:gd name="csX0" fmla="*/ 162839 w 11034751"/>
              <a:gd name="csY0" fmla="*/ 4812988 h 5092150"/>
              <a:gd name="csX1" fmla="*/ 125261 w 11034751"/>
              <a:gd name="csY1" fmla="*/ 4762883 h 5092150"/>
              <a:gd name="csX2" fmla="*/ 37579 w 11034751"/>
              <a:gd name="csY2" fmla="*/ 4612571 h 5092150"/>
              <a:gd name="csX3" fmla="*/ 62631 w 11034751"/>
              <a:gd name="csY3" fmla="*/ 4524889 h 5092150"/>
              <a:gd name="csX4" fmla="*/ 37579 w 11034751"/>
              <a:gd name="csY4" fmla="*/ 4399629 h 5092150"/>
              <a:gd name="csX5" fmla="*/ 0 w 11034751"/>
              <a:gd name="csY5" fmla="*/ 4324473 h 5092150"/>
              <a:gd name="csX6" fmla="*/ 62631 w 11034751"/>
              <a:gd name="csY6" fmla="*/ 4174160 h 5092150"/>
              <a:gd name="csX7" fmla="*/ 112735 w 11034751"/>
              <a:gd name="csY7" fmla="*/ 4061426 h 5092150"/>
              <a:gd name="csX8" fmla="*/ 175365 w 11034751"/>
              <a:gd name="csY8" fmla="*/ 3961218 h 5092150"/>
              <a:gd name="csX9" fmla="*/ 175365 w 11034751"/>
              <a:gd name="csY9" fmla="*/ 3961218 h 5092150"/>
              <a:gd name="csX10" fmla="*/ 288099 w 11034751"/>
              <a:gd name="csY10" fmla="*/ 3835957 h 5092150"/>
              <a:gd name="csX11" fmla="*/ 413359 w 11034751"/>
              <a:gd name="csY11" fmla="*/ 3785853 h 5092150"/>
              <a:gd name="csX12" fmla="*/ 413359 w 11034751"/>
              <a:gd name="csY12" fmla="*/ 3785853 h 5092150"/>
              <a:gd name="csX13" fmla="*/ 400833 w 11034751"/>
              <a:gd name="csY13" fmla="*/ 3673119 h 5092150"/>
              <a:gd name="csX14" fmla="*/ 300625 w 11034751"/>
              <a:gd name="csY14" fmla="*/ 3635541 h 5092150"/>
              <a:gd name="csX15" fmla="*/ 288099 w 11034751"/>
              <a:gd name="csY15" fmla="*/ 3597963 h 5092150"/>
              <a:gd name="csX16" fmla="*/ 338203 w 11034751"/>
              <a:gd name="csY16" fmla="*/ 3472703 h 5092150"/>
              <a:gd name="csX17" fmla="*/ 388307 w 11034751"/>
              <a:gd name="csY17" fmla="*/ 3397547 h 5092150"/>
              <a:gd name="csX18" fmla="*/ 488515 w 11034751"/>
              <a:gd name="csY18" fmla="*/ 3222182 h 5092150"/>
              <a:gd name="csX19" fmla="*/ 513568 w 11034751"/>
              <a:gd name="csY19" fmla="*/ 3147026 h 5092150"/>
              <a:gd name="csX20" fmla="*/ 626302 w 11034751"/>
              <a:gd name="csY20" fmla="*/ 3046818 h 5092150"/>
              <a:gd name="csX21" fmla="*/ 701458 w 11034751"/>
              <a:gd name="csY21" fmla="*/ 2984188 h 5092150"/>
              <a:gd name="csX22" fmla="*/ 801666 w 11034751"/>
              <a:gd name="csY22" fmla="*/ 2934083 h 5092150"/>
              <a:gd name="csX23" fmla="*/ 876822 w 11034751"/>
              <a:gd name="csY23" fmla="*/ 2883979 h 5092150"/>
              <a:gd name="csX24" fmla="*/ 989557 w 11034751"/>
              <a:gd name="csY24" fmla="*/ 2821349 h 5092150"/>
              <a:gd name="csX25" fmla="*/ 1052187 w 11034751"/>
              <a:gd name="csY25" fmla="*/ 2758719 h 5092150"/>
              <a:gd name="csX26" fmla="*/ 1152395 w 11034751"/>
              <a:gd name="csY26" fmla="*/ 2671037 h 5092150"/>
              <a:gd name="csX27" fmla="*/ 1302707 w 11034751"/>
              <a:gd name="csY27" fmla="*/ 2620933 h 5092150"/>
              <a:gd name="csX28" fmla="*/ 1427968 w 11034751"/>
              <a:gd name="csY28" fmla="*/ 2658511 h 5092150"/>
              <a:gd name="csX29" fmla="*/ 1427968 w 11034751"/>
              <a:gd name="csY29" fmla="*/ 2658511 h 5092150"/>
              <a:gd name="csX30" fmla="*/ 1365337 w 11034751"/>
              <a:gd name="csY30" fmla="*/ 2595881 h 5092150"/>
              <a:gd name="csX31" fmla="*/ 1402915 w 11034751"/>
              <a:gd name="csY31" fmla="*/ 2407990 h 5092150"/>
              <a:gd name="csX32" fmla="*/ 1528176 w 11034751"/>
              <a:gd name="csY32" fmla="*/ 2307782 h 5092150"/>
              <a:gd name="csX33" fmla="*/ 1628384 w 11034751"/>
              <a:gd name="csY33" fmla="*/ 2245152 h 5092150"/>
              <a:gd name="csX34" fmla="*/ 1653436 w 11034751"/>
              <a:gd name="csY34" fmla="*/ 2207574 h 5092150"/>
              <a:gd name="csX35" fmla="*/ 1816274 w 11034751"/>
              <a:gd name="csY35" fmla="*/ 2195048 h 5092150"/>
              <a:gd name="csX36" fmla="*/ 1966587 w 11034751"/>
              <a:gd name="csY36" fmla="*/ 2245152 h 5092150"/>
              <a:gd name="csX37" fmla="*/ 1966587 w 11034751"/>
              <a:gd name="csY37" fmla="*/ 2245152 h 5092150"/>
              <a:gd name="csX38" fmla="*/ 1966587 w 11034751"/>
              <a:gd name="csY38" fmla="*/ 2245152 h 5092150"/>
              <a:gd name="csX39" fmla="*/ 2079321 w 11034751"/>
              <a:gd name="csY39" fmla="*/ 2195048 h 5092150"/>
              <a:gd name="csX40" fmla="*/ 2229633 w 11034751"/>
              <a:gd name="csY40" fmla="*/ 2094840 h 5092150"/>
              <a:gd name="csX41" fmla="*/ 2467628 w 11034751"/>
              <a:gd name="csY41" fmla="*/ 2057262 h 5092150"/>
              <a:gd name="csX42" fmla="*/ 2642992 w 11034751"/>
              <a:gd name="csY42" fmla="*/ 2082314 h 5092150"/>
              <a:gd name="csX43" fmla="*/ 2743200 w 11034751"/>
              <a:gd name="csY43" fmla="*/ 2169996 h 5092150"/>
              <a:gd name="csX44" fmla="*/ 2868461 w 11034751"/>
              <a:gd name="csY44" fmla="*/ 2195048 h 5092150"/>
              <a:gd name="csX45" fmla="*/ 2705622 w 11034751"/>
              <a:gd name="csY45" fmla="*/ 2082314 h 5092150"/>
              <a:gd name="csX46" fmla="*/ 2793305 w 11034751"/>
              <a:gd name="csY46" fmla="*/ 1957053 h 5092150"/>
              <a:gd name="csX47" fmla="*/ 2956143 w 11034751"/>
              <a:gd name="csY47" fmla="*/ 1957053 h 5092150"/>
              <a:gd name="csX48" fmla="*/ 3156559 w 11034751"/>
              <a:gd name="csY48" fmla="*/ 1957053 h 5092150"/>
              <a:gd name="csX49" fmla="*/ 3319398 w 11034751"/>
              <a:gd name="csY49" fmla="*/ 1969579 h 5092150"/>
              <a:gd name="csX50" fmla="*/ 3670126 w 11034751"/>
              <a:gd name="csY50" fmla="*/ 1919475 h 5092150"/>
              <a:gd name="csX51" fmla="*/ 3832965 w 11034751"/>
              <a:gd name="csY51" fmla="*/ 1919475 h 5092150"/>
              <a:gd name="csX52" fmla="*/ 4096011 w 11034751"/>
              <a:gd name="csY52" fmla="*/ 1894423 h 5092150"/>
              <a:gd name="csX53" fmla="*/ 4246324 w 11034751"/>
              <a:gd name="csY53" fmla="*/ 1906949 h 5092150"/>
              <a:gd name="csX54" fmla="*/ 4421688 w 11034751"/>
              <a:gd name="csY54" fmla="*/ 1994631 h 5092150"/>
              <a:gd name="csX55" fmla="*/ 4421688 w 11034751"/>
              <a:gd name="csY55" fmla="*/ 1994631 h 5092150"/>
              <a:gd name="csX56" fmla="*/ 4359058 w 11034751"/>
              <a:gd name="csY56" fmla="*/ 1844319 h 5092150"/>
              <a:gd name="csX57" fmla="*/ 4559474 w 11034751"/>
              <a:gd name="csY57" fmla="*/ 1844319 h 5092150"/>
              <a:gd name="csX58" fmla="*/ 4747365 w 11034751"/>
              <a:gd name="csY58" fmla="*/ 1869371 h 5092150"/>
              <a:gd name="csX59" fmla="*/ 4835047 w 11034751"/>
              <a:gd name="csY59" fmla="*/ 1869371 h 5092150"/>
              <a:gd name="csX60" fmla="*/ 5022937 w 11034751"/>
              <a:gd name="csY60" fmla="*/ 1769163 h 5092150"/>
              <a:gd name="csX61" fmla="*/ 5260932 w 11034751"/>
              <a:gd name="csY61" fmla="*/ 1794215 h 5092150"/>
              <a:gd name="csX62" fmla="*/ 5411244 w 11034751"/>
              <a:gd name="csY62" fmla="*/ 1819267 h 5092150"/>
              <a:gd name="csX63" fmla="*/ 5599135 w 11034751"/>
              <a:gd name="csY63" fmla="*/ 1781689 h 5092150"/>
              <a:gd name="csX64" fmla="*/ 5736921 w 11034751"/>
              <a:gd name="csY64" fmla="*/ 1794215 h 5092150"/>
              <a:gd name="csX65" fmla="*/ 5799551 w 11034751"/>
              <a:gd name="csY65" fmla="*/ 1794215 h 5092150"/>
              <a:gd name="csX66" fmla="*/ 6137754 w 11034751"/>
              <a:gd name="csY66" fmla="*/ 1631377 h 5092150"/>
              <a:gd name="csX67" fmla="*/ 6363222 w 11034751"/>
              <a:gd name="csY67" fmla="*/ 1593799 h 5092150"/>
              <a:gd name="csX68" fmla="*/ 6551113 w 11034751"/>
              <a:gd name="csY68" fmla="*/ 1481064 h 5092150"/>
              <a:gd name="csX69" fmla="*/ 6713951 w 11034751"/>
              <a:gd name="csY69" fmla="*/ 1493590 h 5092150"/>
              <a:gd name="csX70" fmla="*/ 6851737 w 11034751"/>
              <a:gd name="csY70" fmla="*/ 1481064 h 5092150"/>
              <a:gd name="csX71" fmla="*/ 7002050 w 11034751"/>
              <a:gd name="csY71" fmla="*/ 1355804 h 5092150"/>
              <a:gd name="csX72" fmla="*/ 7214992 w 11034751"/>
              <a:gd name="csY72" fmla="*/ 1230544 h 5092150"/>
              <a:gd name="csX73" fmla="*/ 7340252 w 11034751"/>
              <a:gd name="csY73" fmla="*/ 1243070 h 5092150"/>
              <a:gd name="csX74" fmla="*/ 7440461 w 11034751"/>
              <a:gd name="csY74" fmla="*/ 1255596 h 5092150"/>
              <a:gd name="csX75" fmla="*/ 7528143 w 11034751"/>
              <a:gd name="csY75" fmla="*/ 1255596 h 5092150"/>
              <a:gd name="csX76" fmla="*/ 7741085 w 11034751"/>
              <a:gd name="csY76" fmla="*/ 1218018 h 5092150"/>
              <a:gd name="csX77" fmla="*/ 7803715 w 11034751"/>
              <a:gd name="csY77" fmla="*/ 1167914 h 5092150"/>
              <a:gd name="csX78" fmla="*/ 7941502 w 11034751"/>
              <a:gd name="csY78" fmla="*/ 1180440 h 5092150"/>
              <a:gd name="csX79" fmla="*/ 7941502 w 11034751"/>
              <a:gd name="csY79" fmla="*/ 1180440 h 5092150"/>
              <a:gd name="csX80" fmla="*/ 8079288 w 11034751"/>
              <a:gd name="csY80" fmla="*/ 1130336 h 5092150"/>
              <a:gd name="csX81" fmla="*/ 8267179 w 11034751"/>
              <a:gd name="csY81" fmla="*/ 1042653 h 5092150"/>
              <a:gd name="csX82" fmla="*/ 8442543 w 11034751"/>
              <a:gd name="csY82" fmla="*/ 942445 h 5092150"/>
              <a:gd name="csX83" fmla="*/ 8517699 w 11034751"/>
              <a:gd name="csY83" fmla="*/ 854763 h 5092150"/>
              <a:gd name="csX84" fmla="*/ 8555277 w 11034751"/>
              <a:gd name="csY84" fmla="*/ 804659 h 5092150"/>
              <a:gd name="csX85" fmla="*/ 8705589 w 11034751"/>
              <a:gd name="csY85" fmla="*/ 779607 h 5092150"/>
              <a:gd name="csX86" fmla="*/ 8818324 w 11034751"/>
              <a:gd name="csY86" fmla="*/ 754555 h 5092150"/>
              <a:gd name="csX87" fmla="*/ 8931058 w 11034751"/>
              <a:gd name="csY87" fmla="*/ 716977 h 5092150"/>
              <a:gd name="csX88" fmla="*/ 8981162 w 11034751"/>
              <a:gd name="csY88" fmla="*/ 691925 h 5092150"/>
              <a:gd name="csX89" fmla="*/ 9228008 w 11034751"/>
              <a:gd name="csY89" fmla="*/ 691925 h 5092150"/>
              <a:gd name="csX90" fmla="*/ 9461911 w 11034751"/>
              <a:gd name="csY90" fmla="*/ 410423 h 5092150"/>
              <a:gd name="csX91" fmla="*/ 9955687 w 11034751"/>
              <a:gd name="csY91" fmla="*/ 123911 h 5092150"/>
              <a:gd name="csX92" fmla="*/ 10443367 w 11034751"/>
              <a:gd name="csY92" fmla="*/ 1991 h 5092150"/>
              <a:gd name="csX93" fmla="*/ 10866413 w 11034751"/>
              <a:gd name="csY93" fmla="*/ 89089 h 5092150"/>
              <a:gd name="csX94" fmla="*/ 10998103 w 11034751"/>
              <a:gd name="csY94" fmla="*/ 251926 h 5092150"/>
              <a:gd name="csX95" fmla="*/ 11034679 w 11034751"/>
              <a:gd name="csY95" fmla="*/ 629879 h 5092150"/>
              <a:gd name="csX96" fmla="*/ 10924951 w 11034751"/>
              <a:gd name="csY96" fmla="*/ 898102 h 5092150"/>
              <a:gd name="csX97" fmla="*/ 10784743 w 11034751"/>
              <a:gd name="csY97" fmla="*/ 1355303 h 5092150"/>
              <a:gd name="csX98" fmla="*/ 10321447 w 11034751"/>
              <a:gd name="csY98" fmla="*/ 1690582 h 5092150"/>
              <a:gd name="csX99" fmla="*/ 10236103 w 11034751"/>
              <a:gd name="csY99" fmla="*/ 2001478 h 5092150"/>
              <a:gd name="csX100" fmla="*/ 10028839 w 11034751"/>
              <a:gd name="csY100" fmla="*/ 2190454 h 5092150"/>
              <a:gd name="csX101" fmla="*/ 9766711 w 11034751"/>
              <a:gd name="csY101" fmla="*/ 2580598 h 5092150"/>
              <a:gd name="csX102" fmla="*/ 9583831 w 11034751"/>
              <a:gd name="csY102" fmla="*/ 2934166 h 5092150"/>
              <a:gd name="csX103" fmla="*/ 9352183 w 11034751"/>
              <a:gd name="csY103" fmla="*/ 3092662 h 5092150"/>
              <a:gd name="csX104" fmla="*/ 9144919 w 11034751"/>
              <a:gd name="csY104" fmla="*/ 3299926 h 5092150"/>
              <a:gd name="csX105" fmla="*/ 8840119 w 11034751"/>
              <a:gd name="csY105" fmla="*/ 3452326 h 5092150"/>
              <a:gd name="csX106" fmla="*/ 8669431 w 11034751"/>
              <a:gd name="csY106" fmla="*/ 3763222 h 5092150"/>
              <a:gd name="csX107" fmla="*/ 8254903 w 11034751"/>
              <a:gd name="csY107" fmla="*/ 3915622 h 5092150"/>
              <a:gd name="csX108" fmla="*/ 8169559 w 11034751"/>
              <a:gd name="csY108" fmla="*/ 4104598 h 5092150"/>
              <a:gd name="csX109" fmla="*/ 7944007 w 11034751"/>
              <a:gd name="csY109" fmla="*/ 4214326 h 5092150"/>
              <a:gd name="csX110" fmla="*/ 7566055 w 11034751"/>
              <a:gd name="csY110" fmla="*/ 4293574 h 5092150"/>
              <a:gd name="csX111" fmla="*/ 7255159 w 11034751"/>
              <a:gd name="csY111" fmla="*/ 4470358 h 5092150"/>
              <a:gd name="csX112" fmla="*/ 6822343 w 11034751"/>
              <a:gd name="csY112" fmla="*/ 4476454 h 5092150"/>
              <a:gd name="csX113" fmla="*/ 6499255 w 11034751"/>
              <a:gd name="csY113" fmla="*/ 4592278 h 5092150"/>
              <a:gd name="csX114" fmla="*/ 6115207 w 11034751"/>
              <a:gd name="csY114" fmla="*/ 4622758 h 5092150"/>
              <a:gd name="csX115" fmla="*/ 5999383 w 11034751"/>
              <a:gd name="csY115" fmla="*/ 4744678 h 5092150"/>
              <a:gd name="csX116" fmla="*/ 5773831 w 11034751"/>
              <a:gd name="csY116" fmla="*/ 4775158 h 5092150"/>
              <a:gd name="csX117" fmla="*/ 5597047 w 11034751"/>
              <a:gd name="csY117" fmla="*/ 4756870 h 5092150"/>
              <a:gd name="csX118" fmla="*/ 3823111 w 11034751"/>
              <a:gd name="csY118" fmla="*/ 5092150 h 5092150"/>
              <a:gd name="csX0" fmla="*/ 162839 w 11034751"/>
              <a:gd name="csY0" fmla="*/ 4812988 h 5092150"/>
              <a:gd name="csX1" fmla="*/ 125261 w 11034751"/>
              <a:gd name="csY1" fmla="*/ 4762883 h 5092150"/>
              <a:gd name="csX2" fmla="*/ 37579 w 11034751"/>
              <a:gd name="csY2" fmla="*/ 4612571 h 5092150"/>
              <a:gd name="csX3" fmla="*/ 62631 w 11034751"/>
              <a:gd name="csY3" fmla="*/ 4524889 h 5092150"/>
              <a:gd name="csX4" fmla="*/ 37579 w 11034751"/>
              <a:gd name="csY4" fmla="*/ 4399629 h 5092150"/>
              <a:gd name="csX5" fmla="*/ 0 w 11034751"/>
              <a:gd name="csY5" fmla="*/ 4324473 h 5092150"/>
              <a:gd name="csX6" fmla="*/ 62631 w 11034751"/>
              <a:gd name="csY6" fmla="*/ 4174160 h 5092150"/>
              <a:gd name="csX7" fmla="*/ 112735 w 11034751"/>
              <a:gd name="csY7" fmla="*/ 4061426 h 5092150"/>
              <a:gd name="csX8" fmla="*/ 175365 w 11034751"/>
              <a:gd name="csY8" fmla="*/ 3961218 h 5092150"/>
              <a:gd name="csX9" fmla="*/ 175365 w 11034751"/>
              <a:gd name="csY9" fmla="*/ 3961218 h 5092150"/>
              <a:gd name="csX10" fmla="*/ 288099 w 11034751"/>
              <a:gd name="csY10" fmla="*/ 3835957 h 5092150"/>
              <a:gd name="csX11" fmla="*/ 413359 w 11034751"/>
              <a:gd name="csY11" fmla="*/ 3785853 h 5092150"/>
              <a:gd name="csX12" fmla="*/ 413359 w 11034751"/>
              <a:gd name="csY12" fmla="*/ 3785853 h 5092150"/>
              <a:gd name="csX13" fmla="*/ 400833 w 11034751"/>
              <a:gd name="csY13" fmla="*/ 3673119 h 5092150"/>
              <a:gd name="csX14" fmla="*/ 300625 w 11034751"/>
              <a:gd name="csY14" fmla="*/ 3635541 h 5092150"/>
              <a:gd name="csX15" fmla="*/ 288099 w 11034751"/>
              <a:gd name="csY15" fmla="*/ 3597963 h 5092150"/>
              <a:gd name="csX16" fmla="*/ 338203 w 11034751"/>
              <a:gd name="csY16" fmla="*/ 3472703 h 5092150"/>
              <a:gd name="csX17" fmla="*/ 388307 w 11034751"/>
              <a:gd name="csY17" fmla="*/ 3397547 h 5092150"/>
              <a:gd name="csX18" fmla="*/ 488515 w 11034751"/>
              <a:gd name="csY18" fmla="*/ 3222182 h 5092150"/>
              <a:gd name="csX19" fmla="*/ 513568 w 11034751"/>
              <a:gd name="csY19" fmla="*/ 3147026 h 5092150"/>
              <a:gd name="csX20" fmla="*/ 626302 w 11034751"/>
              <a:gd name="csY20" fmla="*/ 3046818 h 5092150"/>
              <a:gd name="csX21" fmla="*/ 701458 w 11034751"/>
              <a:gd name="csY21" fmla="*/ 2984188 h 5092150"/>
              <a:gd name="csX22" fmla="*/ 801666 w 11034751"/>
              <a:gd name="csY22" fmla="*/ 2934083 h 5092150"/>
              <a:gd name="csX23" fmla="*/ 876822 w 11034751"/>
              <a:gd name="csY23" fmla="*/ 2883979 h 5092150"/>
              <a:gd name="csX24" fmla="*/ 989557 w 11034751"/>
              <a:gd name="csY24" fmla="*/ 2821349 h 5092150"/>
              <a:gd name="csX25" fmla="*/ 1052187 w 11034751"/>
              <a:gd name="csY25" fmla="*/ 2758719 h 5092150"/>
              <a:gd name="csX26" fmla="*/ 1152395 w 11034751"/>
              <a:gd name="csY26" fmla="*/ 2671037 h 5092150"/>
              <a:gd name="csX27" fmla="*/ 1302707 w 11034751"/>
              <a:gd name="csY27" fmla="*/ 2620933 h 5092150"/>
              <a:gd name="csX28" fmla="*/ 1427968 w 11034751"/>
              <a:gd name="csY28" fmla="*/ 2658511 h 5092150"/>
              <a:gd name="csX29" fmla="*/ 1427968 w 11034751"/>
              <a:gd name="csY29" fmla="*/ 2658511 h 5092150"/>
              <a:gd name="csX30" fmla="*/ 1365337 w 11034751"/>
              <a:gd name="csY30" fmla="*/ 2595881 h 5092150"/>
              <a:gd name="csX31" fmla="*/ 1402915 w 11034751"/>
              <a:gd name="csY31" fmla="*/ 2407990 h 5092150"/>
              <a:gd name="csX32" fmla="*/ 1528176 w 11034751"/>
              <a:gd name="csY32" fmla="*/ 2307782 h 5092150"/>
              <a:gd name="csX33" fmla="*/ 1628384 w 11034751"/>
              <a:gd name="csY33" fmla="*/ 2245152 h 5092150"/>
              <a:gd name="csX34" fmla="*/ 1653436 w 11034751"/>
              <a:gd name="csY34" fmla="*/ 2207574 h 5092150"/>
              <a:gd name="csX35" fmla="*/ 1816274 w 11034751"/>
              <a:gd name="csY35" fmla="*/ 2195048 h 5092150"/>
              <a:gd name="csX36" fmla="*/ 1966587 w 11034751"/>
              <a:gd name="csY36" fmla="*/ 2245152 h 5092150"/>
              <a:gd name="csX37" fmla="*/ 1966587 w 11034751"/>
              <a:gd name="csY37" fmla="*/ 2245152 h 5092150"/>
              <a:gd name="csX38" fmla="*/ 1966587 w 11034751"/>
              <a:gd name="csY38" fmla="*/ 2245152 h 5092150"/>
              <a:gd name="csX39" fmla="*/ 2079321 w 11034751"/>
              <a:gd name="csY39" fmla="*/ 2195048 h 5092150"/>
              <a:gd name="csX40" fmla="*/ 2229633 w 11034751"/>
              <a:gd name="csY40" fmla="*/ 2094840 h 5092150"/>
              <a:gd name="csX41" fmla="*/ 2467628 w 11034751"/>
              <a:gd name="csY41" fmla="*/ 2057262 h 5092150"/>
              <a:gd name="csX42" fmla="*/ 2642992 w 11034751"/>
              <a:gd name="csY42" fmla="*/ 2082314 h 5092150"/>
              <a:gd name="csX43" fmla="*/ 2743200 w 11034751"/>
              <a:gd name="csY43" fmla="*/ 2169996 h 5092150"/>
              <a:gd name="csX44" fmla="*/ 2868461 w 11034751"/>
              <a:gd name="csY44" fmla="*/ 2195048 h 5092150"/>
              <a:gd name="csX45" fmla="*/ 2705622 w 11034751"/>
              <a:gd name="csY45" fmla="*/ 2082314 h 5092150"/>
              <a:gd name="csX46" fmla="*/ 2793305 w 11034751"/>
              <a:gd name="csY46" fmla="*/ 1957053 h 5092150"/>
              <a:gd name="csX47" fmla="*/ 2956143 w 11034751"/>
              <a:gd name="csY47" fmla="*/ 1957053 h 5092150"/>
              <a:gd name="csX48" fmla="*/ 3156559 w 11034751"/>
              <a:gd name="csY48" fmla="*/ 1957053 h 5092150"/>
              <a:gd name="csX49" fmla="*/ 3319398 w 11034751"/>
              <a:gd name="csY49" fmla="*/ 1969579 h 5092150"/>
              <a:gd name="csX50" fmla="*/ 3670126 w 11034751"/>
              <a:gd name="csY50" fmla="*/ 1919475 h 5092150"/>
              <a:gd name="csX51" fmla="*/ 3832965 w 11034751"/>
              <a:gd name="csY51" fmla="*/ 1919475 h 5092150"/>
              <a:gd name="csX52" fmla="*/ 4096011 w 11034751"/>
              <a:gd name="csY52" fmla="*/ 1894423 h 5092150"/>
              <a:gd name="csX53" fmla="*/ 4246324 w 11034751"/>
              <a:gd name="csY53" fmla="*/ 1906949 h 5092150"/>
              <a:gd name="csX54" fmla="*/ 4421688 w 11034751"/>
              <a:gd name="csY54" fmla="*/ 1994631 h 5092150"/>
              <a:gd name="csX55" fmla="*/ 4421688 w 11034751"/>
              <a:gd name="csY55" fmla="*/ 1994631 h 5092150"/>
              <a:gd name="csX56" fmla="*/ 4359058 w 11034751"/>
              <a:gd name="csY56" fmla="*/ 1844319 h 5092150"/>
              <a:gd name="csX57" fmla="*/ 4559474 w 11034751"/>
              <a:gd name="csY57" fmla="*/ 1844319 h 5092150"/>
              <a:gd name="csX58" fmla="*/ 4747365 w 11034751"/>
              <a:gd name="csY58" fmla="*/ 1869371 h 5092150"/>
              <a:gd name="csX59" fmla="*/ 4835047 w 11034751"/>
              <a:gd name="csY59" fmla="*/ 1869371 h 5092150"/>
              <a:gd name="csX60" fmla="*/ 5022937 w 11034751"/>
              <a:gd name="csY60" fmla="*/ 1769163 h 5092150"/>
              <a:gd name="csX61" fmla="*/ 5260932 w 11034751"/>
              <a:gd name="csY61" fmla="*/ 1794215 h 5092150"/>
              <a:gd name="csX62" fmla="*/ 5411244 w 11034751"/>
              <a:gd name="csY62" fmla="*/ 1819267 h 5092150"/>
              <a:gd name="csX63" fmla="*/ 5599135 w 11034751"/>
              <a:gd name="csY63" fmla="*/ 1781689 h 5092150"/>
              <a:gd name="csX64" fmla="*/ 5736921 w 11034751"/>
              <a:gd name="csY64" fmla="*/ 1794215 h 5092150"/>
              <a:gd name="csX65" fmla="*/ 5799551 w 11034751"/>
              <a:gd name="csY65" fmla="*/ 1794215 h 5092150"/>
              <a:gd name="csX66" fmla="*/ 6137754 w 11034751"/>
              <a:gd name="csY66" fmla="*/ 1631377 h 5092150"/>
              <a:gd name="csX67" fmla="*/ 6363222 w 11034751"/>
              <a:gd name="csY67" fmla="*/ 1593799 h 5092150"/>
              <a:gd name="csX68" fmla="*/ 6551113 w 11034751"/>
              <a:gd name="csY68" fmla="*/ 1481064 h 5092150"/>
              <a:gd name="csX69" fmla="*/ 6713951 w 11034751"/>
              <a:gd name="csY69" fmla="*/ 1493590 h 5092150"/>
              <a:gd name="csX70" fmla="*/ 6851737 w 11034751"/>
              <a:gd name="csY70" fmla="*/ 1481064 h 5092150"/>
              <a:gd name="csX71" fmla="*/ 7002050 w 11034751"/>
              <a:gd name="csY71" fmla="*/ 1355804 h 5092150"/>
              <a:gd name="csX72" fmla="*/ 7214992 w 11034751"/>
              <a:gd name="csY72" fmla="*/ 1230544 h 5092150"/>
              <a:gd name="csX73" fmla="*/ 7340252 w 11034751"/>
              <a:gd name="csY73" fmla="*/ 1243070 h 5092150"/>
              <a:gd name="csX74" fmla="*/ 7440461 w 11034751"/>
              <a:gd name="csY74" fmla="*/ 1255596 h 5092150"/>
              <a:gd name="csX75" fmla="*/ 7528143 w 11034751"/>
              <a:gd name="csY75" fmla="*/ 1255596 h 5092150"/>
              <a:gd name="csX76" fmla="*/ 7741085 w 11034751"/>
              <a:gd name="csY76" fmla="*/ 1218018 h 5092150"/>
              <a:gd name="csX77" fmla="*/ 7803715 w 11034751"/>
              <a:gd name="csY77" fmla="*/ 1167914 h 5092150"/>
              <a:gd name="csX78" fmla="*/ 7941502 w 11034751"/>
              <a:gd name="csY78" fmla="*/ 1180440 h 5092150"/>
              <a:gd name="csX79" fmla="*/ 7941502 w 11034751"/>
              <a:gd name="csY79" fmla="*/ 1180440 h 5092150"/>
              <a:gd name="csX80" fmla="*/ 8079288 w 11034751"/>
              <a:gd name="csY80" fmla="*/ 1130336 h 5092150"/>
              <a:gd name="csX81" fmla="*/ 8267179 w 11034751"/>
              <a:gd name="csY81" fmla="*/ 1042653 h 5092150"/>
              <a:gd name="csX82" fmla="*/ 8442543 w 11034751"/>
              <a:gd name="csY82" fmla="*/ 942445 h 5092150"/>
              <a:gd name="csX83" fmla="*/ 8517699 w 11034751"/>
              <a:gd name="csY83" fmla="*/ 854763 h 5092150"/>
              <a:gd name="csX84" fmla="*/ 8555277 w 11034751"/>
              <a:gd name="csY84" fmla="*/ 804659 h 5092150"/>
              <a:gd name="csX85" fmla="*/ 8705589 w 11034751"/>
              <a:gd name="csY85" fmla="*/ 779607 h 5092150"/>
              <a:gd name="csX86" fmla="*/ 8818324 w 11034751"/>
              <a:gd name="csY86" fmla="*/ 754555 h 5092150"/>
              <a:gd name="csX87" fmla="*/ 8931058 w 11034751"/>
              <a:gd name="csY87" fmla="*/ 716977 h 5092150"/>
              <a:gd name="csX88" fmla="*/ 8981162 w 11034751"/>
              <a:gd name="csY88" fmla="*/ 691925 h 5092150"/>
              <a:gd name="csX89" fmla="*/ 9228008 w 11034751"/>
              <a:gd name="csY89" fmla="*/ 691925 h 5092150"/>
              <a:gd name="csX90" fmla="*/ 9461911 w 11034751"/>
              <a:gd name="csY90" fmla="*/ 410423 h 5092150"/>
              <a:gd name="csX91" fmla="*/ 9955687 w 11034751"/>
              <a:gd name="csY91" fmla="*/ 123911 h 5092150"/>
              <a:gd name="csX92" fmla="*/ 10443367 w 11034751"/>
              <a:gd name="csY92" fmla="*/ 1991 h 5092150"/>
              <a:gd name="csX93" fmla="*/ 10866413 w 11034751"/>
              <a:gd name="csY93" fmla="*/ 89089 h 5092150"/>
              <a:gd name="csX94" fmla="*/ 10998103 w 11034751"/>
              <a:gd name="csY94" fmla="*/ 251926 h 5092150"/>
              <a:gd name="csX95" fmla="*/ 11034679 w 11034751"/>
              <a:gd name="csY95" fmla="*/ 629879 h 5092150"/>
              <a:gd name="csX96" fmla="*/ 10924951 w 11034751"/>
              <a:gd name="csY96" fmla="*/ 898102 h 5092150"/>
              <a:gd name="csX97" fmla="*/ 10784743 w 11034751"/>
              <a:gd name="csY97" fmla="*/ 1355303 h 5092150"/>
              <a:gd name="csX98" fmla="*/ 10321447 w 11034751"/>
              <a:gd name="csY98" fmla="*/ 1690582 h 5092150"/>
              <a:gd name="csX99" fmla="*/ 10236103 w 11034751"/>
              <a:gd name="csY99" fmla="*/ 2001478 h 5092150"/>
              <a:gd name="csX100" fmla="*/ 10028839 w 11034751"/>
              <a:gd name="csY100" fmla="*/ 2190454 h 5092150"/>
              <a:gd name="csX101" fmla="*/ 9766711 w 11034751"/>
              <a:gd name="csY101" fmla="*/ 2580598 h 5092150"/>
              <a:gd name="csX102" fmla="*/ 9583831 w 11034751"/>
              <a:gd name="csY102" fmla="*/ 2934166 h 5092150"/>
              <a:gd name="csX103" fmla="*/ 9352183 w 11034751"/>
              <a:gd name="csY103" fmla="*/ 3092662 h 5092150"/>
              <a:gd name="csX104" fmla="*/ 9144919 w 11034751"/>
              <a:gd name="csY104" fmla="*/ 3299926 h 5092150"/>
              <a:gd name="csX105" fmla="*/ 8840119 w 11034751"/>
              <a:gd name="csY105" fmla="*/ 3452326 h 5092150"/>
              <a:gd name="csX106" fmla="*/ 8669431 w 11034751"/>
              <a:gd name="csY106" fmla="*/ 3763222 h 5092150"/>
              <a:gd name="csX107" fmla="*/ 8254903 w 11034751"/>
              <a:gd name="csY107" fmla="*/ 3915622 h 5092150"/>
              <a:gd name="csX108" fmla="*/ 8169559 w 11034751"/>
              <a:gd name="csY108" fmla="*/ 4104598 h 5092150"/>
              <a:gd name="csX109" fmla="*/ 7944007 w 11034751"/>
              <a:gd name="csY109" fmla="*/ 4214326 h 5092150"/>
              <a:gd name="csX110" fmla="*/ 7566055 w 11034751"/>
              <a:gd name="csY110" fmla="*/ 4293574 h 5092150"/>
              <a:gd name="csX111" fmla="*/ 7255159 w 11034751"/>
              <a:gd name="csY111" fmla="*/ 4470358 h 5092150"/>
              <a:gd name="csX112" fmla="*/ 6822343 w 11034751"/>
              <a:gd name="csY112" fmla="*/ 4476454 h 5092150"/>
              <a:gd name="csX113" fmla="*/ 6499255 w 11034751"/>
              <a:gd name="csY113" fmla="*/ 4592278 h 5092150"/>
              <a:gd name="csX114" fmla="*/ 6115207 w 11034751"/>
              <a:gd name="csY114" fmla="*/ 4622758 h 5092150"/>
              <a:gd name="csX115" fmla="*/ 5999383 w 11034751"/>
              <a:gd name="csY115" fmla="*/ 4744678 h 5092150"/>
              <a:gd name="csX116" fmla="*/ 5773831 w 11034751"/>
              <a:gd name="csY116" fmla="*/ 4775158 h 5092150"/>
              <a:gd name="csX117" fmla="*/ 5597047 w 11034751"/>
              <a:gd name="csY117" fmla="*/ 4756870 h 5092150"/>
              <a:gd name="csX118" fmla="*/ 4767991 w 11034751"/>
              <a:gd name="csY118" fmla="*/ 4817830 h 5092150"/>
              <a:gd name="csX119" fmla="*/ 3823111 w 11034751"/>
              <a:gd name="csY119" fmla="*/ 5092150 h 5092150"/>
              <a:gd name="csX0" fmla="*/ 162839 w 11034751"/>
              <a:gd name="csY0" fmla="*/ 4812988 h 5092150"/>
              <a:gd name="csX1" fmla="*/ 125261 w 11034751"/>
              <a:gd name="csY1" fmla="*/ 4762883 h 5092150"/>
              <a:gd name="csX2" fmla="*/ 37579 w 11034751"/>
              <a:gd name="csY2" fmla="*/ 4612571 h 5092150"/>
              <a:gd name="csX3" fmla="*/ 62631 w 11034751"/>
              <a:gd name="csY3" fmla="*/ 4524889 h 5092150"/>
              <a:gd name="csX4" fmla="*/ 37579 w 11034751"/>
              <a:gd name="csY4" fmla="*/ 4399629 h 5092150"/>
              <a:gd name="csX5" fmla="*/ 0 w 11034751"/>
              <a:gd name="csY5" fmla="*/ 4324473 h 5092150"/>
              <a:gd name="csX6" fmla="*/ 62631 w 11034751"/>
              <a:gd name="csY6" fmla="*/ 4174160 h 5092150"/>
              <a:gd name="csX7" fmla="*/ 112735 w 11034751"/>
              <a:gd name="csY7" fmla="*/ 4061426 h 5092150"/>
              <a:gd name="csX8" fmla="*/ 175365 w 11034751"/>
              <a:gd name="csY8" fmla="*/ 3961218 h 5092150"/>
              <a:gd name="csX9" fmla="*/ 175365 w 11034751"/>
              <a:gd name="csY9" fmla="*/ 3961218 h 5092150"/>
              <a:gd name="csX10" fmla="*/ 288099 w 11034751"/>
              <a:gd name="csY10" fmla="*/ 3835957 h 5092150"/>
              <a:gd name="csX11" fmla="*/ 413359 w 11034751"/>
              <a:gd name="csY11" fmla="*/ 3785853 h 5092150"/>
              <a:gd name="csX12" fmla="*/ 413359 w 11034751"/>
              <a:gd name="csY12" fmla="*/ 3785853 h 5092150"/>
              <a:gd name="csX13" fmla="*/ 400833 w 11034751"/>
              <a:gd name="csY13" fmla="*/ 3673119 h 5092150"/>
              <a:gd name="csX14" fmla="*/ 300625 w 11034751"/>
              <a:gd name="csY14" fmla="*/ 3635541 h 5092150"/>
              <a:gd name="csX15" fmla="*/ 288099 w 11034751"/>
              <a:gd name="csY15" fmla="*/ 3597963 h 5092150"/>
              <a:gd name="csX16" fmla="*/ 338203 w 11034751"/>
              <a:gd name="csY16" fmla="*/ 3472703 h 5092150"/>
              <a:gd name="csX17" fmla="*/ 388307 w 11034751"/>
              <a:gd name="csY17" fmla="*/ 3397547 h 5092150"/>
              <a:gd name="csX18" fmla="*/ 488515 w 11034751"/>
              <a:gd name="csY18" fmla="*/ 3222182 h 5092150"/>
              <a:gd name="csX19" fmla="*/ 513568 w 11034751"/>
              <a:gd name="csY19" fmla="*/ 3147026 h 5092150"/>
              <a:gd name="csX20" fmla="*/ 626302 w 11034751"/>
              <a:gd name="csY20" fmla="*/ 3046818 h 5092150"/>
              <a:gd name="csX21" fmla="*/ 701458 w 11034751"/>
              <a:gd name="csY21" fmla="*/ 2984188 h 5092150"/>
              <a:gd name="csX22" fmla="*/ 801666 w 11034751"/>
              <a:gd name="csY22" fmla="*/ 2934083 h 5092150"/>
              <a:gd name="csX23" fmla="*/ 876822 w 11034751"/>
              <a:gd name="csY23" fmla="*/ 2883979 h 5092150"/>
              <a:gd name="csX24" fmla="*/ 989557 w 11034751"/>
              <a:gd name="csY24" fmla="*/ 2821349 h 5092150"/>
              <a:gd name="csX25" fmla="*/ 1052187 w 11034751"/>
              <a:gd name="csY25" fmla="*/ 2758719 h 5092150"/>
              <a:gd name="csX26" fmla="*/ 1152395 w 11034751"/>
              <a:gd name="csY26" fmla="*/ 2671037 h 5092150"/>
              <a:gd name="csX27" fmla="*/ 1302707 w 11034751"/>
              <a:gd name="csY27" fmla="*/ 2620933 h 5092150"/>
              <a:gd name="csX28" fmla="*/ 1427968 w 11034751"/>
              <a:gd name="csY28" fmla="*/ 2658511 h 5092150"/>
              <a:gd name="csX29" fmla="*/ 1427968 w 11034751"/>
              <a:gd name="csY29" fmla="*/ 2658511 h 5092150"/>
              <a:gd name="csX30" fmla="*/ 1365337 w 11034751"/>
              <a:gd name="csY30" fmla="*/ 2595881 h 5092150"/>
              <a:gd name="csX31" fmla="*/ 1402915 w 11034751"/>
              <a:gd name="csY31" fmla="*/ 2407990 h 5092150"/>
              <a:gd name="csX32" fmla="*/ 1528176 w 11034751"/>
              <a:gd name="csY32" fmla="*/ 2307782 h 5092150"/>
              <a:gd name="csX33" fmla="*/ 1628384 w 11034751"/>
              <a:gd name="csY33" fmla="*/ 2245152 h 5092150"/>
              <a:gd name="csX34" fmla="*/ 1653436 w 11034751"/>
              <a:gd name="csY34" fmla="*/ 2207574 h 5092150"/>
              <a:gd name="csX35" fmla="*/ 1816274 w 11034751"/>
              <a:gd name="csY35" fmla="*/ 2195048 h 5092150"/>
              <a:gd name="csX36" fmla="*/ 1966587 w 11034751"/>
              <a:gd name="csY36" fmla="*/ 2245152 h 5092150"/>
              <a:gd name="csX37" fmla="*/ 1966587 w 11034751"/>
              <a:gd name="csY37" fmla="*/ 2245152 h 5092150"/>
              <a:gd name="csX38" fmla="*/ 1966587 w 11034751"/>
              <a:gd name="csY38" fmla="*/ 2245152 h 5092150"/>
              <a:gd name="csX39" fmla="*/ 2079321 w 11034751"/>
              <a:gd name="csY39" fmla="*/ 2195048 h 5092150"/>
              <a:gd name="csX40" fmla="*/ 2229633 w 11034751"/>
              <a:gd name="csY40" fmla="*/ 2094840 h 5092150"/>
              <a:gd name="csX41" fmla="*/ 2467628 w 11034751"/>
              <a:gd name="csY41" fmla="*/ 2057262 h 5092150"/>
              <a:gd name="csX42" fmla="*/ 2642992 w 11034751"/>
              <a:gd name="csY42" fmla="*/ 2082314 h 5092150"/>
              <a:gd name="csX43" fmla="*/ 2743200 w 11034751"/>
              <a:gd name="csY43" fmla="*/ 2169996 h 5092150"/>
              <a:gd name="csX44" fmla="*/ 2868461 w 11034751"/>
              <a:gd name="csY44" fmla="*/ 2195048 h 5092150"/>
              <a:gd name="csX45" fmla="*/ 2705622 w 11034751"/>
              <a:gd name="csY45" fmla="*/ 2082314 h 5092150"/>
              <a:gd name="csX46" fmla="*/ 2793305 w 11034751"/>
              <a:gd name="csY46" fmla="*/ 1957053 h 5092150"/>
              <a:gd name="csX47" fmla="*/ 2956143 w 11034751"/>
              <a:gd name="csY47" fmla="*/ 1957053 h 5092150"/>
              <a:gd name="csX48" fmla="*/ 3156559 w 11034751"/>
              <a:gd name="csY48" fmla="*/ 1957053 h 5092150"/>
              <a:gd name="csX49" fmla="*/ 3319398 w 11034751"/>
              <a:gd name="csY49" fmla="*/ 1969579 h 5092150"/>
              <a:gd name="csX50" fmla="*/ 3670126 w 11034751"/>
              <a:gd name="csY50" fmla="*/ 1919475 h 5092150"/>
              <a:gd name="csX51" fmla="*/ 3832965 w 11034751"/>
              <a:gd name="csY51" fmla="*/ 1919475 h 5092150"/>
              <a:gd name="csX52" fmla="*/ 4096011 w 11034751"/>
              <a:gd name="csY52" fmla="*/ 1894423 h 5092150"/>
              <a:gd name="csX53" fmla="*/ 4246324 w 11034751"/>
              <a:gd name="csY53" fmla="*/ 1906949 h 5092150"/>
              <a:gd name="csX54" fmla="*/ 4421688 w 11034751"/>
              <a:gd name="csY54" fmla="*/ 1994631 h 5092150"/>
              <a:gd name="csX55" fmla="*/ 4421688 w 11034751"/>
              <a:gd name="csY55" fmla="*/ 1994631 h 5092150"/>
              <a:gd name="csX56" fmla="*/ 4359058 w 11034751"/>
              <a:gd name="csY56" fmla="*/ 1844319 h 5092150"/>
              <a:gd name="csX57" fmla="*/ 4559474 w 11034751"/>
              <a:gd name="csY57" fmla="*/ 1844319 h 5092150"/>
              <a:gd name="csX58" fmla="*/ 4747365 w 11034751"/>
              <a:gd name="csY58" fmla="*/ 1869371 h 5092150"/>
              <a:gd name="csX59" fmla="*/ 4835047 w 11034751"/>
              <a:gd name="csY59" fmla="*/ 1869371 h 5092150"/>
              <a:gd name="csX60" fmla="*/ 5022937 w 11034751"/>
              <a:gd name="csY60" fmla="*/ 1769163 h 5092150"/>
              <a:gd name="csX61" fmla="*/ 5260932 w 11034751"/>
              <a:gd name="csY61" fmla="*/ 1794215 h 5092150"/>
              <a:gd name="csX62" fmla="*/ 5411244 w 11034751"/>
              <a:gd name="csY62" fmla="*/ 1819267 h 5092150"/>
              <a:gd name="csX63" fmla="*/ 5599135 w 11034751"/>
              <a:gd name="csY63" fmla="*/ 1781689 h 5092150"/>
              <a:gd name="csX64" fmla="*/ 5736921 w 11034751"/>
              <a:gd name="csY64" fmla="*/ 1794215 h 5092150"/>
              <a:gd name="csX65" fmla="*/ 5799551 w 11034751"/>
              <a:gd name="csY65" fmla="*/ 1794215 h 5092150"/>
              <a:gd name="csX66" fmla="*/ 6137754 w 11034751"/>
              <a:gd name="csY66" fmla="*/ 1631377 h 5092150"/>
              <a:gd name="csX67" fmla="*/ 6363222 w 11034751"/>
              <a:gd name="csY67" fmla="*/ 1593799 h 5092150"/>
              <a:gd name="csX68" fmla="*/ 6551113 w 11034751"/>
              <a:gd name="csY68" fmla="*/ 1481064 h 5092150"/>
              <a:gd name="csX69" fmla="*/ 6713951 w 11034751"/>
              <a:gd name="csY69" fmla="*/ 1493590 h 5092150"/>
              <a:gd name="csX70" fmla="*/ 6851737 w 11034751"/>
              <a:gd name="csY70" fmla="*/ 1481064 h 5092150"/>
              <a:gd name="csX71" fmla="*/ 7002050 w 11034751"/>
              <a:gd name="csY71" fmla="*/ 1355804 h 5092150"/>
              <a:gd name="csX72" fmla="*/ 7214992 w 11034751"/>
              <a:gd name="csY72" fmla="*/ 1230544 h 5092150"/>
              <a:gd name="csX73" fmla="*/ 7340252 w 11034751"/>
              <a:gd name="csY73" fmla="*/ 1243070 h 5092150"/>
              <a:gd name="csX74" fmla="*/ 7440461 w 11034751"/>
              <a:gd name="csY74" fmla="*/ 1255596 h 5092150"/>
              <a:gd name="csX75" fmla="*/ 7528143 w 11034751"/>
              <a:gd name="csY75" fmla="*/ 1255596 h 5092150"/>
              <a:gd name="csX76" fmla="*/ 7741085 w 11034751"/>
              <a:gd name="csY76" fmla="*/ 1218018 h 5092150"/>
              <a:gd name="csX77" fmla="*/ 7803715 w 11034751"/>
              <a:gd name="csY77" fmla="*/ 1167914 h 5092150"/>
              <a:gd name="csX78" fmla="*/ 7941502 w 11034751"/>
              <a:gd name="csY78" fmla="*/ 1180440 h 5092150"/>
              <a:gd name="csX79" fmla="*/ 7941502 w 11034751"/>
              <a:gd name="csY79" fmla="*/ 1180440 h 5092150"/>
              <a:gd name="csX80" fmla="*/ 8079288 w 11034751"/>
              <a:gd name="csY80" fmla="*/ 1130336 h 5092150"/>
              <a:gd name="csX81" fmla="*/ 8267179 w 11034751"/>
              <a:gd name="csY81" fmla="*/ 1042653 h 5092150"/>
              <a:gd name="csX82" fmla="*/ 8442543 w 11034751"/>
              <a:gd name="csY82" fmla="*/ 942445 h 5092150"/>
              <a:gd name="csX83" fmla="*/ 8517699 w 11034751"/>
              <a:gd name="csY83" fmla="*/ 854763 h 5092150"/>
              <a:gd name="csX84" fmla="*/ 8555277 w 11034751"/>
              <a:gd name="csY84" fmla="*/ 804659 h 5092150"/>
              <a:gd name="csX85" fmla="*/ 8705589 w 11034751"/>
              <a:gd name="csY85" fmla="*/ 779607 h 5092150"/>
              <a:gd name="csX86" fmla="*/ 8818324 w 11034751"/>
              <a:gd name="csY86" fmla="*/ 754555 h 5092150"/>
              <a:gd name="csX87" fmla="*/ 8931058 w 11034751"/>
              <a:gd name="csY87" fmla="*/ 716977 h 5092150"/>
              <a:gd name="csX88" fmla="*/ 8981162 w 11034751"/>
              <a:gd name="csY88" fmla="*/ 691925 h 5092150"/>
              <a:gd name="csX89" fmla="*/ 9228008 w 11034751"/>
              <a:gd name="csY89" fmla="*/ 691925 h 5092150"/>
              <a:gd name="csX90" fmla="*/ 9461911 w 11034751"/>
              <a:gd name="csY90" fmla="*/ 410423 h 5092150"/>
              <a:gd name="csX91" fmla="*/ 9955687 w 11034751"/>
              <a:gd name="csY91" fmla="*/ 123911 h 5092150"/>
              <a:gd name="csX92" fmla="*/ 10443367 w 11034751"/>
              <a:gd name="csY92" fmla="*/ 1991 h 5092150"/>
              <a:gd name="csX93" fmla="*/ 10866413 w 11034751"/>
              <a:gd name="csY93" fmla="*/ 89089 h 5092150"/>
              <a:gd name="csX94" fmla="*/ 10998103 w 11034751"/>
              <a:gd name="csY94" fmla="*/ 251926 h 5092150"/>
              <a:gd name="csX95" fmla="*/ 11034679 w 11034751"/>
              <a:gd name="csY95" fmla="*/ 629879 h 5092150"/>
              <a:gd name="csX96" fmla="*/ 10924951 w 11034751"/>
              <a:gd name="csY96" fmla="*/ 898102 h 5092150"/>
              <a:gd name="csX97" fmla="*/ 10784743 w 11034751"/>
              <a:gd name="csY97" fmla="*/ 1355303 h 5092150"/>
              <a:gd name="csX98" fmla="*/ 10321447 w 11034751"/>
              <a:gd name="csY98" fmla="*/ 1690582 h 5092150"/>
              <a:gd name="csX99" fmla="*/ 10236103 w 11034751"/>
              <a:gd name="csY99" fmla="*/ 2001478 h 5092150"/>
              <a:gd name="csX100" fmla="*/ 10028839 w 11034751"/>
              <a:gd name="csY100" fmla="*/ 2190454 h 5092150"/>
              <a:gd name="csX101" fmla="*/ 9766711 w 11034751"/>
              <a:gd name="csY101" fmla="*/ 2580598 h 5092150"/>
              <a:gd name="csX102" fmla="*/ 9583831 w 11034751"/>
              <a:gd name="csY102" fmla="*/ 2934166 h 5092150"/>
              <a:gd name="csX103" fmla="*/ 9352183 w 11034751"/>
              <a:gd name="csY103" fmla="*/ 3092662 h 5092150"/>
              <a:gd name="csX104" fmla="*/ 9144919 w 11034751"/>
              <a:gd name="csY104" fmla="*/ 3299926 h 5092150"/>
              <a:gd name="csX105" fmla="*/ 8840119 w 11034751"/>
              <a:gd name="csY105" fmla="*/ 3452326 h 5092150"/>
              <a:gd name="csX106" fmla="*/ 8669431 w 11034751"/>
              <a:gd name="csY106" fmla="*/ 3763222 h 5092150"/>
              <a:gd name="csX107" fmla="*/ 8254903 w 11034751"/>
              <a:gd name="csY107" fmla="*/ 3915622 h 5092150"/>
              <a:gd name="csX108" fmla="*/ 8169559 w 11034751"/>
              <a:gd name="csY108" fmla="*/ 4104598 h 5092150"/>
              <a:gd name="csX109" fmla="*/ 7944007 w 11034751"/>
              <a:gd name="csY109" fmla="*/ 4214326 h 5092150"/>
              <a:gd name="csX110" fmla="*/ 7566055 w 11034751"/>
              <a:gd name="csY110" fmla="*/ 4293574 h 5092150"/>
              <a:gd name="csX111" fmla="*/ 7255159 w 11034751"/>
              <a:gd name="csY111" fmla="*/ 4470358 h 5092150"/>
              <a:gd name="csX112" fmla="*/ 6822343 w 11034751"/>
              <a:gd name="csY112" fmla="*/ 4476454 h 5092150"/>
              <a:gd name="csX113" fmla="*/ 6499255 w 11034751"/>
              <a:gd name="csY113" fmla="*/ 4592278 h 5092150"/>
              <a:gd name="csX114" fmla="*/ 6115207 w 11034751"/>
              <a:gd name="csY114" fmla="*/ 4622758 h 5092150"/>
              <a:gd name="csX115" fmla="*/ 5999383 w 11034751"/>
              <a:gd name="csY115" fmla="*/ 4744678 h 5092150"/>
              <a:gd name="csX116" fmla="*/ 5773831 w 11034751"/>
              <a:gd name="csY116" fmla="*/ 4775158 h 5092150"/>
              <a:gd name="csX117" fmla="*/ 5597047 w 11034751"/>
              <a:gd name="csY117" fmla="*/ 4756870 h 5092150"/>
              <a:gd name="csX118" fmla="*/ 4767991 w 11034751"/>
              <a:gd name="csY118" fmla="*/ 4817830 h 5092150"/>
              <a:gd name="csX119" fmla="*/ 4700935 w 11034751"/>
              <a:gd name="csY119" fmla="*/ 4756870 h 5092150"/>
              <a:gd name="csX120" fmla="*/ 3823111 w 11034751"/>
              <a:gd name="csY120" fmla="*/ 5092150 h 5092150"/>
              <a:gd name="csX0" fmla="*/ 162839 w 11034751"/>
              <a:gd name="csY0" fmla="*/ 4812988 h 5092150"/>
              <a:gd name="csX1" fmla="*/ 125261 w 11034751"/>
              <a:gd name="csY1" fmla="*/ 4762883 h 5092150"/>
              <a:gd name="csX2" fmla="*/ 37579 w 11034751"/>
              <a:gd name="csY2" fmla="*/ 4612571 h 5092150"/>
              <a:gd name="csX3" fmla="*/ 62631 w 11034751"/>
              <a:gd name="csY3" fmla="*/ 4524889 h 5092150"/>
              <a:gd name="csX4" fmla="*/ 37579 w 11034751"/>
              <a:gd name="csY4" fmla="*/ 4399629 h 5092150"/>
              <a:gd name="csX5" fmla="*/ 0 w 11034751"/>
              <a:gd name="csY5" fmla="*/ 4324473 h 5092150"/>
              <a:gd name="csX6" fmla="*/ 62631 w 11034751"/>
              <a:gd name="csY6" fmla="*/ 4174160 h 5092150"/>
              <a:gd name="csX7" fmla="*/ 112735 w 11034751"/>
              <a:gd name="csY7" fmla="*/ 4061426 h 5092150"/>
              <a:gd name="csX8" fmla="*/ 175365 w 11034751"/>
              <a:gd name="csY8" fmla="*/ 3961218 h 5092150"/>
              <a:gd name="csX9" fmla="*/ 175365 w 11034751"/>
              <a:gd name="csY9" fmla="*/ 3961218 h 5092150"/>
              <a:gd name="csX10" fmla="*/ 288099 w 11034751"/>
              <a:gd name="csY10" fmla="*/ 3835957 h 5092150"/>
              <a:gd name="csX11" fmla="*/ 413359 w 11034751"/>
              <a:gd name="csY11" fmla="*/ 3785853 h 5092150"/>
              <a:gd name="csX12" fmla="*/ 413359 w 11034751"/>
              <a:gd name="csY12" fmla="*/ 3785853 h 5092150"/>
              <a:gd name="csX13" fmla="*/ 400833 w 11034751"/>
              <a:gd name="csY13" fmla="*/ 3673119 h 5092150"/>
              <a:gd name="csX14" fmla="*/ 300625 w 11034751"/>
              <a:gd name="csY14" fmla="*/ 3635541 h 5092150"/>
              <a:gd name="csX15" fmla="*/ 288099 w 11034751"/>
              <a:gd name="csY15" fmla="*/ 3597963 h 5092150"/>
              <a:gd name="csX16" fmla="*/ 338203 w 11034751"/>
              <a:gd name="csY16" fmla="*/ 3472703 h 5092150"/>
              <a:gd name="csX17" fmla="*/ 388307 w 11034751"/>
              <a:gd name="csY17" fmla="*/ 3397547 h 5092150"/>
              <a:gd name="csX18" fmla="*/ 488515 w 11034751"/>
              <a:gd name="csY18" fmla="*/ 3222182 h 5092150"/>
              <a:gd name="csX19" fmla="*/ 513568 w 11034751"/>
              <a:gd name="csY19" fmla="*/ 3147026 h 5092150"/>
              <a:gd name="csX20" fmla="*/ 626302 w 11034751"/>
              <a:gd name="csY20" fmla="*/ 3046818 h 5092150"/>
              <a:gd name="csX21" fmla="*/ 701458 w 11034751"/>
              <a:gd name="csY21" fmla="*/ 2984188 h 5092150"/>
              <a:gd name="csX22" fmla="*/ 801666 w 11034751"/>
              <a:gd name="csY22" fmla="*/ 2934083 h 5092150"/>
              <a:gd name="csX23" fmla="*/ 876822 w 11034751"/>
              <a:gd name="csY23" fmla="*/ 2883979 h 5092150"/>
              <a:gd name="csX24" fmla="*/ 989557 w 11034751"/>
              <a:gd name="csY24" fmla="*/ 2821349 h 5092150"/>
              <a:gd name="csX25" fmla="*/ 1052187 w 11034751"/>
              <a:gd name="csY25" fmla="*/ 2758719 h 5092150"/>
              <a:gd name="csX26" fmla="*/ 1152395 w 11034751"/>
              <a:gd name="csY26" fmla="*/ 2671037 h 5092150"/>
              <a:gd name="csX27" fmla="*/ 1302707 w 11034751"/>
              <a:gd name="csY27" fmla="*/ 2620933 h 5092150"/>
              <a:gd name="csX28" fmla="*/ 1427968 w 11034751"/>
              <a:gd name="csY28" fmla="*/ 2658511 h 5092150"/>
              <a:gd name="csX29" fmla="*/ 1427968 w 11034751"/>
              <a:gd name="csY29" fmla="*/ 2658511 h 5092150"/>
              <a:gd name="csX30" fmla="*/ 1365337 w 11034751"/>
              <a:gd name="csY30" fmla="*/ 2595881 h 5092150"/>
              <a:gd name="csX31" fmla="*/ 1402915 w 11034751"/>
              <a:gd name="csY31" fmla="*/ 2407990 h 5092150"/>
              <a:gd name="csX32" fmla="*/ 1528176 w 11034751"/>
              <a:gd name="csY32" fmla="*/ 2307782 h 5092150"/>
              <a:gd name="csX33" fmla="*/ 1628384 w 11034751"/>
              <a:gd name="csY33" fmla="*/ 2245152 h 5092150"/>
              <a:gd name="csX34" fmla="*/ 1653436 w 11034751"/>
              <a:gd name="csY34" fmla="*/ 2207574 h 5092150"/>
              <a:gd name="csX35" fmla="*/ 1816274 w 11034751"/>
              <a:gd name="csY35" fmla="*/ 2195048 h 5092150"/>
              <a:gd name="csX36" fmla="*/ 1966587 w 11034751"/>
              <a:gd name="csY36" fmla="*/ 2245152 h 5092150"/>
              <a:gd name="csX37" fmla="*/ 1966587 w 11034751"/>
              <a:gd name="csY37" fmla="*/ 2245152 h 5092150"/>
              <a:gd name="csX38" fmla="*/ 1966587 w 11034751"/>
              <a:gd name="csY38" fmla="*/ 2245152 h 5092150"/>
              <a:gd name="csX39" fmla="*/ 2079321 w 11034751"/>
              <a:gd name="csY39" fmla="*/ 2195048 h 5092150"/>
              <a:gd name="csX40" fmla="*/ 2229633 w 11034751"/>
              <a:gd name="csY40" fmla="*/ 2094840 h 5092150"/>
              <a:gd name="csX41" fmla="*/ 2467628 w 11034751"/>
              <a:gd name="csY41" fmla="*/ 2057262 h 5092150"/>
              <a:gd name="csX42" fmla="*/ 2642992 w 11034751"/>
              <a:gd name="csY42" fmla="*/ 2082314 h 5092150"/>
              <a:gd name="csX43" fmla="*/ 2743200 w 11034751"/>
              <a:gd name="csY43" fmla="*/ 2169996 h 5092150"/>
              <a:gd name="csX44" fmla="*/ 2868461 w 11034751"/>
              <a:gd name="csY44" fmla="*/ 2195048 h 5092150"/>
              <a:gd name="csX45" fmla="*/ 2705622 w 11034751"/>
              <a:gd name="csY45" fmla="*/ 2082314 h 5092150"/>
              <a:gd name="csX46" fmla="*/ 2793305 w 11034751"/>
              <a:gd name="csY46" fmla="*/ 1957053 h 5092150"/>
              <a:gd name="csX47" fmla="*/ 2956143 w 11034751"/>
              <a:gd name="csY47" fmla="*/ 1957053 h 5092150"/>
              <a:gd name="csX48" fmla="*/ 3156559 w 11034751"/>
              <a:gd name="csY48" fmla="*/ 1957053 h 5092150"/>
              <a:gd name="csX49" fmla="*/ 3319398 w 11034751"/>
              <a:gd name="csY49" fmla="*/ 1969579 h 5092150"/>
              <a:gd name="csX50" fmla="*/ 3670126 w 11034751"/>
              <a:gd name="csY50" fmla="*/ 1919475 h 5092150"/>
              <a:gd name="csX51" fmla="*/ 3832965 w 11034751"/>
              <a:gd name="csY51" fmla="*/ 1919475 h 5092150"/>
              <a:gd name="csX52" fmla="*/ 4096011 w 11034751"/>
              <a:gd name="csY52" fmla="*/ 1894423 h 5092150"/>
              <a:gd name="csX53" fmla="*/ 4246324 w 11034751"/>
              <a:gd name="csY53" fmla="*/ 1906949 h 5092150"/>
              <a:gd name="csX54" fmla="*/ 4421688 w 11034751"/>
              <a:gd name="csY54" fmla="*/ 1994631 h 5092150"/>
              <a:gd name="csX55" fmla="*/ 4421688 w 11034751"/>
              <a:gd name="csY55" fmla="*/ 1994631 h 5092150"/>
              <a:gd name="csX56" fmla="*/ 4359058 w 11034751"/>
              <a:gd name="csY56" fmla="*/ 1844319 h 5092150"/>
              <a:gd name="csX57" fmla="*/ 4559474 w 11034751"/>
              <a:gd name="csY57" fmla="*/ 1844319 h 5092150"/>
              <a:gd name="csX58" fmla="*/ 4747365 w 11034751"/>
              <a:gd name="csY58" fmla="*/ 1869371 h 5092150"/>
              <a:gd name="csX59" fmla="*/ 4835047 w 11034751"/>
              <a:gd name="csY59" fmla="*/ 1869371 h 5092150"/>
              <a:gd name="csX60" fmla="*/ 5022937 w 11034751"/>
              <a:gd name="csY60" fmla="*/ 1769163 h 5092150"/>
              <a:gd name="csX61" fmla="*/ 5260932 w 11034751"/>
              <a:gd name="csY61" fmla="*/ 1794215 h 5092150"/>
              <a:gd name="csX62" fmla="*/ 5411244 w 11034751"/>
              <a:gd name="csY62" fmla="*/ 1819267 h 5092150"/>
              <a:gd name="csX63" fmla="*/ 5599135 w 11034751"/>
              <a:gd name="csY63" fmla="*/ 1781689 h 5092150"/>
              <a:gd name="csX64" fmla="*/ 5736921 w 11034751"/>
              <a:gd name="csY64" fmla="*/ 1794215 h 5092150"/>
              <a:gd name="csX65" fmla="*/ 5799551 w 11034751"/>
              <a:gd name="csY65" fmla="*/ 1794215 h 5092150"/>
              <a:gd name="csX66" fmla="*/ 6137754 w 11034751"/>
              <a:gd name="csY66" fmla="*/ 1631377 h 5092150"/>
              <a:gd name="csX67" fmla="*/ 6363222 w 11034751"/>
              <a:gd name="csY67" fmla="*/ 1593799 h 5092150"/>
              <a:gd name="csX68" fmla="*/ 6551113 w 11034751"/>
              <a:gd name="csY68" fmla="*/ 1481064 h 5092150"/>
              <a:gd name="csX69" fmla="*/ 6713951 w 11034751"/>
              <a:gd name="csY69" fmla="*/ 1493590 h 5092150"/>
              <a:gd name="csX70" fmla="*/ 6851737 w 11034751"/>
              <a:gd name="csY70" fmla="*/ 1481064 h 5092150"/>
              <a:gd name="csX71" fmla="*/ 7002050 w 11034751"/>
              <a:gd name="csY71" fmla="*/ 1355804 h 5092150"/>
              <a:gd name="csX72" fmla="*/ 7214992 w 11034751"/>
              <a:gd name="csY72" fmla="*/ 1230544 h 5092150"/>
              <a:gd name="csX73" fmla="*/ 7340252 w 11034751"/>
              <a:gd name="csY73" fmla="*/ 1243070 h 5092150"/>
              <a:gd name="csX74" fmla="*/ 7440461 w 11034751"/>
              <a:gd name="csY74" fmla="*/ 1255596 h 5092150"/>
              <a:gd name="csX75" fmla="*/ 7528143 w 11034751"/>
              <a:gd name="csY75" fmla="*/ 1255596 h 5092150"/>
              <a:gd name="csX76" fmla="*/ 7741085 w 11034751"/>
              <a:gd name="csY76" fmla="*/ 1218018 h 5092150"/>
              <a:gd name="csX77" fmla="*/ 7803715 w 11034751"/>
              <a:gd name="csY77" fmla="*/ 1167914 h 5092150"/>
              <a:gd name="csX78" fmla="*/ 7941502 w 11034751"/>
              <a:gd name="csY78" fmla="*/ 1180440 h 5092150"/>
              <a:gd name="csX79" fmla="*/ 7941502 w 11034751"/>
              <a:gd name="csY79" fmla="*/ 1180440 h 5092150"/>
              <a:gd name="csX80" fmla="*/ 8079288 w 11034751"/>
              <a:gd name="csY80" fmla="*/ 1130336 h 5092150"/>
              <a:gd name="csX81" fmla="*/ 8267179 w 11034751"/>
              <a:gd name="csY81" fmla="*/ 1042653 h 5092150"/>
              <a:gd name="csX82" fmla="*/ 8442543 w 11034751"/>
              <a:gd name="csY82" fmla="*/ 942445 h 5092150"/>
              <a:gd name="csX83" fmla="*/ 8517699 w 11034751"/>
              <a:gd name="csY83" fmla="*/ 854763 h 5092150"/>
              <a:gd name="csX84" fmla="*/ 8555277 w 11034751"/>
              <a:gd name="csY84" fmla="*/ 804659 h 5092150"/>
              <a:gd name="csX85" fmla="*/ 8705589 w 11034751"/>
              <a:gd name="csY85" fmla="*/ 779607 h 5092150"/>
              <a:gd name="csX86" fmla="*/ 8818324 w 11034751"/>
              <a:gd name="csY86" fmla="*/ 754555 h 5092150"/>
              <a:gd name="csX87" fmla="*/ 8931058 w 11034751"/>
              <a:gd name="csY87" fmla="*/ 716977 h 5092150"/>
              <a:gd name="csX88" fmla="*/ 8981162 w 11034751"/>
              <a:gd name="csY88" fmla="*/ 691925 h 5092150"/>
              <a:gd name="csX89" fmla="*/ 9228008 w 11034751"/>
              <a:gd name="csY89" fmla="*/ 691925 h 5092150"/>
              <a:gd name="csX90" fmla="*/ 9461911 w 11034751"/>
              <a:gd name="csY90" fmla="*/ 410423 h 5092150"/>
              <a:gd name="csX91" fmla="*/ 9955687 w 11034751"/>
              <a:gd name="csY91" fmla="*/ 123911 h 5092150"/>
              <a:gd name="csX92" fmla="*/ 10443367 w 11034751"/>
              <a:gd name="csY92" fmla="*/ 1991 h 5092150"/>
              <a:gd name="csX93" fmla="*/ 10866413 w 11034751"/>
              <a:gd name="csY93" fmla="*/ 89089 h 5092150"/>
              <a:gd name="csX94" fmla="*/ 10998103 w 11034751"/>
              <a:gd name="csY94" fmla="*/ 251926 h 5092150"/>
              <a:gd name="csX95" fmla="*/ 11034679 w 11034751"/>
              <a:gd name="csY95" fmla="*/ 629879 h 5092150"/>
              <a:gd name="csX96" fmla="*/ 10924951 w 11034751"/>
              <a:gd name="csY96" fmla="*/ 898102 h 5092150"/>
              <a:gd name="csX97" fmla="*/ 10784743 w 11034751"/>
              <a:gd name="csY97" fmla="*/ 1355303 h 5092150"/>
              <a:gd name="csX98" fmla="*/ 10321447 w 11034751"/>
              <a:gd name="csY98" fmla="*/ 1690582 h 5092150"/>
              <a:gd name="csX99" fmla="*/ 10236103 w 11034751"/>
              <a:gd name="csY99" fmla="*/ 2001478 h 5092150"/>
              <a:gd name="csX100" fmla="*/ 10028839 w 11034751"/>
              <a:gd name="csY100" fmla="*/ 2190454 h 5092150"/>
              <a:gd name="csX101" fmla="*/ 9766711 w 11034751"/>
              <a:gd name="csY101" fmla="*/ 2580598 h 5092150"/>
              <a:gd name="csX102" fmla="*/ 9583831 w 11034751"/>
              <a:gd name="csY102" fmla="*/ 2934166 h 5092150"/>
              <a:gd name="csX103" fmla="*/ 9352183 w 11034751"/>
              <a:gd name="csY103" fmla="*/ 3092662 h 5092150"/>
              <a:gd name="csX104" fmla="*/ 9144919 w 11034751"/>
              <a:gd name="csY104" fmla="*/ 3299926 h 5092150"/>
              <a:gd name="csX105" fmla="*/ 8840119 w 11034751"/>
              <a:gd name="csY105" fmla="*/ 3452326 h 5092150"/>
              <a:gd name="csX106" fmla="*/ 8669431 w 11034751"/>
              <a:gd name="csY106" fmla="*/ 3763222 h 5092150"/>
              <a:gd name="csX107" fmla="*/ 8254903 w 11034751"/>
              <a:gd name="csY107" fmla="*/ 3915622 h 5092150"/>
              <a:gd name="csX108" fmla="*/ 8169559 w 11034751"/>
              <a:gd name="csY108" fmla="*/ 4104598 h 5092150"/>
              <a:gd name="csX109" fmla="*/ 7944007 w 11034751"/>
              <a:gd name="csY109" fmla="*/ 4214326 h 5092150"/>
              <a:gd name="csX110" fmla="*/ 7566055 w 11034751"/>
              <a:gd name="csY110" fmla="*/ 4293574 h 5092150"/>
              <a:gd name="csX111" fmla="*/ 7255159 w 11034751"/>
              <a:gd name="csY111" fmla="*/ 4470358 h 5092150"/>
              <a:gd name="csX112" fmla="*/ 6822343 w 11034751"/>
              <a:gd name="csY112" fmla="*/ 4476454 h 5092150"/>
              <a:gd name="csX113" fmla="*/ 6499255 w 11034751"/>
              <a:gd name="csY113" fmla="*/ 4592278 h 5092150"/>
              <a:gd name="csX114" fmla="*/ 6115207 w 11034751"/>
              <a:gd name="csY114" fmla="*/ 4622758 h 5092150"/>
              <a:gd name="csX115" fmla="*/ 5999383 w 11034751"/>
              <a:gd name="csY115" fmla="*/ 4744678 h 5092150"/>
              <a:gd name="csX116" fmla="*/ 5773831 w 11034751"/>
              <a:gd name="csY116" fmla="*/ 4775158 h 5092150"/>
              <a:gd name="csX117" fmla="*/ 5597047 w 11034751"/>
              <a:gd name="csY117" fmla="*/ 4756870 h 5092150"/>
              <a:gd name="csX118" fmla="*/ 4847239 w 11034751"/>
              <a:gd name="csY118" fmla="*/ 4787350 h 5092150"/>
              <a:gd name="csX119" fmla="*/ 4700935 w 11034751"/>
              <a:gd name="csY119" fmla="*/ 4756870 h 5092150"/>
              <a:gd name="csX120" fmla="*/ 3823111 w 11034751"/>
              <a:gd name="csY120" fmla="*/ 5092150 h 5092150"/>
              <a:gd name="csX0" fmla="*/ 162839 w 11034751"/>
              <a:gd name="csY0" fmla="*/ 4812988 h 5092150"/>
              <a:gd name="csX1" fmla="*/ 125261 w 11034751"/>
              <a:gd name="csY1" fmla="*/ 4762883 h 5092150"/>
              <a:gd name="csX2" fmla="*/ 37579 w 11034751"/>
              <a:gd name="csY2" fmla="*/ 4612571 h 5092150"/>
              <a:gd name="csX3" fmla="*/ 62631 w 11034751"/>
              <a:gd name="csY3" fmla="*/ 4524889 h 5092150"/>
              <a:gd name="csX4" fmla="*/ 37579 w 11034751"/>
              <a:gd name="csY4" fmla="*/ 4399629 h 5092150"/>
              <a:gd name="csX5" fmla="*/ 0 w 11034751"/>
              <a:gd name="csY5" fmla="*/ 4324473 h 5092150"/>
              <a:gd name="csX6" fmla="*/ 62631 w 11034751"/>
              <a:gd name="csY6" fmla="*/ 4174160 h 5092150"/>
              <a:gd name="csX7" fmla="*/ 112735 w 11034751"/>
              <a:gd name="csY7" fmla="*/ 4061426 h 5092150"/>
              <a:gd name="csX8" fmla="*/ 175365 w 11034751"/>
              <a:gd name="csY8" fmla="*/ 3961218 h 5092150"/>
              <a:gd name="csX9" fmla="*/ 175365 w 11034751"/>
              <a:gd name="csY9" fmla="*/ 3961218 h 5092150"/>
              <a:gd name="csX10" fmla="*/ 288099 w 11034751"/>
              <a:gd name="csY10" fmla="*/ 3835957 h 5092150"/>
              <a:gd name="csX11" fmla="*/ 413359 w 11034751"/>
              <a:gd name="csY11" fmla="*/ 3785853 h 5092150"/>
              <a:gd name="csX12" fmla="*/ 413359 w 11034751"/>
              <a:gd name="csY12" fmla="*/ 3785853 h 5092150"/>
              <a:gd name="csX13" fmla="*/ 400833 w 11034751"/>
              <a:gd name="csY13" fmla="*/ 3673119 h 5092150"/>
              <a:gd name="csX14" fmla="*/ 300625 w 11034751"/>
              <a:gd name="csY14" fmla="*/ 3635541 h 5092150"/>
              <a:gd name="csX15" fmla="*/ 288099 w 11034751"/>
              <a:gd name="csY15" fmla="*/ 3597963 h 5092150"/>
              <a:gd name="csX16" fmla="*/ 338203 w 11034751"/>
              <a:gd name="csY16" fmla="*/ 3472703 h 5092150"/>
              <a:gd name="csX17" fmla="*/ 388307 w 11034751"/>
              <a:gd name="csY17" fmla="*/ 3397547 h 5092150"/>
              <a:gd name="csX18" fmla="*/ 488515 w 11034751"/>
              <a:gd name="csY18" fmla="*/ 3222182 h 5092150"/>
              <a:gd name="csX19" fmla="*/ 513568 w 11034751"/>
              <a:gd name="csY19" fmla="*/ 3147026 h 5092150"/>
              <a:gd name="csX20" fmla="*/ 626302 w 11034751"/>
              <a:gd name="csY20" fmla="*/ 3046818 h 5092150"/>
              <a:gd name="csX21" fmla="*/ 701458 w 11034751"/>
              <a:gd name="csY21" fmla="*/ 2984188 h 5092150"/>
              <a:gd name="csX22" fmla="*/ 801666 w 11034751"/>
              <a:gd name="csY22" fmla="*/ 2934083 h 5092150"/>
              <a:gd name="csX23" fmla="*/ 876822 w 11034751"/>
              <a:gd name="csY23" fmla="*/ 2883979 h 5092150"/>
              <a:gd name="csX24" fmla="*/ 989557 w 11034751"/>
              <a:gd name="csY24" fmla="*/ 2821349 h 5092150"/>
              <a:gd name="csX25" fmla="*/ 1052187 w 11034751"/>
              <a:gd name="csY25" fmla="*/ 2758719 h 5092150"/>
              <a:gd name="csX26" fmla="*/ 1152395 w 11034751"/>
              <a:gd name="csY26" fmla="*/ 2671037 h 5092150"/>
              <a:gd name="csX27" fmla="*/ 1302707 w 11034751"/>
              <a:gd name="csY27" fmla="*/ 2620933 h 5092150"/>
              <a:gd name="csX28" fmla="*/ 1427968 w 11034751"/>
              <a:gd name="csY28" fmla="*/ 2658511 h 5092150"/>
              <a:gd name="csX29" fmla="*/ 1427968 w 11034751"/>
              <a:gd name="csY29" fmla="*/ 2658511 h 5092150"/>
              <a:gd name="csX30" fmla="*/ 1365337 w 11034751"/>
              <a:gd name="csY30" fmla="*/ 2595881 h 5092150"/>
              <a:gd name="csX31" fmla="*/ 1402915 w 11034751"/>
              <a:gd name="csY31" fmla="*/ 2407990 h 5092150"/>
              <a:gd name="csX32" fmla="*/ 1528176 w 11034751"/>
              <a:gd name="csY32" fmla="*/ 2307782 h 5092150"/>
              <a:gd name="csX33" fmla="*/ 1628384 w 11034751"/>
              <a:gd name="csY33" fmla="*/ 2245152 h 5092150"/>
              <a:gd name="csX34" fmla="*/ 1653436 w 11034751"/>
              <a:gd name="csY34" fmla="*/ 2207574 h 5092150"/>
              <a:gd name="csX35" fmla="*/ 1816274 w 11034751"/>
              <a:gd name="csY35" fmla="*/ 2195048 h 5092150"/>
              <a:gd name="csX36" fmla="*/ 1966587 w 11034751"/>
              <a:gd name="csY36" fmla="*/ 2245152 h 5092150"/>
              <a:gd name="csX37" fmla="*/ 1966587 w 11034751"/>
              <a:gd name="csY37" fmla="*/ 2245152 h 5092150"/>
              <a:gd name="csX38" fmla="*/ 1966587 w 11034751"/>
              <a:gd name="csY38" fmla="*/ 2245152 h 5092150"/>
              <a:gd name="csX39" fmla="*/ 2079321 w 11034751"/>
              <a:gd name="csY39" fmla="*/ 2195048 h 5092150"/>
              <a:gd name="csX40" fmla="*/ 2229633 w 11034751"/>
              <a:gd name="csY40" fmla="*/ 2094840 h 5092150"/>
              <a:gd name="csX41" fmla="*/ 2467628 w 11034751"/>
              <a:gd name="csY41" fmla="*/ 2057262 h 5092150"/>
              <a:gd name="csX42" fmla="*/ 2642992 w 11034751"/>
              <a:gd name="csY42" fmla="*/ 2082314 h 5092150"/>
              <a:gd name="csX43" fmla="*/ 2743200 w 11034751"/>
              <a:gd name="csY43" fmla="*/ 2169996 h 5092150"/>
              <a:gd name="csX44" fmla="*/ 2868461 w 11034751"/>
              <a:gd name="csY44" fmla="*/ 2195048 h 5092150"/>
              <a:gd name="csX45" fmla="*/ 2705622 w 11034751"/>
              <a:gd name="csY45" fmla="*/ 2082314 h 5092150"/>
              <a:gd name="csX46" fmla="*/ 2793305 w 11034751"/>
              <a:gd name="csY46" fmla="*/ 1957053 h 5092150"/>
              <a:gd name="csX47" fmla="*/ 2956143 w 11034751"/>
              <a:gd name="csY47" fmla="*/ 1957053 h 5092150"/>
              <a:gd name="csX48" fmla="*/ 3156559 w 11034751"/>
              <a:gd name="csY48" fmla="*/ 1957053 h 5092150"/>
              <a:gd name="csX49" fmla="*/ 3319398 w 11034751"/>
              <a:gd name="csY49" fmla="*/ 1969579 h 5092150"/>
              <a:gd name="csX50" fmla="*/ 3670126 w 11034751"/>
              <a:gd name="csY50" fmla="*/ 1919475 h 5092150"/>
              <a:gd name="csX51" fmla="*/ 3832965 w 11034751"/>
              <a:gd name="csY51" fmla="*/ 1919475 h 5092150"/>
              <a:gd name="csX52" fmla="*/ 4096011 w 11034751"/>
              <a:gd name="csY52" fmla="*/ 1894423 h 5092150"/>
              <a:gd name="csX53" fmla="*/ 4246324 w 11034751"/>
              <a:gd name="csY53" fmla="*/ 1906949 h 5092150"/>
              <a:gd name="csX54" fmla="*/ 4421688 w 11034751"/>
              <a:gd name="csY54" fmla="*/ 1994631 h 5092150"/>
              <a:gd name="csX55" fmla="*/ 4421688 w 11034751"/>
              <a:gd name="csY55" fmla="*/ 1994631 h 5092150"/>
              <a:gd name="csX56" fmla="*/ 4359058 w 11034751"/>
              <a:gd name="csY56" fmla="*/ 1844319 h 5092150"/>
              <a:gd name="csX57" fmla="*/ 4559474 w 11034751"/>
              <a:gd name="csY57" fmla="*/ 1844319 h 5092150"/>
              <a:gd name="csX58" fmla="*/ 4747365 w 11034751"/>
              <a:gd name="csY58" fmla="*/ 1869371 h 5092150"/>
              <a:gd name="csX59" fmla="*/ 4835047 w 11034751"/>
              <a:gd name="csY59" fmla="*/ 1869371 h 5092150"/>
              <a:gd name="csX60" fmla="*/ 5022937 w 11034751"/>
              <a:gd name="csY60" fmla="*/ 1769163 h 5092150"/>
              <a:gd name="csX61" fmla="*/ 5260932 w 11034751"/>
              <a:gd name="csY61" fmla="*/ 1794215 h 5092150"/>
              <a:gd name="csX62" fmla="*/ 5411244 w 11034751"/>
              <a:gd name="csY62" fmla="*/ 1819267 h 5092150"/>
              <a:gd name="csX63" fmla="*/ 5599135 w 11034751"/>
              <a:gd name="csY63" fmla="*/ 1781689 h 5092150"/>
              <a:gd name="csX64" fmla="*/ 5736921 w 11034751"/>
              <a:gd name="csY64" fmla="*/ 1794215 h 5092150"/>
              <a:gd name="csX65" fmla="*/ 5799551 w 11034751"/>
              <a:gd name="csY65" fmla="*/ 1794215 h 5092150"/>
              <a:gd name="csX66" fmla="*/ 6137754 w 11034751"/>
              <a:gd name="csY66" fmla="*/ 1631377 h 5092150"/>
              <a:gd name="csX67" fmla="*/ 6363222 w 11034751"/>
              <a:gd name="csY67" fmla="*/ 1593799 h 5092150"/>
              <a:gd name="csX68" fmla="*/ 6551113 w 11034751"/>
              <a:gd name="csY68" fmla="*/ 1481064 h 5092150"/>
              <a:gd name="csX69" fmla="*/ 6713951 w 11034751"/>
              <a:gd name="csY69" fmla="*/ 1493590 h 5092150"/>
              <a:gd name="csX70" fmla="*/ 6851737 w 11034751"/>
              <a:gd name="csY70" fmla="*/ 1481064 h 5092150"/>
              <a:gd name="csX71" fmla="*/ 7002050 w 11034751"/>
              <a:gd name="csY71" fmla="*/ 1355804 h 5092150"/>
              <a:gd name="csX72" fmla="*/ 7214992 w 11034751"/>
              <a:gd name="csY72" fmla="*/ 1230544 h 5092150"/>
              <a:gd name="csX73" fmla="*/ 7340252 w 11034751"/>
              <a:gd name="csY73" fmla="*/ 1243070 h 5092150"/>
              <a:gd name="csX74" fmla="*/ 7440461 w 11034751"/>
              <a:gd name="csY74" fmla="*/ 1255596 h 5092150"/>
              <a:gd name="csX75" fmla="*/ 7528143 w 11034751"/>
              <a:gd name="csY75" fmla="*/ 1255596 h 5092150"/>
              <a:gd name="csX76" fmla="*/ 7741085 w 11034751"/>
              <a:gd name="csY76" fmla="*/ 1218018 h 5092150"/>
              <a:gd name="csX77" fmla="*/ 7803715 w 11034751"/>
              <a:gd name="csY77" fmla="*/ 1167914 h 5092150"/>
              <a:gd name="csX78" fmla="*/ 7941502 w 11034751"/>
              <a:gd name="csY78" fmla="*/ 1180440 h 5092150"/>
              <a:gd name="csX79" fmla="*/ 7941502 w 11034751"/>
              <a:gd name="csY79" fmla="*/ 1180440 h 5092150"/>
              <a:gd name="csX80" fmla="*/ 8079288 w 11034751"/>
              <a:gd name="csY80" fmla="*/ 1130336 h 5092150"/>
              <a:gd name="csX81" fmla="*/ 8267179 w 11034751"/>
              <a:gd name="csY81" fmla="*/ 1042653 h 5092150"/>
              <a:gd name="csX82" fmla="*/ 8442543 w 11034751"/>
              <a:gd name="csY82" fmla="*/ 942445 h 5092150"/>
              <a:gd name="csX83" fmla="*/ 8517699 w 11034751"/>
              <a:gd name="csY83" fmla="*/ 854763 h 5092150"/>
              <a:gd name="csX84" fmla="*/ 8555277 w 11034751"/>
              <a:gd name="csY84" fmla="*/ 804659 h 5092150"/>
              <a:gd name="csX85" fmla="*/ 8705589 w 11034751"/>
              <a:gd name="csY85" fmla="*/ 779607 h 5092150"/>
              <a:gd name="csX86" fmla="*/ 8818324 w 11034751"/>
              <a:gd name="csY86" fmla="*/ 754555 h 5092150"/>
              <a:gd name="csX87" fmla="*/ 8931058 w 11034751"/>
              <a:gd name="csY87" fmla="*/ 716977 h 5092150"/>
              <a:gd name="csX88" fmla="*/ 8981162 w 11034751"/>
              <a:gd name="csY88" fmla="*/ 691925 h 5092150"/>
              <a:gd name="csX89" fmla="*/ 9228008 w 11034751"/>
              <a:gd name="csY89" fmla="*/ 691925 h 5092150"/>
              <a:gd name="csX90" fmla="*/ 9461911 w 11034751"/>
              <a:gd name="csY90" fmla="*/ 410423 h 5092150"/>
              <a:gd name="csX91" fmla="*/ 9955687 w 11034751"/>
              <a:gd name="csY91" fmla="*/ 123911 h 5092150"/>
              <a:gd name="csX92" fmla="*/ 10443367 w 11034751"/>
              <a:gd name="csY92" fmla="*/ 1991 h 5092150"/>
              <a:gd name="csX93" fmla="*/ 10866413 w 11034751"/>
              <a:gd name="csY93" fmla="*/ 89089 h 5092150"/>
              <a:gd name="csX94" fmla="*/ 10998103 w 11034751"/>
              <a:gd name="csY94" fmla="*/ 251926 h 5092150"/>
              <a:gd name="csX95" fmla="*/ 11034679 w 11034751"/>
              <a:gd name="csY95" fmla="*/ 629879 h 5092150"/>
              <a:gd name="csX96" fmla="*/ 10924951 w 11034751"/>
              <a:gd name="csY96" fmla="*/ 898102 h 5092150"/>
              <a:gd name="csX97" fmla="*/ 10784743 w 11034751"/>
              <a:gd name="csY97" fmla="*/ 1355303 h 5092150"/>
              <a:gd name="csX98" fmla="*/ 10321447 w 11034751"/>
              <a:gd name="csY98" fmla="*/ 1690582 h 5092150"/>
              <a:gd name="csX99" fmla="*/ 10236103 w 11034751"/>
              <a:gd name="csY99" fmla="*/ 2001478 h 5092150"/>
              <a:gd name="csX100" fmla="*/ 10028839 w 11034751"/>
              <a:gd name="csY100" fmla="*/ 2190454 h 5092150"/>
              <a:gd name="csX101" fmla="*/ 9766711 w 11034751"/>
              <a:gd name="csY101" fmla="*/ 2580598 h 5092150"/>
              <a:gd name="csX102" fmla="*/ 9583831 w 11034751"/>
              <a:gd name="csY102" fmla="*/ 2934166 h 5092150"/>
              <a:gd name="csX103" fmla="*/ 9352183 w 11034751"/>
              <a:gd name="csY103" fmla="*/ 3092662 h 5092150"/>
              <a:gd name="csX104" fmla="*/ 9144919 w 11034751"/>
              <a:gd name="csY104" fmla="*/ 3299926 h 5092150"/>
              <a:gd name="csX105" fmla="*/ 8840119 w 11034751"/>
              <a:gd name="csY105" fmla="*/ 3452326 h 5092150"/>
              <a:gd name="csX106" fmla="*/ 8669431 w 11034751"/>
              <a:gd name="csY106" fmla="*/ 3763222 h 5092150"/>
              <a:gd name="csX107" fmla="*/ 8254903 w 11034751"/>
              <a:gd name="csY107" fmla="*/ 3915622 h 5092150"/>
              <a:gd name="csX108" fmla="*/ 8169559 w 11034751"/>
              <a:gd name="csY108" fmla="*/ 4104598 h 5092150"/>
              <a:gd name="csX109" fmla="*/ 7944007 w 11034751"/>
              <a:gd name="csY109" fmla="*/ 4214326 h 5092150"/>
              <a:gd name="csX110" fmla="*/ 7566055 w 11034751"/>
              <a:gd name="csY110" fmla="*/ 4293574 h 5092150"/>
              <a:gd name="csX111" fmla="*/ 7255159 w 11034751"/>
              <a:gd name="csY111" fmla="*/ 4470358 h 5092150"/>
              <a:gd name="csX112" fmla="*/ 6822343 w 11034751"/>
              <a:gd name="csY112" fmla="*/ 4476454 h 5092150"/>
              <a:gd name="csX113" fmla="*/ 6499255 w 11034751"/>
              <a:gd name="csY113" fmla="*/ 4592278 h 5092150"/>
              <a:gd name="csX114" fmla="*/ 6115207 w 11034751"/>
              <a:gd name="csY114" fmla="*/ 4622758 h 5092150"/>
              <a:gd name="csX115" fmla="*/ 5999383 w 11034751"/>
              <a:gd name="csY115" fmla="*/ 4744678 h 5092150"/>
              <a:gd name="csX116" fmla="*/ 5773831 w 11034751"/>
              <a:gd name="csY116" fmla="*/ 4775158 h 5092150"/>
              <a:gd name="csX117" fmla="*/ 5597047 w 11034751"/>
              <a:gd name="csY117" fmla="*/ 4756870 h 5092150"/>
              <a:gd name="csX118" fmla="*/ 4847239 w 11034751"/>
              <a:gd name="csY118" fmla="*/ 4787350 h 5092150"/>
              <a:gd name="csX119" fmla="*/ 4627783 w 11034751"/>
              <a:gd name="csY119" fmla="*/ 4860502 h 5092150"/>
              <a:gd name="csX120" fmla="*/ 3823111 w 11034751"/>
              <a:gd name="csY120" fmla="*/ 5092150 h 5092150"/>
              <a:gd name="csX0" fmla="*/ 162839 w 11034751"/>
              <a:gd name="csY0" fmla="*/ 4812988 h 5092150"/>
              <a:gd name="csX1" fmla="*/ 125261 w 11034751"/>
              <a:gd name="csY1" fmla="*/ 4762883 h 5092150"/>
              <a:gd name="csX2" fmla="*/ 37579 w 11034751"/>
              <a:gd name="csY2" fmla="*/ 4612571 h 5092150"/>
              <a:gd name="csX3" fmla="*/ 62631 w 11034751"/>
              <a:gd name="csY3" fmla="*/ 4524889 h 5092150"/>
              <a:gd name="csX4" fmla="*/ 37579 w 11034751"/>
              <a:gd name="csY4" fmla="*/ 4399629 h 5092150"/>
              <a:gd name="csX5" fmla="*/ 0 w 11034751"/>
              <a:gd name="csY5" fmla="*/ 4324473 h 5092150"/>
              <a:gd name="csX6" fmla="*/ 62631 w 11034751"/>
              <a:gd name="csY6" fmla="*/ 4174160 h 5092150"/>
              <a:gd name="csX7" fmla="*/ 112735 w 11034751"/>
              <a:gd name="csY7" fmla="*/ 4061426 h 5092150"/>
              <a:gd name="csX8" fmla="*/ 175365 w 11034751"/>
              <a:gd name="csY8" fmla="*/ 3961218 h 5092150"/>
              <a:gd name="csX9" fmla="*/ 175365 w 11034751"/>
              <a:gd name="csY9" fmla="*/ 3961218 h 5092150"/>
              <a:gd name="csX10" fmla="*/ 288099 w 11034751"/>
              <a:gd name="csY10" fmla="*/ 3835957 h 5092150"/>
              <a:gd name="csX11" fmla="*/ 413359 w 11034751"/>
              <a:gd name="csY11" fmla="*/ 3785853 h 5092150"/>
              <a:gd name="csX12" fmla="*/ 413359 w 11034751"/>
              <a:gd name="csY12" fmla="*/ 3785853 h 5092150"/>
              <a:gd name="csX13" fmla="*/ 400833 w 11034751"/>
              <a:gd name="csY13" fmla="*/ 3673119 h 5092150"/>
              <a:gd name="csX14" fmla="*/ 300625 w 11034751"/>
              <a:gd name="csY14" fmla="*/ 3635541 h 5092150"/>
              <a:gd name="csX15" fmla="*/ 288099 w 11034751"/>
              <a:gd name="csY15" fmla="*/ 3597963 h 5092150"/>
              <a:gd name="csX16" fmla="*/ 338203 w 11034751"/>
              <a:gd name="csY16" fmla="*/ 3472703 h 5092150"/>
              <a:gd name="csX17" fmla="*/ 388307 w 11034751"/>
              <a:gd name="csY17" fmla="*/ 3397547 h 5092150"/>
              <a:gd name="csX18" fmla="*/ 488515 w 11034751"/>
              <a:gd name="csY18" fmla="*/ 3222182 h 5092150"/>
              <a:gd name="csX19" fmla="*/ 513568 w 11034751"/>
              <a:gd name="csY19" fmla="*/ 3147026 h 5092150"/>
              <a:gd name="csX20" fmla="*/ 626302 w 11034751"/>
              <a:gd name="csY20" fmla="*/ 3046818 h 5092150"/>
              <a:gd name="csX21" fmla="*/ 701458 w 11034751"/>
              <a:gd name="csY21" fmla="*/ 2984188 h 5092150"/>
              <a:gd name="csX22" fmla="*/ 801666 w 11034751"/>
              <a:gd name="csY22" fmla="*/ 2934083 h 5092150"/>
              <a:gd name="csX23" fmla="*/ 876822 w 11034751"/>
              <a:gd name="csY23" fmla="*/ 2883979 h 5092150"/>
              <a:gd name="csX24" fmla="*/ 989557 w 11034751"/>
              <a:gd name="csY24" fmla="*/ 2821349 h 5092150"/>
              <a:gd name="csX25" fmla="*/ 1052187 w 11034751"/>
              <a:gd name="csY25" fmla="*/ 2758719 h 5092150"/>
              <a:gd name="csX26" fmla="*/ 1152395 w 11034751"/>
              <a:gd name="csY26" fmla="*/ 2671037 h 5092150"/>
              <a:gd name="csX27" fmla="*/ 1302707 w 11034751"/>
              <a:gd name="csY27" fmla="*/ 2620933 h 5092150"/>
              <a:gd name="csX28" fmla="*/ 1427968 w 11034751"/>
              <a:gd name="csY28" fmla="*/ 2658511 h 5092150"/>
              <a:gd name="csX29" fmla="*/ 1427968 w 11034751"/>
              <a:gd name="csY29" fmla="*/ 2658511 h 5092150"/>
              <a:gd name="csX30" fmla="*/ 1365337 w 11034751"/>
              <a:gd name="csY30" fmla="*/ 2595881 h 5092150"/>
              <a:gd name="csX31" fmla="*/ 1402915 w 11034751"/>
              <a:gd name="csY31" fmla="*/ 2407990 h 5092150"/>
              <a:gd name="csX32" fmla="*/ 1528176 w 11034751"/>
              <a:gd name="csY32" fmla="*/ 2307782 h 5092150"/>
              <a:gd name="csX33" fmla="*/ 1628384 w 11034751"/>
              <a:gd name="csY33" fmla="*/ 2245152 h 5092150"/>
              <a:gd name="csX34" fmla="*/ 1653436 w 11034751"/>
              <a:gd name="csY34" fmla="*/ 2207574 h 5092150"/>
              <a:gd name="csX35" fmla="*/ 1816274 w 11034751"/>
              <a:gd name="csY35" fmla="*/ 2195048 h 5092150"/>
              <a:gd name="csX36" fmla="*/ 1966587 w 11034751"/>
              <a:gd name="csY36" fmla="*/ 2245152 h 5092150"/>
              <a:gd name="csX37" fmla="*/ 1966587 w 11034751"/>
              <a:gd name="csY37" fmla="*/ 2245152 h 5092150"/>
              <a:gd name="csX38" fmla="*/ 1966587 w 11034751"/>
              <a:gd name="csY38" fmla="*/ 2245152 h 5092150"/>
              <a:gd name="csX39" fmla="*/ 2079321 w 11034751"/>
              <a:gd name="csY39" fmla="*/ 2195048 h 5092150"/>
              <a:gd name="csX40" fmla="*/ 2229633 w 11034751"/>
              <a:gd name="csY40" fmla="*/ 2094840 h 5092150"/>
              <a:gd name="csX41" fmla="*/ 2467628 w 11034751"/>
              <a:gd name="csY41" fmla="*/ 2057262 h 5092150"/>
              <a:gd name="csX42" fmla="*/ 2642992 w 11034751"/>
              <a:gd name="csY42" fmla="*/ 2082314 h 5092150"/>
              <a:gd name="csX43" fmla="*/ 2743200 w 11034751"/>
              <a:gd name="csY43" fmla="*/ 2169996 h 5092150"/>
              <a:gd name="csX44" fmla="*/ 2868461 w 11034751"/>
              <a:gd name="csY44" fmla="*/ 2195048 h 5092150"/>
              <a:gd name="csX45" fmla="*/ 2705622 w 11034751"/>
              <a:gd name="csY45" fmla="*/ 2082314 h 5092150"/>
              <a:gd name="csX46" fmla="*/ 2793305 w 11034751"/>
              <a:gd name="csY46" fmla="*/ 1957053 h 5092150"/>
              <a:gd name="csX47" fmla="*/ 2956143 w 11034751"/>
              <a:gd name="csY47" fmla="*/ 1957053 h 5092150"/>
              <a:gd name="csX48" fmla="*/ 3156559 w 11034751"/>
              <a:gd name="csY48" fmla="*/ 1957053 h 5092150"/>
              <a:gd name="csX49" fmla="*/ 3319398 w 11034751"/>
              <a:gd name="csY49" fmla="*/ 1969579 h 5092150"/>
              <a:gd name="csX50" fmla="*/ 3670126 w 11034751"/>
              <a:gd name="csY50" fmla="*/ 1919475 h 5092150"/>
              <a:gd name="csX51" fmla="*/ 3832965 w 11034751"/>
              <a:gd name="csY51" fmla="*/ 1919475 h 5092150"/>
              <a:gd name="csX52" fmla="*/ 4096011 w 11034751"/>
              <a:gd name="csY52" fmla="*/ 1894423 h 5092150"/>
              <a:gd name="csX53" fmla="*/ 4246324 w 11034751"/>
              <a:gd name="csY53" fmla="*/ 1906949 h 5092150"/>
              <a:gd name="csX54" fmla="*/ 4421688 w 11034751"/>
              <a:gd name="csY54" fmla="*/ 1994631 h 5092150"/>
              <a:gd name="csX55" fmla="*/ 4421688 w 11034751"/>
              <a:gd name="csY55" fmla="*/ 1994631 h 5092150"/>
              <a:gd name="csX56" fmla="*/ 4359058 w 11034751"/>
              <a:gd name="csY56" fmla="*/ 1844319 h 5092150"/>
              <a:gd name="csX57" fmla="*/ 4559474 w 11034751"/>
              <a:gd name="csY57" fmla="*/ 1844319 h 5092150"/>
              <a:gd name="csX58" fmla="*/ 4747365 w 11034751"/>
              <a:gd name="csY58" fmla="*/ 1869371 h 5092150"/>
              <a:gd name="csX59" fmla="*/ 4835047 w 11034751"/>
              <a:gd name="csY59" fmla="*/ 1869371 h 5092150"/>
              <a:gd name="csX60" fmla="*/ 5022937 w 11034751"/>
              <a:gd name="csY60" fmla="*/ 1769163 h 5092150"/>
              <a:gd name="csX61" fmla="*/ 5260932 w 11034751"/>
              <a:gd name="csY61" fmla="*/ 1794215 h 5092150"/>
              <a:gd name="csX62" fmla="*/ 5411244 w 11034751"/>
              <a:gd name="csY62" fmla="*/ 1819267 h 5092150"/>
              <a:gd name="csX63" fmla="*/ 5599135 w 11034751"/>
              <a:gd name="csY63" fmla="*/ 1781689 h 5092150"/>
              <a:gd name="csX64" fmla="*/ 5736921 w 11034751"/>
              <a:gd name="csY64" fmla="*/ 1794215 h 5092150"/>
              <a:gd name="csX65" fmla="*/ 5799551 w 11034751"/>
              <a:gd name="csY65" fmla="*/ 1794215 h 5092150"/>
              <a:gd name="csX66" fmla="*/ 6137754 w 11034751"/>
              <a:gd name="csY66" fmla="*/ 1631377 h 5092150"/>
              <a:gd name="csX67" fmla="*/ 6363222 w 11034751"/>
              <a:gd name="csY67" fmla="*/ 1593799 h 5092150"/>
              <a:gd name="csX68" fmla="*/ 6551113 w 11034751"/>
              <a:gd name="csY68" fmla="*/ 1481064 h 5092150"/>
              <a:gd name="csX69" fmla="*/ 6713951 w 11034751"/>
              <a:gd name="csY69" fmla="*/ 1493590 h 5092150"/>
              <a:gd name="csX70" fmla="*/ 6851737 w 11034751"/>
              <a:gd name="csY70" fmla="*/ 1481064 h 5092150"/>
              <a:gd name="csX71" fmla="*/ 7002050 w 11034751"/>
              <a:gd name="csY71" fmla="*/ 1355804 h 5092150"/>
              <a:gd name="csX72" fmla="*/ 7214992 w 11034751"/>
              <a:gd name="csY72" fmla="*/ 1230544 h 5092150"/>
              <a:gd name="csX73" fmla="*/ 7340252 w 11034751"/>
              <a:gd name="csY73" fmla="*/ 1243070 h 5092150"/>
              <a:gd name="csX74" fmla="*/ 7440461 w 11034751"/>
              <a:gd name="csY74" fmla="*/ 1255596 h 5092150"/>
              <a:gd name="csX75" fmla="*/ 7528143 w 11034751"/>
              <a:gd name="csY75" fmla="*/ 1255596 h 5092150"/>
              <a:gd name="csX76" fmla="*/ 7741085 w 11034751"/>
              <a:gd name="csY76" fmla="*/ 1218018 h 5092150"/>
              <a:gd name="csX77" fmla="*/ 7803715 w 11034751"/>
              <a:gd name="csY77" fmla="*/ 1167914 h 5092150"/>
              <a:gd name="csX78" fmla="*/ 7941502 w 11034751"/>
              <a:gd name="csY78" fmla="*/ 1180440 h 5092150"/>
              <a:gd name="csX79" fmla="*/ 7941502 w 11034751"/>
              <a:gd name="csY79" fmla="*/ 1180440 h 5092150"/>
              <a:gd name="csX80" fmla="*/ 8079288 w 11034751"/>
              <a:gd name="csY80" fmla="*/ 1130336 h 5092150"/>
              <a:gd name="csX81" fmla="*/ 8267179 w 11034751"/>
              <a:gd name="csY81" fmla="*/ 1042653 h 5092150"/>
              <a:gd name="csX82" fmla="*/ 8442543 w 11034751"/>
              <a:gd name="csY82" fmla="*/ 942445 h 5092150"/>
              <a:gd name="csX83" fmla="*/ 8517699 w 11034751"/>
              <a:gd name="csY83" fmla="*/ 854763 h 5092150"/>
              <a:gd name="csX84" fmla="*/ 8555277 w 11034751"/>
              <a:gd name="csY84" fmla="*/ 804659 h 5092150"/>
              <a:gd name="csX85" fmla="*/ 8705589 w 11034751"/>
              <a:gd name="csY85" fmla="*/ 779607 h 5092150"/>
              <a:gd name="csX86" fmla="*/ 8818324 w 11034751"/>
              <a:gd name="csY86" fmla="*/ 754555 h 5092150"/>
              <a:gd name="csX87" fmla="*/ 8931058 w 11034751"/>
              <a:gd name="csY87" fmla="*/ 716977 h 5092150"/>
              <a:gd name="csX88" fmla="*/ 8981162 w 11034751"/>
              <a:gd name="csY88" fmla="*/ 691925 h 5092150"/>
              <a:gd name="csX89" fmla="*/ 9228008 w 11034751"/>
              <a:gd name="csY89" fmla="*/ 691925 h 5092150"/>
              <a:gd name="csX90" fmla="*/ 9461911 w 11034751"/>
              <a:gd name="csY90" fmla="*/ 410423 h 5092150"/>
              <a:gd name="csX91" fmla="*/ 9955687 w 11034751"/>
              <a:gd name="csY91" fmla="*/ 123911 h 5092150"/>
              <a:gd name="csX92" fmla="*/ 10443367 w 11034751"/>
              <a:gd name="csY92" fmla="*/ 1991 h 5092150"/>
              <a:gd name="csX93" fmla="*/ 10866413 w 11034751"/>
              <a:gd name="csY93" fmla="*/ 89089 h 5092150"/>
              <a:gd name="csX94" fmla="*/ 10998103 w 11034751"/>
              <a:gd name="csY94" fmla="*/ 251926 h 5092150"/>
              <a:gd name="csX95" fmla="*/ 11034679 w 11034751"/>
              <a:gd name="csY95" fmla="*/ 629879 h 5092150"/>
              <a:gd name="csX96" fmla="*/ 10924951 w 11034751"/>
              <a:gd name="csY96" fmla="*/ 898102 h 5092150"/>
              <a:gd name="csX97" fmla="*/ 10784743 w 11034751"/>
              <a:gd name="csY97" fmla="*/ 1355303 h 5092150"/>
              <a:gd name="csX98" fmla="*/ 10321447 w 11034751"/>
              <a:gd name="csY98" fmla="*/ 1690582 h 5092150"/>
              <a:gd name="csX99" fmla="*/ 10236103 w 11034751"/>
              <a:gd name="csY99" fmla="*/ 2001478 h 5092150"/>
              <a:gd name="csX100" fmla="*/ 10028839 w 11034751"/>
              <a:gd name="csY100" fmla="*/ 2190454 h 5092150"/>
              <a:gd name="csX101" fmla="*/ 9766711 w 11034751"/>
              <a:gd name="csY101" fmla="*/ 2580598 h 5092150"/>
              <a:gd name="csX102" fmla="*/ 9583831 w 11034751"/>
              <a:gd name="csY102" fmla="*/ 2934166 h 5092150"/>
              <a:gd name="csX103" fmla="*/ 9352183 w 11034751"/>
              <a:gd name="csY103" fmla="*/ 3092662 h 5092150"/>
              <a:gd name="csX104" fmla="*/ 9144919 w 11034751"/>
              <a:gd name="csY104" fmla="*/ 3299926 h 5092150"/>
              <a:gd name="csX105" fmla="*/ 8840119 w 11034751"/>
              <a:gd name="csY105" fmla="*/ 3452326 h 5092150"/>
              <a:gd name="csX106" fmla="*/ 8669431 w 11034751"/>
              <a:gd name="csY106" fmla="*/ 3763222 h 5092150"/>
              <a:gd name="csX107" fmla="*/ 8254903 w 11034751"/>
              <a:gd name="csY107" fmla="*/ 3915622 h 5092150"/>
              <a:gd name="csX108" fmla="*/ 8169559 w 11034751"/>
              <a:gd name="csY108" fmla="*/ 4104598 h 5092150"/>
              <a:gd name="csX109" fmla="*/ 7944007 w 11034751"/>
              <a:gd name="csY109" fmla="*/ 4214326 h 5092150"/>
              <a:gd name="csX110" fmla="*/ 7566055 w 11034751"/>
              <a:gd name="csY110" fmla="*/ 4293574 h 5092150"/>
              <a:gd name="csX111" fmla="*/ 7255159 w 11034751"/>
              <a:gd name="csY111" fmla="*/ 4470358 h 5092150"/>
              <a:gd name="csX112" fmla="*/ 6822343 w 11034751"/>
              <a:gd name="csY112" fmla="*/ 4476454 h 5092150"/>
              <a:gd name="csX113" fmla="*/ 6499255 w 11034751"/>
              <a:gd name="csY113" fmla="*/ 4592278 h 5092150"/>
              <a:gd name="csX114" fmla="*/ 6115207 w 11034751"/>
              <a:gd name="csY114" fmla="*/ 4622758 h 5092150"/>
              <a:gd name="csX115" fmla="*/ 5999383 w 11034751"/>
              <a:gd name="csY115" fmla="*/ 4744678 h 5092150"/>
              <a:gd name="csX116" fmla="*/ 5773831 w 11034751"/>
              <a:gd name="csY116" fmla="*/ 4775158 h 5092150"/>
              <a:gd name="csX117" fmla="*/ 5597047 w 11034751"/>
              <a:gd name="csY117" fmla="*/ 4756870 h 5092150"/>
              <a:gd name="csX118" fmla="*/ 4847239 w 11034751"/>
              <a:gd name="csY118" fmla="*/ 4787350 h 5092150"/>
              <a:gd name="csX119" fmla="*/ 4627783 w 11034751"/>
              <a:gd name="csY119" fmla="*/ 4860502 h 5092150"/>
              <a:gd name="csX120" fmla="*/ 3823111 w 11034751"/>
              <a:gd name="csY120" fmla="*/ 5092150 h 5092150"/>
              <a:gd name="csX0" fmla="*/ 162839 w 11034751"/>
              <a:gd name="csY0" fmla="*/ 4812988 h 5092150"/>
              <a:gd name="csX1" fmla="*/ 125261 w 11034751"/>
              <a:gd name="csY1" fmla="*/ 4762883 h 5092150"/>
              <a:gd name="csX2" fmla="*/ 37579 w 11034751"/>
              <a:gd name="csY2" fmla="*/ 4612571 h 5092150"/>
              <a:gd name="csX3" fmla="*/ 62631 w 11034751"/>
              <a:gd name="csY3" fmla="*/ 4524889 h 5092150"/>
              <a:gd name="csX4" fmla="*/ 37579 w 11034751"/>
              <a:gd name="csY4" fmla="*/ 4399629 h 5092150"/>
              <a:gd name="csX5" fmla="*/ 0 w 11034751"/>
              <a:gd name="csY5" fmla="*/ 4324473 h 5092150"/>
              <a:gd name="csX6" fmla="*/ 62631 w 11034751"/>
              <a:gd name="csY6" fmla="*/ 4174160 h 5092150"/>
              <a:gd name="csX7" fmla="*/ 112735 w 11034751"/>
              <a:gd name="csY7" fmla="*/ 4061426 h 5092150"/>
              <a:gd name="csX8" fmla="*/ 175365 w 11034751"/>
              <a:gd name="csY8" fmla="*/ 3961218 h 5092150"/>
              <a:gd name="csX9" fmla="*/ 175365 w 11034751"/>
              <a:gd name="csY9" fmla="*/ 3961218 h 5092150"/>
              <a:gd name="csX10" fmla="*/ 288099 w 11034751"/>
              <a:gd name="csY10" fmla="*/ 3835957 h 5092150"/>
              <a:gd name="csX11" fmla="*/ 413359 w 11034751"/>
              <a:gd name="csY11" fmla="*/ 3785853 h 5092150"/>
              <a:gd name="csX12" fmla="*/ 413359 w 11034751"/>
              <a:gd name="csY12" fmla="*/ 3785853 h 5092150"/>
              <a:gd name="csX13" fmla="*/ 400833 w 11034751"/>
              <a:gd name="csY13" fmla="*/ 3673119 h 5092150"/>
              <a:gd name="csX14" fmla="*/ 300625 w 11034751"/>
              <a:gd name="csY14" fmla="*/ 3635541 h 5092150"/>
              <a:gd name="csX15" fmla="*/ 288099 w 11034751"/>
              <a:gd name="csY15" fmla="*/ 3597963 h 5092150"/>
              <a:gd name="csX16" fmla="*/ 338203 w 11034751"/>
              <a:gd name="csY16" fmla="*/ 3472703 h 5092150"/>
              <a:gd name="csX17" fmla="*/ 388307 w 11034751"/>
              <a:gd name="csY17" fmla="*/ 3397547 h 5092150"/>
              <a:gd name="csX18" fmla="*/ 488515 w 11034751"/>
              <a:gd name="csY18" fmla="*/ 3222182 h 5092150"/>
              <a:gd name="csX19" fmla="*/ 513568 w 11034751"/>
              <a:gd name="csY19" fmla="*/ 3147026 h 5092150"/>
              <a:gd name="csX20" fmla="*/ 626302 w 11034751"/>
              <a:gd name="csY20" fmla="*/ 3046818 h 5092150"/>
              <a:gd name="csX21" fmla="*/ 701458 w 11034751"/>
              <a:gd name="csY21" fmla="*/ 2984188 h 5092150"/>
              <a:gd name="csX22" fmla="*/ 801666 w 11034751"/>
              <a:gd name="csY22" fmla="*/ 2934083 h 5092150"/>
              <a:gd name="csX23" fmla="*/ 876822 w 11034751"/>
              <a:gd name="csY23" fmla="*/ 2883979 h 5092150"/>
              <a:gd name="csX24" fmla="*/ 989557 w 11034751"/>
              <a:gd name="csY24" fmla="*/ 2821349 h 5092150"/>
              <a:gd name="csX25" fmla="*/ 1052187 w 11034751"/>
              <a:gd name="csY25" fmla="*/ 2758719 h 5092150"/>
              <a:gd name="csX26" fmla="*/ 1152395 w 11034751"/>
              <a:gd name="csY26" fmla="*/ 2671037 h 5092150"/>
              <a:gd name="csX27" fmla="*/ 1302707 w 11034751"/>
              <a:gd name="csY27" fmla="*/ 2620933 h 5092150"/>
              <a:gd name="csX28" fmla="*/ 1427968 w 11034751"/>
              <a:gd name="csY28" fmla="*/ 2658511 h 5092150"/>
              <a:gd name="csX29" fmla="*/ 1427968 w 11034751"/>
              <a:gd name="csY29" fmla="*/ 2658511 h 5092150"/>
              <a:gd name="csX30" fmla="*/ 1365337 w 11034751"/>
              <a:gd name="csY30" fmla="*/ 2595881 h 5092150"/>
              <a:gd name="csX31" fmla="*/ 1402915 w 11034751"/>
              <a:gd name="csY31" fmla="*/ 2407990 h 5092150"/>
              <a:gd name="csX32" fmla="*/ 1528176 w 11034751"/>
              <a:gd name="csY32" fmla="*/ 2307782 h 5092150"/>
              <a:gd name="csX33" fmla="*/ 1628384 w 11034751"/>
              <a:gd name="csY33" fmla="*/ 2245152 h 5092150"/>
              <a:gd name="csX34" fmla="*/ 1653436 w 11034751"/>
              <a:gd name="csY34" fmla="*/ 2207574 h 5092150"/>
              <a:gd name="csX35" fmla="*/ 1816274 w 11034751"/>
              <a:gd name="csY35" fmla="*/ 2195048 h 5092150"/>
              <a:gd name="csX36" fmla="*/ 1966587 w 11034751"/>
              <a:gd name="csY36" fmla="*/ 2245152 h 5092150"/>
              <a:gd name="csX37" fmla="*/ 1966587 w 11034751"/>
              <a:gd name="csY37" fmla="*/ 2245152 h 5092150"/>
              <a:gd name="csX38" fmla="*/ 1966587 w 11034751"/>
              <a:gd name="csY38" fmla="*/ 2245152 h 5092150"/>
              <a:gd name="csX39" fmla="*/ 2079321 w 11034751"/>
              <a:gd name="csY39" fmla="*/ 2195048 h 5092150"/>
              <a:gd name="csX40" fmla="*/ 2229633 w 11034751"/>
              <a:gd name="csY40" fmla="*/ 2094840 h 5092150"/>
              <a:gd name="csX41" fmla="*/ 2467628 w 11034751"/>
              <a:gd name="csY41" fmla="*/ 2057262 h 5092150"/>
              <a:gd name="csX42" fmla="*/ 2642992 w 11034751"/>
              <a:gd name="csY42" fmla="*/ 2082314 h 5092150"/>
              <a:gd name="csX43" fmla="*/ 2743200 w 11034751"/>
              <a:gd name="csY43" fmla="*/ 2169996 h 5092150"/>
              <a:gd name="csX44" fmla="*/ 2868461 w 11034751"/>
              <a:gd name="csY44" fmla="*/ 2195048 h 5092150"/>
              <a:gd name="csX45" fmla="*/ 2705622 w 11034751"/>
              <a:gd name="csY45" fmla="*/ 2082314 h 5092150"/>
              <a:gd name="csX46" fmla="*/ 2793305 w 11034751"/>
              <a:gd name="csY46" fmla="*/ 1957053 h 5092150"/>
              <a:gd name="csX47" fmla="*/ 2956143 w 11034751"/>
              <a:gd name="csY47" fmla="*/ 1957053 h 5092150"/>
              <a:gd name="csX48" fmla="*/ 3156559 w 11034751"/>
              <a:gd name="csY48" fmla="*/ 1957053 h 5092150"/>
              <a:gd name="csX49" fmla="*/ 3319398 w 11034751"/>
              <a:gd name="csY49" fmla="*/ 1969579 h 5092150"/>
              <a:gd name="csX50" fmla="*/ 3670126 w 11034751"/>
              <a:gd name="csY50" fmla="*/ 1919475 h 5092150"/>
              <a:gd name="csX51" fmla="*/ 3832965 w 11034751"/>
              <a:gd name="csY51" fmla="*/ 1919475 h 5092150"/>
              <a:gd name="csX52" fmla="*/ 4096011 w 11034751"/>
              <a:gd name="csY52" fmla="*/ 1894423 h 5092150"/>
              <a:gd name="csX53" fmla="*/ 4246324 w 11034751"/>
              <a:gd name="csY53" fmla="*/ 1906949 h 5092150"/>
              <a:gd name="csX54" fmla="*/ 4421688 w 11034751"/>
              <a:gd name="csY54" fmla="*/ 1994631 h 5092150"/>
              <a:gd name="csX55" fmla="*/ 4421688 w 11034751"/>
              <a:gd name="csY55" fmla="*/ 1994631 h 5092150"/>
              <a:gd name="csX56" fmla="*/ 4359058 w 11034751"/>
              <a:gd name="csY56" fmla="*/ 1844319 h 5092150"/>
              <a:gd name="csX57" fmla="*/ 4559474 w 11034751"/>
              <a:gd name="csY57" fmla="*/ 1844319 h 5092150"/>
              <a:gd name="csX58" fmla="*/ 4747365 w 11034751"/>
              <a:gd name="csY58" fmla="*/ 1869371 h 5092150"/>
              <a:gd name="csX59" fmla="*/ 4835047 w 11034751"/>
              <a:gd name="csY59" fmla="*/ 1869371 h 5092150"/>
              <a:gd name="csX60" fmla="*/ 5022937 w 11034751"/>
              <a:gd name="csY60" fmla="*/ 1769163 h 5092150"/>
              <a:gd name="csX61" fmla="*/ 5260932 w 11034751"/>
              <a:gd name="csY61" fmla="*/ 1794215 h 5092150"/>
              <a:gd name="csX62" fmla="*/ 5411244 w 11034751"/>
              <a:gd name="csY62" fmla="*/ 1819267 h 5092150"/>
              <a:gd name="csX63" fmla="*/ 5599135 w 11034751"/>
              <a:gd name="csY63" fmla="*/ 1781689 h 5092150"/>
              <a:gd name="csX64" fmla="*/ 5736921 w 11034751"/>
              <a:gd name="csY64" fmla="*/ 1794215 h 5092150"/>
              <a:gd name="csX65" fmla="*/ 5799551 w 11034751"/>
              <a:gd name="csY65" fmla="*/ 1794215 h 5092150"/>
              <a:gd name="csX66" fmla="*/ 6137754 w 11034751"/>
              <a:gd name="csY66" fmla="*/ 1631377 h 5092150"/>
              <a:gd name="csX67" fmla="*/ 6363222 w 11034751"/>
              <a:gd name="csY67" fmla="*/ 1593799 h 5092150"/>
              <a:gd name="csX68" fmla="*/ 6551113 w 11034751"/>
              <a:gd name="csY68" fmla="*/ 1481064 h 5092150"/>
              <a:gd name="csX69" fmla="*/ 6713951 w 11034751"/>
              <a:gd name="csY69" fmla="*/ 1493590 h 5092150"/>
              <a:gd name="csX70" fmla="*/ 6851737 w 11034751"/>
              <a:gd name="csY70" fmla="*/ 1481064 h 5092150"/>
              <a:gd name="csX71" fmla="*/ 7002050 w 11034751"/>
              <a:gd name="csY71" fmla="*/ 1355804 h 5092150"/>
              <a:gd name="csX72" fmla="*/ 7214992 w 11034751"/>
              <a:gd name="csY72" fmla="*/ 1230544 h 5092150"/>
              <a:gd name="csX73" fmla="*/ 7340252 w 11034751"/>
              <a:gd name="csY73" fmla="*/ 1243070 h 5092150"/>
              <a:gd name="csX74" fmla="*/ 7440461 w 11034751"/>
              <a:gd name="csY74" fmla="*/ 1255596 h 5092150"/>
              <a:gd name="csX75" fmla="*/ 7528143 w 11034751"/>
              <a:gd name="csY75" fmla="*/ 1255596 h 5092150"/>
              <a:gd name="csX76" fmla="*/ 7741085 w 11034751"/>
              <a:gd name="csY76" fmla="*/ 1218018 h 5092150"/>
              <a:gd name="csX77" fmla="*/ 7803715 w 11034751"/>
              <a:gd name="csY77" fmla="*/ 1167914 h 5092150"/>
              <a:gd name="csX78" fmla="*/ 7941502 w 11034751"/>
              <a:gd name="csY78" fmla="*/ 1180440 h 5092150"/>
              <a:gd name="csX79" fmla="*/ 7941502 w 11034751"/>
              <a:gd name="csY79" fmla="*/ 1180440 h 5092150"/>
              <a:gd name="csX80" fmla="*/ 8079288 w 11034751"/>
              <a:gd name="csY80" fmla="*/ 1130336 h 5092150"/>
              <a:gd name="csX81" fmla="*/ 8267179 w 11034751"/>
              <a:gd name="csY81" fmla="*/ 1042653 h 5092150"/>
              <a:gd name="csX82" fmla="*/ 8442543 w 11034751"/>
              <a:gd name="csY82" fmla="*/ 942445 h 5092150"/>
              <a:gd name="csX83" fmla="*/ 8517699 w 11034751"/>
              <a:gd name="csY83" fmla="*/ 854763 h 5092150"/>
              <a:gd name="csX84" fmla="*/ 8555277 w 11034751"/>
              <a:gd name="csY84" fmla="*/ 804659 h 5092150"/>
              <a:gd name="csX85" fmla="*/ 8705589 w 11034751"/>
              <a:gd name="csY85" fmla="*/ 779607 h 5092150"/>
              <a:gd name="csX86" fmla="*/ 8818324 w 11034751"/>
              <a:gd name="csY86" fmla="*/ 754555 h 5092150"/>
              <a:gd name="csX87" fmla="*/ 8931058 w 11034751"/>
              <a:gd name="csY87" fmla="*/ 716977 h 5092150"/>
              <a:gd name="csX88" fmla="*/ 8981162 w 11034751"/>
              <a:gd name="csY88" fmla="*/ 691925 h 5092150"/>
              <a:gd name="csX89" fmla="*/ 9228008 w 11034751"/>
              <a:gd name="csY89" fmla="*/ 691925 h 5092150"/>
              <a:gd name="csX90" fmla="*/ 9461911 w 11034751"/>
              <a:gd name="csY90" fmla="*/ 410423 h 5092150"/>
              <a:gd name="csX91" fmla="*/ 9955687 w 11034751"/>
              <a:gd name="csY91" fmla="*/ 123911 h 5092150"/>
              <a:gd name="csX92" fmla="*/ 10443367 w 11034751"/>
              <a:gd name="csY92" fmla="*/ 1991 h 5092150"/>
              <a:gd name="csX93" fmla="*/ 10866413 w 11034751"/>
              <a:gd name="csY93" fmla="*/ 89089 h 5092150"/>
              <a:gd name="csX94" fmla="*/ 10998103 w 11034751"/>
              <a:gd name="csY94" fmla="*/ 251926 h 5092150"/>
              <a:gd name="csX95" fmla="*/ 11034679 w 11034751"/>
              <a:gd name="csY95" fmla="*/ 629879 h 5092150"/>
              <a:gd name="csX96" fmla="*/ 10924951 w 11034751"/>
              <a:gd name="csY96" fmla="*/ 898102 h 5092150"/>
              <a:gd name="csX97" fmla="*/ 10784743 w 11034751"/>
              <a:gd name="csY97" fmla="*/ 1355303 h 5092150"/>
              <a:gd name="csX98" fmla="*/ 10321447 w 11034751"/>
              <a:gd name="csY98" fmla="*/ 1690582 h 5092150"/>
              <a:gd name="csX99" fmla="*/ 10236103 w 11034751"/>
              <a:gd name="csY99" fmla="*/ 2001478 h 5092150"/>
              <a:gd name="csX100" fmla="*/ 10028839 w 11034751"/>
              <a:gd name="csY100" fmla="*/ 2190454 h 5092150"/>
              <a:gd name="csX101" fmla="*/ 9766711 w 11034751"/>
              <a:gd name="csY101" fmla="*/ 2580598 h 5092150"/>
              <a:gd name="csX102" fmla="*/ 9583831 w 11034751"/>
              <a:gd name="csY102" fmla="*/ 2934166 h 5092150"/>
              <a:gd name="csX103" fmla="*/ 9352183 w 11034751"/>
              <a:gd name="csY103" fmla="*/ 3092662 h 5092150"/>
              <a:gd name="csX104" fmla="*/ 9144919 w 11034751"/>
              <a:gd name="csY104" fmla="*/ 3299926 h 5092150"/>
              <a:gd name="csX105" fmla="*/ 8840119 w 11034751"/>
              <a:gd name="csY105" fmla="*/ 3452326 h 5092150"/>
              <a:gd name="csX106" fmla="*/ 8669431 w 11034751"/>
              <a:gd name="csY106" fmla="*/ 3763222 h 5092150"/>
              <a:gd name="csX107" fmla="*/ 8254903 w 11034751"/>
              <a:gd name="csY107" fmla="*/ 3915622 h 5092150"/>
              <a:gd name="csX108" fmla="*/ 8169559 w 11034751"/>
              <a:gd name="csY108" fmla="*/ 4104598 h 5092150"/>
              <a:gd name="csX109" fmla="*/ 7944007 w 11034751"/>
              <a:gd name="csY109" fmla="*/ 4214326 h 5092150"/>
              <a:gd name="csX110" fmla="*/ 7566055 w 11034751"/>
              <a:gd name="csY110" fmla="*/ 4293574 h 5092150"/>
              <a:gd name="csX111" fmla="*/ 7255159 w 11034751"/>
              <a:gd name="csY111" fmla="*/ 4470358 h 5092150"/>
              <a:gd name="csX112" fmla="*/ 6822343 w 11034751"/>
              <a:gd name="csY112" fmla="*/ 4476454 h 5092150"/>
              <a:gd name="csX113" fmla="*/ 6499255 w 11034751"/>
              <a:gd name="csY113" fmla="*/ 4592278 h 5092150"/>
              <a:gd name="csX114" fmla="*/ 6115207 w 11034751"/>
              <a:gd name="csY114" fmla="*/ 4622758 h 5092150"/>
              <a:gd name="csX115" fmla="*/ 5999383 w 11034751"/>
              <a:gd name="csY115" fmla="*/ 4744678 h 5092150"/>
              <a:gd name="csX116" fmla="*/ 5773831 w 11034751"/>
              <a:gd name="csY116" fmla="*/ 4775158 h 5092150"/>
              <a:gd name="csX117" fmla="*/ 5597047 w 11034751"/>
              <a:gd name="csY117" fmla="*/ 4756870 h 5092150"/>
              <a:gd name="csX118" fmla="*/ 4847239 w 11034751"/>
              <a:gd name="csY118" fmla="*/ 4787350 h 5092150"/>
              <a:gd name="csX119" fmla="*/ 4627783 w 11034751"/>
              <a:gd name="csY119" fmla="*/ 4860502 h 5092150"/>
              <a:gd name="csX120" fmla="*/ 3823111 w 11034751"/>
              <a:gd name="csY120" fmla="*/ 5092150 h 5092150"/>
              <a:gd name="csX0" fmla="*/ 162839 w 11034751"/>
              <a:gd name="csY0" fmla="*/ 4812988 h 5092150"/>
              <a:gd name="csX1" fmla="*/ 125261 w 11034751"/>
              <a:gd name="csY1" fmla="*/ 4762883 h 5092150"/>
              <a:gd name="csX2" fmla="*/ 37579 w 11034751"/>
              <a:gd name="csY2" fmla="*/ 4612571 h 5092150"/>
              <a:gd name="csX3" fmla="*/ 62631 w 11034751"/>
              <a:gd name="csY3" fmla="*/ 4524889 h 5092150"/>
              <a:gd name="csX4" fmla="*/ 37579 w 11034751"/>
              <a:gd name="csY4" fmla="*/ 4399629 h 5092150"/>
              <a:gd name="csX5" fmla="*/ 0 w 11034751"/>
              <a:gd name="csY5" fmla="*/ 4324473 h 5092150"/>
              <a:gd name="csX6" fmla="*/ 62631 w 11034751"/>
              <a:gd name="csY6" fmla="*/ 4174160 h 5092150"/>
              <a:gd name="csX7" fmla="*/ 112735 w 11034751"/>
              <a:gd name="csY7" fmla="*/ 4061426 h 5092150"/>
              <a:gd name="csX8" fmla="*/ 175365 w 11034751"/>
              <a:gd name="csY8" fmla="*/ 3961218 h 5092150"/>
              <a:gd name="csX9" fmla="*/ 175365 w 11034751"/>
              <a:gd name="csY9" fmla="*/ 3961218 h 5092150"/>
              <a:gd name="csX10" fmla="*/ 288099 w 11034751"/>
              <a:gd name="csY10" fmla="*/ 3835957 h 5092150"/>
              <a:gd name="csX11" fmla="*/ 413359 w 11034751"/>
              <a:gd name="csY11" fmla="*/ 3785853 h 5092150"/>
              <a:gd name="csX12" fmla="*/ 413359 w 11034751"/>
              <a:gd name="csY12" fmla="*/ 3785853 h 5092150"/>
              <a:gd name="csX13" fmla="*/ 400833 w 11034751"/>
              <a:gd name="csY13" fmla="*/ 3673119 h 5092150"/>
              <a:gd name="csX14" fmla="*/ 300625 w 11034751"/>
              <a:gd name="csY14" fmla="*/ 3635541 h 5092150"/>
              <a:gd name="csX15" fmla="*/ 288099 w 11034751"/>
              <a:gd name="csY15" fmla="*/ 3597963 h 5092150"/>
              <a:gd name="csX16" fmla="*/ 338203 w 11034751"/>
              <a:gd name="csY16" fmla="*/ 3472703 h 5092150"/>
              <a:gd name="csX17" fmla="*/ 388307 w 11034751"/>
              <a:gd name="csY17" fmla="*/ 3397547 h 5092150"/>
              <a:gd name="csX18" fmla="*/ 488515 w 11034751"/>
              <a:gd name="csY18" fmla="*/ 3222182 h 5092150"/>
              <a:gd name="csX19" fmla="*/ 513568 w 11034751"/>
              <a:gd name="csY19" fmla="*/ 3147026 h 5092150"/>
              <a:gd name="csX20" fmla="*/ 626302 w 11034751"/>
              <a:gd name="csY20" fmla="*/ 3046818 h 5092150"/>
              <a:gd name="csX21" fmla="*/ 701458 w 11034751"/>
              <a:gd name="csY21" fmla="*/ 2984188 h 5092150"/>
              <a:gd name="csX22" fmla="*/ 801666 w 11034751"/>
              <a:gd name="csY22" fmla="*/ 2934083 h 5092150"/>
              <a:gd name="csX23" fmla="*/ 876822 w 11034751"/>
              <a:gd name="csY23" fmla="*/ 2883979 h 5092150"/>
              <a:gd name="csX24" fmla="*/ 989557 w 11034751"/>
              <a:gd name="csY24" fmla="*/ 2821349 h 5092150"/>
              <a:gd name="csX25" fmla="*/ 1052187 w 11034751"/>
              <a:gd name="csY25" fmla="*/ 2758719 h 5092150"/>
              <a:gd name="csX26" fmla="*/ 1152395 w 11034751"/>
              <a:gd name="csY26" fmla="*/ 2671037 h 5092150"/>
              <a:gd name="csX27" fmla="*/ 1302707 w 11034751"/>
              <a:gd name="csY27" fmla="*/ 2620933 h 5092150"/>
              <a:gd name="csX28" fmla="*/ 1427968 w 11034751"/>
              <a:gd name="csY28" fmla="*/ 2658511 h 5092150"/>
              <a:gd name="csX29" fmla="*/ 1427968 w 11034751"/>
              <a:gd name="csY29" fmla="*/ 2658511 h 5092150"/>
              <a:gd name="csX30" fmla="*/ 1365337 w 11034751"/>
              <a:gd name="csY30" fmla="*/ 2595881 h 5092150"/>
              <a:gd name="csX31" fmla="*/ 1402915 w 11034751"/>
              <a:gd name="csY31" fmla="*/ 2407990 h 5092150"/>
              <a:gd name="csX32" fmla="*/ 1528176 w 11034751"/>
              <a:gd name="csY32" fmla="*/ 2307782 h 5092150"/>
              <a:gd name="csX33" fmla="*/ 1628384 w 11034751"/>
              <a:gd name="csY33" fmla="*/ 2245152 h 5092150"/>
              <a:gd name="csX34" fmla="*/ 1653436 w 11034751"/>
              <a:gd name="csY34" fmla="*/ 2207574 h 5092150"/>
              <a:gd name="csX35" fmla="*/ 1816274 w 11034751"/>
              <a:gd name="csY35" fmla="*/ 2195048 h 5092150"/>
              <a:gd name="csX36" fmla="*/ 1966587 w 11034751"/>
              <a:gd name="csY36" fmla="*/ 2245152 h 5092150"/>
              <a:gd name="csX37" fmla="*/ 1966587 w 11034751"/>
              <a:gd name="csY37" fmla="*/ 2245152 h 5092150"/>
              <a:gd name="csX38" fmla="*/ 1966587 w 11034751"/>
              <a:gd name="csY38" fmla="*/ 2245152 h 5092150"/>
              <a:gd name="csX39" fmla="*/ 2079321 w 11034751"/>
              <a:gd name="csY39" fmla="*/ 2195048 h 5092150"/>
              <a:gd name="csX40" fmla="*/ 2229633 w 11034751"/>
              <a:gd name="csY40" fmla="*/ 2094840 h 5092150"/>
              <a:gd name="csX41" fmla="*/ 2467628 w 11034751"/>
              <a:gd name="csY41" fmla="*/ 2057262 h 5092150"/>
              <a:gd name="csX42" fmla="*/ 2642992 w 11034751"/>
              <a:gd name="csY42" fmla="*/ 2082314 h 5092150"/>
              <a:gd name="csX43" fmla="*/ 2743200 w 11034751"/>
              <a:gd name="csY43" fmla="*/ 2169996 h 5092150"/>
              <a:gd name="csX44" fmla="*/ 2868461 w 11034751"/>
              <a:gd name="csY44" fmla="*/ 2195048 h 5092150"/>
              <a:gd name="csX45" fmla="*/ 2705622 w 11034751"/>
              <a:gd name="csY45" fmla="*/ 2082314 h 5092150"/>
              <a:gd name="csX46" fmla="*/ 2793305 w 11034751"/>
              <a:gd name="csY46" fmla="*/ 1957053 h 5092150"/>
              <a:gd name="csX47" fmla="*/ 2956143 w 11034751"/>
              <a:gd name="csY47" fmla="*/ 1957053 h 5092150"/>
              <a:gd name="csX48" fmla="*/ 3156559 w 11034751"/>
              <a:gd name="csY48" fmla="*/ 1957053 h 5092150"/>
              <a:gd name="csX49" fmla="*/ 3319398 w 11034751"/>
              <a:gd name="csY49" fmla="*/ 1969579 h 5092150"/>
              <a:gd name="csX50" fmla="*/ 3670126 w 11034751"/>
              <a:gd name="csY50" fmla="*/ 1919475 h 5092150"/>
              <a:gd name="csX51" fmla="*/ 3832965 w 11034751"/>
              <a:gd name="csY51" fmla="*/ 1919475 h 5092150"/>
              <a:gd name="csX52" fmla="*/ 4096011 w 11034751"/>
              <a:gd name="csY52" fmla="*/ 1894423 h 5092150"/>
              <a:gd name="csX53" fmla="*/ 4246324 w 11034751"/>
              <a:gd name="csY53" fmla="*/ 1906949 h 5092150"/>
              <a:gd name="csX54" fmla="*/ 4421688 w 11034751"/>
              <a:gd name="csY54" fmla="*/ 1994631 h 5092150"/>
              <a:gd name="csX55" fmla="*/ 4421688 w 11034751"/>
              <a:gd name="csY55" fmla="*/ 1994631 h 5092150"/>
              <a:gd name="csX56" fmla="*/ 4359058 w 11034751"/>
              <a:gd name="csY56" fmla="*/ 1844319 h 5092150"/>
              <a:gd name="csX57" fmla="*/ 4559474 w 11034751"/>
              <a:gd name="csY57" fmla="*/ 1844319 h 5092150"/>
              <a:gd name="csX58" fmla="*/ 4747365 w 11034751"/>
              <a:gd name="csY58" fmla="*/ 1869371 h 5092150"/>
              <a:gd name="csX59" fmla="*/ 4835047 w 11034751"/>
              <a:gd name="csY59" fmla="*/ 1869371 h 5092150"/>
              <a:gd name="csX60" fmla="*/ 5022937 w 11034751"/>
              <a:gd name="csY60" fmla="*/ 1769163 h 5092150"/>
              <a:gd name="csX61" fmla="*/ 5260932 w 11034751"/>
              <a:gd name="csY61" fmla="*/ 1794215 h 5092150"/>
              <a:gd name="csX62" fmla="*/ 5411244 w 11034751"/>
              <a:gd name="csY62" fmla="*/ 1819267 h 5092150"/>
              <a:gd name="csX63" fmla="*/ 5599135 w 11034751"/>
              <a:gd name="csY63" fmla="*/ 1781689 h 5092150"/>
              <a:gd name="csX64" fmla="*/ 5736921 w 11034751"/>
              <a:gd name="csY64" fmla="*/ 1794215 h 5092150"/>
              <a:gd name="csX65" fmla="*/ 5799551 w 11034751"/>
              <a:gd name="csY65" fmla="*/ 1794215 h 5092150"/>
              <a:gd name="csX66" fmla="*/ 6137754 w 11034751"/>
              <a:gd name="csY66" fmla="*/ 1631377 h 5092150"/>
              <a:gd name="csX67" fmla="*/ 6363222 w 11034751"/>
              <a:gd name="csY67" fmla="*/ 1593799 h 5092150"/>
              <a:gd name="csX68" fmla="*/ 6551113 w 11034751"/>
              <a:gd name="csY68" fmla="*/ 1481064 h 5092150"/>
              <a:gd name="csX69" fmla="*/ 6713951 w 11034751"/>
              <a:gd name="csY69" fmla="*/ 1493590 h 5092150"/>
              <a:gd name="csX70" fmla="*/ 6851737 w 11034751"/>
              <a:gd name="csY70" fmla="*/ 1481064 h 5092150"/>
              <a:gd name="csX71" fmla="*/ 7002050 w 11034751"/>
              <a:gd name="csY71" fmla="*/ 1355804 h 5092150"/>
              <a:gd name="csX72" fmla="*/ 7214992 w 11034751"/>
              <a:gd name="csY72" fmla="*/ 1230544 h 5092150"/>
              <a:gd name="csX73" fmla="*/ 7340252 w 11034751"/>
              <a:gd name="csY73" fmla="*/ 1243070 h 5092150"/>
              <a:gd name="csX74" fmla="*/ 7440461 w 11034751"/>
              <a:gd name="csY74" fmla="*/ 1255596 h 5092150"/>
              <a:gd name="csX75" fmla="*/ 7528143 w 11034751"/>
              <a:gd name="csY75" fmla="*/ 1255596 h 5092150"/>
              <a:gd name="csX76" fmla="*/ 7741085 w 11034751"/>
              <a:gd name="csY76" fmla="*/ 1218018 h 5092150"/>
              <a:gd name="csX77" fmla="*/ 7803715 w 11034751"/>
              <a:gd name="csY77" fmla="*/ 1167914 h 5092150"/>
              <a:gd name="csX78" fmla="*/ 7941502 w 11034751"/>
              <a:gd name="csY78" fmla="*/ 1180440 h 5092150"/>
              <a:gd name="csX79" fmla="*/ 7941502 w 11034751"/>
              <a:gd name="csY79" fmla="*/ 1180440 h 5092150"/>
              <a:gd name="csX80" fmla="*/ 8079288 w 11034751"/>
              <a:gd name="csY80" fmla="*/ 1130336 h 5092150"/>
              <a:gd name="csX81" fmla="*/ 8267179 w 11034751"/>
              <a:gd name="csY81" fmla="*/ 1042653 h 5092150"/>
              <a:gd name="csX82" fmla="*/ 8442543 w 11034751"/>
              <a:gd name="csY82" fmla="*/ 942445 h 5092150"/>
              <a:gd name="csX83" fmla="*/ 8517699 w 11034751"/>
              <a:gd name="csY83" fmla="*/ 854763 h 5092150"/>
              <a:gd name="csX84" fmla="*/ 8555277 w 11034751"/>
              <a:gd name="csY84" fmla="*/ 804659 h 5092150"/>
              <a:gd name="csX85" fmla="*/ 8705589 w 11034751"/>
              <a:gd name="csY85" fmla="*/ 779607 h 5092150"/>
              <a:gd name="csX86" fmla="*/ 8818324 w 11034751"/>
              <a:gd name="csY86" fmla="*/ 754555 h 5092150"/>
              <a:gd name="csX87" fmla="*/ 8931058 w 11034751"/>
              <a:gd name="csY87" fmla="*/ 716977 h 5092150"/>
              <a:gd name="csX88" fmla="*/ 8981162 w 11034751"/>
              <a:gd name="csY88" fmla="*/ 691925 h 5092150"/>
              <a:gd name="csX89" fmla="*/ 9228008 w 11034751"/>
              <a:gd name="csY89" fmla="*/ 691925 h 5092150"/>
              <a:gd name="csX90" fmla="*/ 9461911 w 11034751"/>
              <a:gd name="csY90" fmla="*/ 410423 h 5092150"/>
              <a:gd name="csX91" fmla="*/ 9955687 w 11034751"/>
              <a:gd name="csY91" fmla="*/ 123911 h 5092150"/>
              <a:gd name="csX92" fmla="*/ 10443367 w 11034751"/>
              <a:gd name="csY92" fmla="*/ 1991 h 5092150"/>
              <a:gd name="csX93" fmla="*/ 10866413 w 11034751"/>
              <a:gd name="csY93" fmla="*/ 89089 h 5092150"/>
              <a:gd name="csX94" fmla="*/ 10998103 w 11034751"/>
              <a:gd name="csY94" fmla="*/ 251926 h 5092150"/>
              <a:gd name="csX95" fmla="*/ 11034679 w 11034751"/>
              <a:gd name="csY95" fmla="*/ 629879 h 5092150"/>
              <a:gd name="csX96" fmla="*/ 10924951 w 11034751"/>
              <a:gd name="csY96" fmla="*/ 898102 h 5092150"/>
              <a:gd name="csX97" fmla="*/ 10784743 w 11034751"/>
              <a:gd name="csY97" fmla="*/ 1355303 h 5092150"/>
              <a:gd name="csX98" fmla="*/ 10321447 w 11034751"/>
              <a:gd name="csY98" fmla="*/ 1690582 h 5092150"/>
              <a:gd name="csX99" fmla="*/ 10236103 w 11034751"/>
              <a:gd name="csY99" fmla="*/ 2001478 h 5092150"/>
              <a:gd name="csX100" fmla="*/ 10028839 w 11034751"/>
              <a:gd name="csY100" fmla="*/ 2190454 h 5092150"/>
              <a:gd name="csX101" fmla="*/ 9766711 w 11034751"/>
              <a:gd name="csY101" fmla="*/ 2580598 h 5092150"/>
              <a:gd name="csX102" fmla="*/ 9583831 w 11034751"/>
              <a:gd name="csY102" fmla="*/ 2934166 h 5092150"/>
              <a:gd name="csX103" fmla="*/ 9352183 w 11034751"/>
              <a:gd name="csY103" fmla="*/ 3092662 h 5092150"/>
              <a:gd name="csX104" fmla="*/ 9144919 w 11034751"/>
              <a:gd name="csY104" fmla="*/ 3299926 h 5092150"/>
              <a:gd name="csX105" fmla="*/ 8840119 w 11034751"/>
              <a:gd name="csY105" fmla="*/ 3452326 h 5092150"/>
              <a:gd name="csX106" fmla="*/ 8669431 w 11034751"/>
              <a:gd name="csY106" fmla="*/ 3763222 h 5092150"/>
              <a:gd name="csX107" fmla="*/ 8254903 w 11034751"/>
              <a:gd name="csY107" fmla="*/ 3915622 h 5092150"/>
              <a:gd name="csX108" fmla="*/ 8169559 w 11034751"/>
              <a:gd name="csY108" fmla="*/ 4104598 h 5092150"/>
              <a:gd name="csX109" fmla="*/ 7944007 w 11034751"/>
              <a:gd name="csY109" fmla="*/ 4214326 h 5092150"/>
              <a:gd name="csX110" fmla="*/ 7566055 w 11034751"/>
              <a:gd name="csY110" fmla="*/ 4293574 h 5092150"/>
              <a:gd name="csX111" fmla="*/ 7255159 w 11034751"/>
              <a:gd name="csY111" fmla="*/ 4470358 h 5092150"/>
              <a:gd name="csX112" fmla="*/ 6822343 w 11034751"/>
              <a:gd name="csY112" fmla="*/ 4476454 h 5092150"/>
              <a:gd name="csX113" fmla="*/ 6499255 w 11034751"/>
              <a:gd name="csY113" fmla="*/ 4592278 h 5092150"/>
              <a:gd name="csX114" fmla="*/ 6115207 w 11034751"/>
              <a:gd name="csY114" fmla="*/ 4622758 h 5092150"/>
              <a:gd name="csX115" fmla="*/ 5999383 w 11034751"/>
              <a:gd name="csY115" fmla="*/ 4744678 h 5092150"/>
              <a:gd name="csX116" fmla="*/ 5773831 w 11034751"/>
              <a:gd name="csY116" fmla="*/ 4775158 h 5092150"/>
              <a:gd name="csX117" fmla="*/ 5597047 w 11034751"/>
              <a:gd name="csY117" fmla="*/ 4756870 h 5092150"/>
              <a:gd name="csX118" fmla="*/ 4847239 w 11034751"/>
              <a:gd name="csY118" fmla="*/ 4787350 h 5092150"/>
              <a:gd name="csX119" fmla="*/ 4627783 w 11034751"/>
              <a:gd name="csY119" fmla="*/ 4860502 h 5092150"/>
              <a:gd name="csX120" fmla="*/ 4225447 w 11034751"/>
              <a:gd name="csY120" fmla="*/ 5061670 h 5092150"/>
              <a:gd name="csX121" fmla="*/ 3823111 w 11034751"/>
              <a:gd name="csY121" fmla="*/ 5092150 h 5092150"/>
              <a:gd name="csX0" fmla="*/ 162839 w 11034751"/>
              <a:gd name="csY0" fmla="*/ 4812988 h 5092150"/>
              <a:gd name="csX1" fmla="*/ 125261 w 11034751"/>
              <a:gd name="csY1" fmla="*/ 4762883 h 5092150"/>
              <a:gd name="csX2" fmla="*/ 37579 w 11034751"/>
              <a:gd name="csY2" fmla="*/ 4612571 h 5092150"/>
              <a:gd name="csX3" fmla="*/ 62631 w 11034751"/>
              <a:gd name="csY3" fmla="*/ 4524889 h 5092150"/>
              <a:gd name="csX4" fmla="*/ 37579 w 11034751"/>
              <a:gd name="csY4" fmla="*/ 4399629 h 5092150"/>
              <a:gd name="csX5" fmla="*/ 0 w 11034751"/>
              <a:gd name="csY5" fmla="*/ 4324473 h 5092150"/>
              <a:gd name="csX6" fmla="*/ 62631 w 11034751"/>
              <a:gd name="csY6" fmla="*/ 4174160 h 5092150"/>
              <a:gd name="csX7" fmla="*/ 112735 w 11034751"/>
              <a:gd name="csY7" fmla="*/ 4061426 h 5092150"/>
              <a:gd name="csX8" fmla="*/ 175365 w 11034751"/>
              <a:gd name="csY8" fmla="*/ 3961218 h 5092150"/>
              <a:gd name="csX9" fmla="*/ 175365 w 11034751"/>
              <a:gd name="csY9" fmla="*/ 3961218 h 5092150"/>
              <a:gd name="csX10" fmla="*/ 288099 w 11034751"/>
              <a:gd name="csY10" fmla="*/ 3835957 h 5092150"/>
              <a:gd name="csX11" fmla="*/ 413359 w 11034751"/>
              <a:gd name="csY11" fmla="*/ 3785853 h 5092150"/>
              <a:gd name="csX12" fmla="*/ 413359 w 11034751"/>
              <a:gd name="csY12" fmla="*/ 3785853 h 5092150"/>
              <a:gd name="csX13" fmla="*/ 400833 w 11034751"/>
              <a:gd name="csY13" fmla="*/ 3673119 h 5092150"/>
              <a:gd name="csX14" fmla="*/ 300625 w 11034751"/>
              <a:gd name="csY14" fmla="*/ 3635541 h 5092150"/>
              <a:gd name="csX15" fmla="*/ 288099 w 11034751"/>
              <a:gd name="csY15" fmla="*/ 3597963 h 5092150"/>
              <a:gd name="csX16" fmla="*/ 338203 w 11034751"/>
              <a:gd name="csY16" fmla="*/ 3472703 h 5092150"/>
              <a:gd name="csX17" fmla="*/ 388307 w 11034751"/>
              <a:gd name="csY17" fmla="*/ 3397547 h 5092150"/>
              <a:gd name="csX18" fmla="*/ 488515 w 11034751"/>
              <a:gd name="csY18" fmla="*/ 3222182 h 5092150"/>
              <a:gd name="csX19" fmla="*/ 513568 w 11034751"/>
              <a:gd name="csY19" fmla="*/ 3147026 h 5092150"/>
              <a:gd name="csX20" fmla="*/ 626302 w 11034751"/>
              <a:gd name="csY20" fmla="*/ 3046818 h 5092150"/>
              <a:gd name="csX21" fmla="*/ 701458 w 11034751"/>
              <a:gd name="csY21" fmla="*/ 2984188 h 5092150"/>
              <a:gd name="csX22" fmla="*/ 801666 w 11034751"/>
              <a:gd name="csY22" fmla="*/ 2934083 h 5092150"/>
              <a:gd name="csX23" fmla="*/ 876822 w 11034751"/>
              <a:gd name="csY23" fmla="*/ 2883979 h 5092150"/>
              <a:gd name="csX24" fmla="*/ 989557 w 11034751"/>
              <a:gd name="csY24" fmla="*/ 2821349 h 5092150"/>
              <a:gd name="csX25" fmla="*/ 1052187 w 11034751"/>
              <a:gd name="csY25" fmla="*/ 2758719 h 5092150"/>
              <a:gd name="csX26" fmla="*/ 1152395 w 11034751"/>
              <a:gd name="csY26" fmla="*/ 2671037 h 5092150"/>
              <a:gd name="csX27" fmla="*/ 1302707 w 11034751"/>
              <a:gd name="csY27" fmla="*/ 2620933 h 5092150"/>
              <a:gd name="csX28" fmla="*/ 1427968 w 11034751"/>
              <a:gd name="csY28" fmla="*/ 2658511 h 5092150"/>
              <a:gd name="csX29" fmla="*/ 1427968 w 11034751"/>
              <a:gd name="csY29" fmla="*/ 2658511 h 5092150"/>
              <a:gd name="csX30" fmla="*/ 1365337 w 11034751"/>
              <a:gd name="csY30" fmla="*/ 2595881 h 5092150"/>
              <a:gd name="csX31" fmla="*/ 1402915 w 11034751"/>
              <a:gd name="csY31" fmla="*/ 2407990 h 5092150"/>
              <a:gd name="csX32" fmla="*/ 1528176 w 11034751"/>
              <a:gd name="csY32" fmla="*/ 2307782 h 5092150"/>
              <a:gd name="csX33" fmla="*/ 1628384 w 11034751"/>
              <a:gd name="csY33" fmla="*/ 2245152 h 5092150"/>
              <a:gd name="csX34" fmla="*/ 1653436 w 11034751"/>
              <a:gd name="csY34" fmla="*/ 2207574 h 5092150"/>
              <a:gd name="csX35" fmla="*/ 1816274 w 11034751"/>
              <a:gd name="csY35" fmla="*/ 2195048 h 5092150"/>
              <a:gd name="csX36" fmla="*/ 1966587 w 11034751"/>
              <a:gd name="csY36" fmla="*/ 2245152 h 5092150"/>
              <a:gd name="csX37" fmla="*/ 1966587 w 11034751"/>
              <a:gd name="csY37" fmla="*/ 2245152 h 5092150"/>
              <a:gd name="csX38" fmla="*/ 1966587 w 11034751"/>
              <a:gd name="csY38" fmla="*/ 2245152 h 5092150"/>
              <a:gd name="csX39" fmla="*/ 2079321 w 11034751"/>
              <a:gd name="csY39" fmla="*/ 2195048 h 5092150"/>
              <a:gd name="csX40" fmla="*/ 2229633 w 11034751"/>
              <a:gd name="csY40" fmla="*/ 2094840 h 5092150"/>
              <a:gd name="csX41" fmla="*/ 2467628 w 11034751"/>
              <a:gd name="csY41" fmla="*/ 2057262 h 5092150"/>
              <a:gd name="csX42" fmla="*/ 2642992 w 11034751"/>
              <a:gd name="csY42" fmla="*/ 2082314 h 5092150"/>
              <a:gd name="csX43" fmla="*/ 2743200 w 11034751"/>
              <a:gd name="csY43" fmla="*/ 2169996 h 5092150"/>
              <a:gd name="csX44" fmla="*/ 2868461 w 11034751"/>
              <a:gd name="csY44" fmla="*/ 2195048 h 5092150"/>
              <a:gd name="csX45" fmla="*/ 2705622 w 11034751"/>
              <a:gd name="csY45" fmla="*/ 2082314 h 5092150"/>
              <a:gd name="csX46" fmla="*/ 2793305 w 11034751"/>
              <a:gd name="csY46" fmla="*/ 1957053 h 5092150"/>
              <a:gd name="csX47" fmla="*/ 2956143 w 11034751"/>
              <a:gd name="csY47" fmla="*/ 1957053 h 5092150"/>
              <a:gd name="csX48" fmla="*/ 3156559 w 11034751"/>
              <a:gd name="csY48" fmla="*/ 1957053 h 5092150"/>
              <a:gd name="csX49" fmla="*/ 3319398 w 11034751"/>
              <a:gd name="csY49" fmla="*/ 1969579 h 5092150"/>
              <a:gd name="csX50" fmla="*/ 3670126 w 11034751"/>
              <a:gd name="csY50" fmla="*/ 1919475 h 5092150"/>
              <a:gd name="csX51" fmla="*/ 3832965 w 11034751"/>
              <a:gd name="csY51" fmla="*/ 1919475 h 5092150"/>
              <a:gd name="csX52" fmla="*/ 4096011 w 11034751"/>
              <a:gd name="csY52" fmla="*/ 1894423 h 5092150"/>
              <a:gd name="csX53" fmla="*/ 4246324 w 11034751"/>
              <a:gd name="csY53" fmla="*/ 1906949 h 5092150"/>
              <a:gd name="csX54" fmla="*/ 4421688 w 11034751"/>
              <a:gd name="csY54" fmla="*/ 1994631 h 5092150"/>
              <a:gd name="csX55" fmla="*/ 4421688 w 11034751"/>
              <a:gd name="csY55" fmla="*/ 1994631 h 5092150"/>
              <a:gd name="csX56" fmla="*/ 4359058 w 11034751"/>
              <a:gd name="csY56" fmla="*/ 1844319 h 5092150"/>
              <a:gd name="csX57" fmla="*/ 4559474 w 11034751"/>
              <a:gd name="csY57" fmla="*/ 1844319 h 5092150"/>
              <a:gd name="csX58" fmla="*/ 4747365 w 11034751"/>
              <a:gd name="csY58" fmla="*/ 1869371 h 5092150"/>
              <a:gd name="csX59" fmla="*/ 4835047 w 11034751"/>
              <a:gd name="csY59" fmla="*/ 1869371 h 5092150"/>
              <a:gd name="csX60" fmla="*/ 5022937 w 11034751"/>
              <a:gd name="csY60" fmla="*/ 1769163 h 5092150"/>
              <a:gd name="csX61" fmla="*/ 5260932 w 11034751"/>
              <a:gd name="csY61" fmla="*/ 1794215 h 5092150"/>
              <a:gd name="csX62" fmla="*/ 5411244 w 11034751"/>
              <a:gd name="csY62" fmla="*/ 1819267 h 5092150"/>
              <a:gd name="csX63" fmla="*/ 5599135 w 11034751"/>
              <a:gd name="csY63" fmla="*/ 1781689 h 5092150"/>
              <a:gd name="csX64" fmla="*/ 5736921 w 11034751"/>
              <a:gd name="csY64" fmla="*/ 1794215 h 5092150"/>
              <a:gd name="csX65" fmla="*/ 5799551 w 11034751"/>
              <a:gd name="csY65" fmla="*/ 1794215 h 5092150"/>
              <a:gd name="csX66" fmla="*/ 6137754 w 11034751"/>
              <a:gd name="csY66" fmla="*/ 1631377 h 5092150"/>
              <a:gd name="csX67" fmla="*/ 6363222 w 11034751"/>
              <a:gd name="csY67" fmla="*/ 1593799 h 5092150"/>
              <a:gd name="csX68" fmla="*/ 6551113 w 11034751"/>
              <a:gd name="csY68" fmla="*/ 1481064 h 5092150"/>
              <a:gd name="csX69" fmla="*/ 6713951 w 11034751"/>
              <a:gd name="csY69" fmla="*/ 1493590 h 5092150"/>
              <a:gd name="csX70" fmla="*/ 6851737 w 11034751"/>
              <a:gd name="csY70" fmla="*/ 1481064 h 5092150"/>
              <a:gd name="csX71" fmla="*/ 7002050 w 11034751"/>
              <a:gd name="csY71" fmla="*/ 1355804 h 5092150"/>
              <a:gd name="csX72" fmla="*/ 7214992 w 11034751"/>
              <a:gd name="csY72" fmla="*/ 1230544 h 5092150"/>
              <a:gd name="csX73" fmla="*/ 7340252 w 11034751"/>
              <a:gd name="csY73" fmla="*/ 1243070 h 5092150"/>
              <a:gd name="csX74" fmla="*/ 7440461 w 11034751"/>
              <a:gd name="csY74" fmla="*/ 1255596 h 5092150"/>
              <a:gd name="csX75" fmla="*/ 7528143 w 11034751"/>
              <a:gd name="csY75" fmla="*/ 1255596 h 5092150"/>
              <a:gd name="csX76" fmla="*/ 7741085 w 11034751"/>
              <a:gd name="csY76" fmla="*/ 1218018 h 5092150"/>
              <a:gd name="csX77" fmla="*/ 7803715 w 11034751"/>
              <a:gd name="csY77" fmla="*/ 1167914 h 5092150"/>
              <a:gd name="csX78" fmla="*/ 7941502 w 11034751"/>
              <a:gd name="csY78" fmla="*/ 1180440 h 5092150"/>
              <a:gd name="csX79" fmla="*/ 7941502 w 11034751"/>
              <a:gd name="csY79" fmla="*/ 1180440 h 5092150"/>
              <a:gd name="csX80" fmla="*/ 8079288 w 11034751"/>
              <a:gd name="csY80" fmla="*/ 1130336 h 5092150"/>
              <a:gd name="csX81" fmla="*/ 8267179 w 11034751"/>
              <a:gd name="csY81" fmla="*/ 1042653 h 5092150"/>
              <a:gd name="csX82" fmla="*/ 8442543 w 11034751"/>
              <a:gd name="csY82" fmla="*/ 942445 h 5092150"/>
              <a:gd name="csX83" fmla="*/ 8517699 w 11034751"/>
              <a:gd name="csY83" fmla="*/ 854763 h 5092150"/>
              <a:gd name="csX84" fmla="*/ 8555277 w 11034751"/>
              <a:gd name="csY84" fmla="*/ 804659 h 5092150"/>
              <a:gd name="csX85" fmla="*/ 8705589 w 11034751"/>
              <a:gd name="csY85" fmla="*/ 779607 h 5092150"/>
              <a:gd name="csX86" fmla="*/ 8818324 w 11034751"/>
              <a:gd name="csY86" fmla="*/ 754555 h 5092150"/>
              <a:gd name="csX87" fmla="*/ 8931058 w 11034751"/>
              <a:gd name="csY87" fmla="*/ 716977 h 5092150"/>
              <a:gd name="csX88" fmla="*/ 8981162 w 11034751"/>
              <a:gd name="csY88" fmla="*/ 691925 h 5092150"/>
              <a:gd name="csX89" fmla="*/ 9228008 w 11034751"/>
              <a:gd name="csY89" fmla="*/ 691925 h 5092150"/>
              <a:gd name="csX90" fmla="*/ 9461911 w 11034751"/>
              <a:gd name="csY90" fmla="*/ 410423 h 5092150"/>
              <a:gd name="csX91" fmla="*/ 9955687 w 11034751"/>
              <a:gd name="csY91" fmla="*/ 123911 h 5092150"/>
              <a:gd name="csX92" fmla="*/ 10443367 w 11034751"/>
              <a:gd name="csY92" fmla="*/ 1991 h 5092150"/>
              <a:gd name="csX93" fmla="*/ 10866413 w 11034751"/>
              <a:gd name="csY93" fmla="*/ 89089 h 5092150"/>
              <a:gd name="csX94" fmla="*/ 10998103 w 11034751"/>
              <a:gd name="csY94" fmla="*/ 251926 h 5092150"/>
              <a:gd name="csX95" fmla="*/ 11034679 w 11034751"/>
              <a:gd name="csY95" fmla="*/ 629879 h 5092150"/>
              <a:gd name="csX96" fmla="*/ 10924951 w 11034751"/>
              <a:gd name="csY96" fmla="*/ 898102 h 5092150"/>
              <a:gd name="csX97" fmla="*/ 10784743 w 11034751"/>
              <a:gd name="csY97" fmla="*/ 1355303 h 5092150"/>
              <a:gd name="csX98" fmla="*/ 10321447 w 11034751"/>
              <a:gd name="csY98" fmla="*/ 1690582 h 5092150"/>
              <a:gd name="csX99" fmla="*/ 10236103 w 11034751"/>
              <a:gd name="csY99" fmla="*/ 2001478 h 5092150"/>
              <a:gd name="csX100" fmla="*/ 10028839 w 11034751"/>
              <a:gd name="csY100" fmla="*/ 2190454 h 5092150"/>
              <a:gd name="csX101" fmla="*/ 9766711 w 11034751"/>
              <a:gd name="csY101" fmla="*/ 2580598 h 5092150"/>
              <a:gd name="csX102" fmla="*/ 9583831 w 11034751"/>
              <a:gd name="csY102" fmla="*/ 2934166 h 5092150"/>
              <a:gd name="csX103" fmla="*/ 9352183 w 11034751"/>
              <a:gd name="csY103" fmla="*/ 3092662 h 5092150"/>
              <a:gd name="csX104" fmla="*/ 9144919 w 11034751"/>
              <a:gd name="csY104" fmla="*/ 3299926 h 5092150"/>
              <a:gd name="csX105" fmla="*/ 8840119 w 11034751"/>
              <a:gd name="csY105" fmla="*/ 3452326 h 5092150"/>
              <a:gd name="csX106" fmla="*/ 8669431 w 11034751"/>
              <a:gd name="csY106" fmla="*/ 3763222 h 5092150"/>
              <a:gd name="csX107" fmla="*/ 8254903 w 11034751"/>
              <a:gd name="csY107" fmla="*/ 3915622 h 5092150"/>
              <a:gd name="csX108" fmla="*/ 8169559 w 11034751"/>
              <a:gd name="csY108" fmla="*/ 4104598 h 5092150"/>
              <a:gd name="csX109" fmla="*/ 7944007 w 11034751"/>
              <a:gd name="csY109" fmla="*/ 4214326 h 5092150"/>
              <a:gd name="csX110" fmla="*/ 7566055 w 11034751"/>
              <a:gd name="csY110" fmla="*/ 4293574 h 5092150"/>
              <a:gd name="csX111" fmla="*/ 7255159 w 11034751"/>
              <a:gd name="csY111" fmla="*/ 4470358 h 5092150"/>
              <a:gd name="csX112" fmla="*/ 6822343 w 11034751"/>
              <a:gd name="csY112" fmla="*/ 4476454 h 5092150"/>
              <a:gd name="csX113" fmla="*/ 6499255 w 11034751"/>
              <a:gd name="csY113" fmla="*/ 4592278 h 5092150"/>
              <a:gd name="csX114" fmla="*/ 6115207 w 11034751"/>
              <a:gd name="csY114" fmla="*/ 4622758 h 5092150"/>
              <a:gd name="csX115" fmla="*/ 5999383 w 11034751"/>
              <a:gd name="csY115" fmla="*/ 4744678 h 5092150"/>
              <a:gd name="csX116" fmla="*/ 5773831 w 11034751"/>
              <a:gd name="csY116" fmla="*/ 4775158 h 5092150"/>
              <a:gd name="csX117" fmla="*/ 5597047 w 11034751"/>
              <a:gd name="csY117" fmla="*/ 4756870 h 5092150"/>
              <a:gd name="csX118" fmla="*/ 4731415 w 11034751"/>
              <a:gd name="csY118" fmla="*/ 4756870 h 5092150"/>
              <a:gd name="csX119" fmla="*/ 4627783 w 11034751"/>
              <a:gd name="csY119" fmla="*/ 4860502 h 5092150"/>
              <a:gd name="csX120" fmla="*/ 4225447 w 11034751"/>
              <a:gd name="csY120" fmla="*/ 5061670 h 5092150"/>
              <a:gd name="csX121" fmla="*/ 3823111 w 11034751"/>
              <a:gd name="csY121" fmla="*/ 5092150 h 5092150"/>
              <a:gd name="csX0" fmla="*/ 162839 w 11034751"/>
              <a:gd name="csY0" fmla="*/ 4812988 h 5092150"/>
              <a:gd name="csX1" fmla="*/ 125261 w 11034751"/>
              <a:gd name="csY1" fmla="*/ 4762883 h 5092150"/>
              <a:gd name="csX2" fmla="*/ 37579 w 11034751"/>
              <a:gd name="csY2" fmla="*/ 4612571 h 5092150"/>
              <a:gd name="csX3" fmla="*/ 62631 w 11034751"/>
              <a:gd name="csY3" fmla="*/ 4524889 h 5092150"/>
              <a:gd name="csX4" fmla="*/ 37579 w 11034751"/>
              <a:gd name="csY4" fmla="*/ 4399629 h 5092150"/>
              <a:gd name="csX5" fmla="*/ 0 w 11034751"/>
              <a:gd name="csY5" fmla="*/ 4324473 h 5092150"/>
              <a:gd name="csX6" fmla="*/ 62631 w 11034751"/>
              <a:gd name="csY6" fmla="*/ 4174160 h 5092150"/>
              <a:gd name="csX7" fmla="*/ 112735 w 11034751"/>
              <a:gd name="csY7" fmla="*/ 4061426 h 5092150"/>
              <a:gd name="csX8" fmla="*/ 175365 w 11034751"/>
              <a:gd name="csY8" fmla="*/ 3961218 h 5092150"/>
              <a:gd name="csX9" fmla="*/ 175365 w 11034751"/>
              <a:gd name="csY9" fmla="*/ 3961218 h 5092150"/>
              <a:gd name="csX10" fmla="*/ 288099 w 11034751"/>
              <a:gd name="csY10" fmla="*/ 3835957 h 5092150"/>
              <a:gd name="csX11" fmla="*/ 413359 w 11034751"/>
              <a:gd name="csY11" fmla="*/ 3785853 h 5092150"/>
              <a:gd name="csX12" fmla="*/ 413359 w 11034751"/>
              <a:gd name="csY12" fmla="*/ 3785853 h 5092150"/>
              <a:gd name="csX13" fmla="*/ 400833 w 11034751"/>
              <a:gd name="csY13" fmla="*/ 3673119 h 5092150"/>
              <a:gd name="csX14" fmla="*/ 300625 w 11034751"/>
              <a:gd name="csY14" fmla="*/ 3635541 h 5092150"/>
              <a:gd name="csX15" fmla="*/ 288099 w 11034751"/>
              <a:gd name="csY15" fmla="*/ 3597963 h 5092150"/>
              <a:gd name="csX16" fmla="*/ 338203 w 11034751"/>
              <a:gd name="csY16" fmla="*/ 3472703 h 5092150"/>
              <a:gd name="csX17" fmla="*/ 388307 w 11034751"/>
              <a:gd name="csY17" fmla="*/ 3397547 h 5092150"/>
              <a:gd name="csX18" fmla="*/ 488515 w 11034751"/>
              <a:gd name="csY18" fmla="*/ 3222182 h 5092150"/>
              <a:gd name="csX19" fmla="*/ 513568 w 11034751"/>
              <a:gd name="csY19" fmla="*/ 3147026 h 5092150"/>
              <a:gd name="csX20" fmla="*/ 626302 w 11034751"/>
              <a:gd name="csY20" fmla="*/ 3046818 h 5092150"/>
              <a:gd name="csX21" fmla="*/ 701458 w 11034751"/>
              <a:gd name="csY21" fmla="*/ 2984188 h 5092150"/>
              <a:gd name="csX22" fmla="*/ 801666 w 11034751"/>
              <a:gd name="csY22" fmla="*/ 2934083 h 5092150"/>
              <a:gd name="csX23" fmla="*/ 876822 w 11034751"/>
              <a:gd name="csY23" fmla="*/ 2883979 h 5092150"/>
              <a:gd name="csX24" fmla="*/ 989557 w 11034751"/>
              <a:gd name="csY24" fmla="*/ 2821349 h 5092150"/>
              <a:gd name="csX25" fmla="*/ 1052187 w 11034751"/>
              <a:gd name="csY25" fmla="*/ 2758719 h 5092150"/>
              <a:gd name="csX26" fmla="*/ 1152395 w 11034751"/>
              <a:gd name="csY26" fmla="*/ 2671037 h 5092150"/>
              <a:gd name="csX27" fmla="*/ 1302707 w 11034751"/>
              <a:gd name="csY27" fmla="*/ 2620933 h 5092150"/>
              <a:gd name="csX28" fmla="*/ 1427968 w 11034751"/>
              <a:gd name="csY28" fmla="*/ 2658511 h 5092150"/>
              <a:gd name="csX29" fmla="*/ 1427968 w 11034751"/>
              <a:gd name="csY29" fmla="*/ 2658511 h 5092150"/>
              <a:gd name="csX30" fmla="*/ 1365337 w 11034751"/>
              <a:gd name="csY30" fmla="*/ 2595881 h 5092150"/>
              <a:gd name="csX31" fmla="*/ 1402915 w 11034751"/>
              <a:gd name="csY31" fmla="*/ 2407990 h 5092150"/>
              <a:gd name="csX32" fmla="*/ 1528176 w 11034751"/>
              <a:gd name="csY32" fmla="*/ 2307782 h 5092150"/>
              <a:gd name="csX33" fmla="*/ 1628384 w 11034751"/>
              <a:gd name="csY33" fmla="*/ 2245152 h 5092150"/>
              <a:gd name="csX34" fmla="*/ 1653436 w 11034751"/>
              <a:gd name="csY34" fmla="*/ 2207574 h 5092150"/>
              <a:gd name="csX35" fmla="*/ 1816274 w 11034751"/>
              <a:gd name="csY35" fmla="*/ 2195048 h 5092150"/>
              <a:gd name="csX36" fmla="*/ 1966587 w 11034751"/>
              <a:gd name="csY36" fmla="*/ 2245152 h 5092150"/>
              <a:gd name="csX37" fmla="*/ 1966587 w 11034751"/>
              <a:gd name="csY37" fmla="*/ 2245152 h 5092150"/>
              <a:gd name="csX38" fmla="*/ 1966587 w 11034751"/>
              <a:gd name="csY38" fmla="*/ 2245152 h 5092150"/>
              <a:gd name="csX39" fmla="*/ 2079321 w 11034751"/>
              <a:gd name="csY39" fmla="*/ 2195048 h 5092150"/>
              <a:gd name="csX40" fmla="*/ 2229633 w 11034751"/>
              <a:gd name="csY40" fmla="*/ 2094840 h 5092150"/>
              <a:gd name="csX41" fmla="*/ 2467628 w 11034751"/>
              <a:gd name="csY41" fmla="*/ 2057262 h 5092150"/>
              <a:gd name="csX42" fmla="*/ 2642992 w 11034751"/>
              <a:gd name="csY42" fmla="*/ 2082314 h 5092150"/>
              <a:gd name="csX43" fmla="*/ 2743200 w 11034751"/>
              <a:gd name="csY43" fmla="*/ 2169996 h 5092150"/>
              <a:gd name="csX44" fmla="*/ 2868461 w 11034751"/>
              <a:gd name="csY44" fmla="*/ 2195048 h 5092150"/>
              <a:gd name="csX45" fmla="*/ 2705622 w 11034751"/>
              <a:gd name="csY45" fmla="*/ 2082314 h 5092150"/>
              <a:gd name="csX46" fmla="*/ 2793305 w 11034751"/>
              <a:gd name="csY46" fmla="*/ 1957053 h 5092150"/>
              <a:gd name="csX47" fmla="*/ 2956143 w 11034751"/>
              <a:gd name="csY47" fmla="*/ 1957053 h 5092150"/>
              <a:gd name="csX48" fmla="*/ 3156559 w 11034751"/>
              <a:gd name="csY48" fmla="*/ 1957053 h 5092150"/>
              <a:gd name="csX49" fmla="*/ 3319398 w 11034751"/>
              <a:gd name="csY49" fmla="*/ 1969579 h 5092150"/>
              <a:gd name="csX50" fmla="*/ 3670126 w 11034751"/>
              <a:gd name="csY50" fmla="*/ 1919475 h 5092150"/>
              <a:gd name="csX51" fmla="*/ 3832965 w 11034751"/>
              <a:gd name="csY51" fmla="*/ 1919475 h 5092150"/>
              <a:gd name="csX52" fmla="*/ 4096011 w 11034751"/>
              <a:gd name="csY52" fmla="*/ 1894423 h 5092150"/>
              <a:gd name="csX53" fmla="*/ 4246324 w 11034751"/>
              <a:gd name="csY53" fmla="*/ 1906949 h 5092150"/>
              <a:gd name="csX54" fmla="*/ 4421688 w 11034751"/>
              <a:gd name="csY54" fmla="*/ 1994631 h 5092150"/>
              <a:gd name="csX55" fmla="*/ 4421688 w 11034751"/>
              <a:gd name="csY55" fmla="*/ 1994631 h 5092150"/>
              <a:gd name="csX56" fmla="*/ 4359058 w 11034751"/>
              <a:gd name="csY56" fmla="*/ 1844319 h 5092150"/>
              <a:gd name="csX57" fmla="*/ 4559474 w 11034751"/>
              <a:gd name="csY57" fmla="*/ 1844319 h 5092150"/>
              <a:gd name="csX58" fmla="*/ 4747365 w 11034751"/>
              <a:gd name="csY58" fmla="*/ 1869371 h 5092150"/>
              <a:gd name="csX59" fmla="*/ 4835047 w 11034751"/>
              <a:gd name="csY59" fmla="*/ 1869371 h 5092150"/>
              <a:gd name="csX60" fmla="*/ 5022937 w 11034751"/>
              <a:gd name="csY60" fmla="*/ 1769163 h 5092150"/>
              <a:gd name="csX61" fmla="*/ 5260932 w 11034751"/>
              <a:gd name="csY61" fmla="*/ 1794215 h 5092150"/>
              <a:gd name="csX62" fmla="*/ 5411244 w 11034751"/>
              <a:gd name="csY62" fmla="*/ 1819267 h 5092150"/>
              <a:gd name="csX63" fmla="*/ 5599135 w 11034751"/>
              <a:gd name="csY63" fmla="*/ 1781689 h 5092150"/>
              <a:gd name="csX64" fmla="*/ 5736921 w 11034751"/>
              <a:gd name="csY64" fmla="*/ 1794215 h 5092150"/>
              <a:gd name="csX65" fmla="*/ 5799551 w 11034751"/>
              <a:gd name="csY65" fmla="*/ 1794215 h 5092150"/>
              <a:gd name="csX66" fmla="*/ 6137754 w 11034751"/>
              <a:gd name="csY66" fmla="*/ 1631377 h 5092150"/>
              <a:gd name="csX67" fmla="*/ 6363222 w 11034751"/>
              <a:gd name="csY67" fmla="*/ 1593799 h 5092150"/>
              <a:gd name="csX68" fmla="*/ 6551113 w 11034751"/>
              <a:gd name="csY68" fmla="*/ 1481064 h 5092150"/>
              <a:gd name="csX69" fmla="*/ 6713951 w 11034751"/>
              <a:gd name="csY69" fmla="*/ 1493590 h 5092150"/>
              <a:gd name="csX70" fmla="*/ 6851737 w 11034751"/>
              <a:gd name="csY70" fmla="*/ 1481064 h 5092150"/>
              <a:gd name="csX71" fmla="*/ 7002050 w 11034751"/>
              <a:gd name="csY71" fmla="*/ 1355804 h 5092150"/>
              <a:gd name="csX72" fmla="*/ 7214992 w 11034751"/>
              <a:gd name="csY72" fmla="*/ 1230544 h 5092150"/>
              <a:gd name="csX73" fmla="*/ 7340252 w 11034751"/>
              <a:gd name="csY73" fmla="*/ 1243070 h 5092150"/>
              <a:gd name="csX74" fmla="*/ 7440461 w 11034751"/>
              <a:gd name="csY74" fmla="*/ 1255596 h 5092150"/>
              <a:gd name="csX75" fmla="*/ 7528143 w 11034751"/>
              <a:gd name="csY75" fmla="*/ 1255596 h 5092150"/>
              <a:gd name="csX76" fmla="*/ 7741085 w 11034751"/>
              <a:gd name="csY76" fmla="*/ 1218018 h 5092150"/>
              <a:gd name="csX77" fmla="*/ 7803715 w 11034751"/>
              <a:gd name="csY77" fmla="*/ 1167914 h 5092150"/>
              <a:gd name="csX78" fmla="*/ 7941502 w 11034751"/>
              <a:gd name="csY78" fmla="*/ 1180440 h 5092150"/>
              <a:gd name="csX79" fmla="*/ 7941502 w 11034751"/>
              <a:gd name="csY79" fmla="*/ 1180440 h 5092150"/>
              <a:gd name="csX80" fmla="*/ 8079288 w 11034751"/>
              <a:gd name="csY80" fmla="*/ 1130336 h 5092150"/>
              <a:gd name="csX81" fmla="*/ 8267179 w 11034751"/>
              <a:gd name="csY81" fmla="*/ 1042653 h 5092150"/>
              <a:gd name="csX82" fmla="*/ 8442543 w 11034751"/>
              <a:gd name="csY82" fmla="*/ 942445 h 5092150"/>
              <a:gd name="csX83" fmla="*/ 8517699 w 11034751"/>
              <a:gd name="csY83" fmla="*/ 854763 h 5092150"/>
              <a:gd name="csX84" fmla="*/ 8555277 w 11034751"/>
              <a:gd name="csY84" fmla="*/ 804659 h 5092150"/>
              <a:gd name="csX85" fmla="*/ 8705589 w 11034751"/>
              <a:gd name="csY85" fmla="*/ 779607 h 5092150"/>
              <a:gd name="csX86" fmla="*/ 8818324 w 11034751"/>
              <a:gd name="csY86" fmla="*/ 754555 h 5092150"/>
              <a:gd name="csX87" fmla="*/ 8931058 w 11034751"/>
              <a:gd name="csY87" fmla="*/ 716977 h 5092150"/>
              <a:gd name="csX88" fmla="*/ 8981162 w 11034751"/>
              <a:gd name="csY88" fmla="*/ 691925 h 5092150"/>
              <a:gd name="csX89" fmla="*/ 9228008 w 11034751"/>
              <a:gd name="csY89" fmla="*/ 691925 h 5092150"/>
              <a:gd name="csX90" fmla="*/ 9461911 w 11034751"/>
              <a:gd name="csY90" fmla="*/ 410423 h 5092150"/>
              <a:gd name="csX91" fmla="*/ 9955687 w 11034751"/>
              <a:gd name="csY91" fmla="*/ 123911 h 5092150"/>
              <a:gd name="csX92" fmla="*/ 10443367 w 11034751"/>
              <a:gd name="csY92" fmla="*/ 1991 h 5092150"/>
              <a:gd name="csX93" fmla="*/ 10866413 w 11034751"/>
              <a:gd name="csY93" fmla="*/ 89089 h 5092150"/>
              <a:gd name="csX94" fmla="*/ 10998103 w 11034751"/>
              <a:gd name="csY94" fmla="*/ 251926 h 5092150"/>
              <a:gd name="csX95" fmla="*/ 11034679 w 11034751"/>
              <a:gd name="csY95" fmla="*/ 629879 h 5092150"/>
              <a:gd name="csX96" fmla="*/ 10924951 w 11034751"/>
              <a:gd name="csY96" fmla="*/ 898102 h 5092150"/>
              <a:gd name="csX97" fmla="*/ 10784743 w 11034751"/>
              <a:gd name="csY97" fmla="*/ 1355303 h 5092150"/>
              <a:gd name="csX98" fmla="*/ 10321447 w 11034751"/>
              <a:gd name="csY98" fmla="*/ 1690582 h 5092150"/>
              <a:gd name="csX99" fmla="*/ 10236103 w 11034751"/>
              <a:gd name="csY99" fmla="*/ 2001478 h 5092150"/>
              <a:gd name="csX100" fmla="*/ 10028839 w 11034751"/>
              <a:gd name="csY100" fmla="*/ 2190454 h 5092150"/>
              <a:gd name="csX101" fmla="*/ 9766711 w 11034751"/>
              <a:gd name="csY101" fmla="*/ 2580598 h 5092150"/>
              <a:gd name="csX102" fmla="*/ 9583831 w 11034751"/>
              <a:gd name="csY102" fmla="*/ 2934166 h 5092150"/>
              <a:gd name="csX103" fmla="*/ 9352183 w 11034751"/>
              <a:gd name="csY103" fmla="*/ 3092662 h 5092150"/>
              <a:gd name="csX104" fmla="*/ 9144919 w 11034751"/>
              <a:gd name="csY104" fmla="*/ 3299926 h 5092150"/>
              <a:gd name="csX105" fmla="*/ 8840119 w 11034751"/>
              <a:gd name="csY105" fmla="*/ 3452326 h 5092150"/>
              <a:gd name="csX106" fmla="*/ 8669431 w 11034751"/>
              <a:gd name="csY106" fmla="*/ 3763222 h 5092150"/>
              <a:gd name="csX107" fmla="*/ 8254903 w 11034751"/>
              <a:gd name="csY107" fmla="*/ 3915622 h 5092150"/>
              <a:gd name="csX108" fmla="*/ 8169559 w 11034751"/>
              <a:gd name="csY108" fmla="*/ 4104598 h 5092150"/>
              <a:gd name="csX109" fmla="*/ 7944007 w 11034751"/>
              <a:gd name="csY109" fmla="*/ 4214326 h 5092150"/>
              <a:gd name="csX110" fmla="*/ 7566055 w 11034751"/>
              <a:gd name="csY110" fmla="*/ 4293574 h 5092150"/>
              <a:gd name="csX111" fmla="*/ 7255159 w 11034751"/>
              <a:gd name="csY111" fmla="*/ 4470358 h 5092150"/>
              <a:gd name="csX112" fmla="*/ 6822343 w 11034751"/>
              <a:gd name="csY112" fmla="*/ 4476454 h 5092150"/>
              <a:gd name="csX113" fmla="*/ 6499255 w 11034751"/>
              <a:gd name="csY113" fmla="*/ 4592278 h 5092150"/>
              <a:gd name="csX114" fmla="*/ 6115207 w 11034751"/>
              <a:gd name="csY114" fmla="*/ 4622758 h 5092150"/>
              <a:gd name="csX115" fmla="*/ 5999383 w 11034751"/>
              <a:gd name="csY115" fmla="*/ 4744678 h 5092150"/>
              <a:gd name="csX116" fmla="*/ 5773831 w 11034751"/>
              <a:gd name="csY116" fmla="*/ 4775158 h 5092150"/>
              <a:gd name="csX117" fmla="*/ 5597047 w 11034751"/>
              <a:gd name="csY117" fmla="*/ 4756870 h 5092150"/>
              <a:gd name="csX118" fmla="*/ 5127655 w 11034751"/>
              <a:gd name="csY118" fmla="*/ 4769062 h 5092150"/>
              <a:gd name="csX119" fmla="*/ 4731415 w 11034751"/>
              <a:gd name="csY119" fmla="*/ 4756870 h 5092150"/>
              <a:gd name="csX120" fmla="*/ 4627783 w 11034751"/>
              <a:gd name="csY120" fmla="*/ 4860502 h 5092150"/>
              <a:gd name="csX121" fmla="*/ 4225447 w 11034751"/>
              <a:gd name="csY121" fmla="*/ 5061670 h 5092150"/>
              <a:gd name="csX122" fmla="*/ 3823111 w 11034751"/>
              <a:gd name="csY122" fmla="*/ 5092150 h 5092150"/>
              <a:gd name="csX0" fmla="*/ 162839 w 11034751"/>
              <a:gd name="csY0" fmla="*/ 4812988 h 5092150"/>
              <a:gd name="csX1" fmla="*/ 125261 w 11034751"/>
              <a:gd name="csY1" fmla="*/ 4762883 h 5092150"/>
              <a:gd name="csX2" fmla="*/ 37579 w 11034751"/>
              <a:gd name="csY2" fmla="*/ 4612571 h 5092150"/>
              <a:gd name="csX3" fmla="*/ 62631 w 11034751"/>
              <a:gd name="csY3" fmla="*/ 4524889 h 5092150"/>
              <a:gd name="csX4" fmla="*/ 37579 w 11034751"/>
              <a:gd name="csY4" fmla="*/ 4399629 h 5092150"/>
              <a:gd name="csX5" fmla="*/ 0 w 11034751"/>
              <a:gd name="csY5" fmla="*/ 4324473 h 5092150"/>
              <a:gd name="csX6" fmla="*/ 62631 w 11034751"/>
              <a:gd name="csY6" fmla="*/ 4174160 h 5092150"/>
              <a:gd name="csX7" fmla="*/ 112735 w 11034751"/>
              <a:gd name="csY7" fmla="*/ 4061426 h 5092150"/>
              <a:gd name="csX8" fmla="*/ 175365 w 11034751"/>
              <a:gd name="csY8" fmla="*/ 3961218 h 5092150"/>
              <a:gd name="csX9" fmla="*/ 175365 w 11034751"/>
              <a:gd name="csY9" fmla="*/ 3961218 h 5092150"/>
              <a:gd name="csX10" fmla="*/ 288099 w 11034751"/>
              <a:gd name="csY10" fmla="*/ 3835957 h 5092150"/>
              <a:gd name="csX11" fmla="*/ 413359 w 11034751"/>
              <a:gd name="csY11" fmla="*/ 3785853 h 5092150"/>
              <a:gd name="csX12" fmla="*/ 413359 w 11034751"/>
              <a:gd name="csY12" fmla="*/ 3785853 h 5092150"/>
              <a:gd name="csX13" fmla="*/ 400833 w 11034751"/>
              <a:gd name="csY13" fmla="*/ 3673119 h 5092150"/>
              <a:gd name="csX14" fmla="*/ 300625 w 11034751"/>
              <a:gd name="csY14" fmla="*/ 3635541 h 5092150"/>
              <a:gd name="csX15" fmla="*/ 288099 w 11034751"/>
              <a:gd name="csY15" fmla="*/ 3597963 h 5092150"/>
              <a:gd name="csX16" fmla="*/ 338203 w 11034751"/>
              <a:gd name="csY16" fmla="*/ 3472703 h 5092150"/>
              <a:gd name="csX17" fmla="*/ 388307 w 11034751"/>
              <a:gd name="csY17" fmla="*/ 3397547 h 5092150"/>
              <a:gd name="csX18" fmla="*/ 488515 w 11034751"/>
              <a:gd name="csY18" fmla="*/ 3222182 h 5092150"/>
              <a:gd name="csX19" fmla="*/ 513568 w 11034751"/>
              <a:gd name="csY19" fmla="*/ 3147026 h 5092150"/>
              <a:gd name="csX20" fmla="*/ 626302 w 11034751"/>
              <a:gd name="csY20" fmla="*/ 3046818 h 5092150"/>
              <a:gd name="csX21" fmla="*/ 701458 w 11034751"/>
              <a:gd name="csY21" fmla="*/ 2984188 h 5092150"/>
              <a:gd name="csX22" fmla="*/ 801666 w 11034751"/>
              <a:gd name="csY22" fmla="*/ 2934083 h 5092150"/>
              <a:gd name="csX23" fmla="*/ 876822 w 11034751"/>
              <a:gd name="csY23" fmla="*/ 2883979 h 5092150"/>
              <a:gd name="csX24" fmla="*/ 989557 w 11034751"/>
              <a:gd name="csY24" fmla="*/ 2821349 h 5092150"/>
              <a:gd name="csX25" fmla="*/ 1052187 w 11034751"/>
              <a:gd name="csY25" fmla="*/ 2758719 h 5092150"/>
              <a:gd name="csX26" fmla="*/ 1152395 w 11034751"/>
              <a:gd name="csY26" fmla="*/ 2671037 h 5092150"/>
              <a:gd name="csX27" fmla="*/ 1302707 w 11034751"/>
              <a:gd name="csY27" fmla="*/ 2620933 h 5092150"/>
              <a:gd name="csX28" fmla="*/ 1427968 w 11034751"/>
              <a:gd name="csY28" fmla="*/ 2658511 h 5092150"/>
              <a:gd name="csX29" fmla="*/ 1427968 w 11034751"/>
              <a:gd name="csY29" fmla="*/ 2658511 h 5092150"/>
              <a:gd name="csX30" fmla="*/ 1365337 w 11034751"/>
              <a:gd name="csY30" fmla="*/ 2595881 h 5092150"/>
              <a:gd name="csX31" fmla="*/ 1402915 w 11034751"/>
              <a:gd name="csY31" fmla="*/ 2407990 h 5092150"/>
              <a:gd name="csX32" fmla="*/ 1528176 w 11034751"/>
              <a:gd name="csY32" fmla="*/ 2307782 h 5092150"/>
              <a:gd name="csX33" fmla="*/ 1628384 w 11034751"/>
              <a:gd name="csY33" fmla="*/ 2245152 h 5092150"/>
              <a:gd name="csX34" fmla="*/ 1653436 w 11034751"/>
              <a:gd name="csY34" fmla="*/ 2207574 h 5092150"/>
              <a:gd name="csX35" fmla="*/ 1816274 w 11034751"/>
              <a:gd name="csY35" fmla="*/ 2195048 h 5092150"/>
              <a:gd name="csX36" fmla="*/ 1966587 w 11034751"/>
              <a:gd name="csY36" fmla="*/ 2245152 h 5092150"/>
              <a:gd name="csX37" fmla="*/ 1966587 w 11034751"/>
              <a:gd name="csY37" fmla="*/ 2245152 h 5092150"/>
              <a:gd name="csX38" fmla="*/ 1966587 w 11034751"/>
              <a:gd name="csY38" fmla="*/ 2245152 h 5092150"/>
              <a:gd name="csX39" fmla="*/ 2079321 w 11034751"/>
              <a:gd name="csY39" fmla="*/ 2195048 h 5092150"/>
              <a:gd name="csX40" fmla="*/ 2229633 w 11034751"/>
              <a:gd name="csY40" fmla="*/ 2094840 h 5092150"/>
              <a:gd name="csX41" fmla="*/ 2467628 w 11034751"/>
              <a:gd name="csY41" fmla="*/ 2057262 h 5092150"/>
              <a:gd name="csX42" fmla="*/ 2642992 w 11034751"/>
              <a:gd name="csY42" fmla="*/ 2082314 h 5092150"/>
              <a:gd name="csX43" fmla="*/ 2743200 w 11034751"/>
              <a:gd name="csY43" fmla="*/ 2169996 h 5092150"/>
              <a:gd name="csX44" fmla="*/ 2868461 w 11034751"/>
              <a:gd name="csY44" fmla="*/ 2195048 h 5092150"/>
              <a:gd name="csX45" fmla="*/ 2705622 w 11034751"/>
              <a:gd name="csY45" fmla="*/ 2082314 h 5092150"/>
              <a:gd name="csX46" fmla="*/ 2793305 w 11034751"/>
              <a:gd name="csY46" fmla="*/ 1957053 h 5092150"/>
              <a:gd name="csX47" fmla="*/ 2956143 w 11034751"/>
              <a:gd name="csY47" fmla="*/ 1957053 h 5092150"/>
              <a:gd name="csX48" fmla="*/ 3156559 w 11034751"/>
              <a:gd name="csY48" fmla="*/ 1957053 h 5092150"/>
              <a:gd name="csX49" fmla="*/ 3319398 w 11034751"/>
              <a:gd name="csY49" fmla="*/ 1969579 h 5092150"/>
              <a:gd name="csX50" fmla="*/ 3670126 w 11034751"/>
              <a:gd name="csY50" fmla="*/ 1919475 h 5092150"/>
              <a:gd name="csX51" fmla="*/ 3832965 w 11034751"/>
              <a:gd name="csY51" fmla="*/ 1919475 h 5092150"/>
              <a:gd name="csX52" fmla="*/ 4096011 w 11034751"/>
              <a:gd name="csY52" fmla="*/ 1894423 h 5092150"/>
              <a:gd name="csX53" fmla="*/ 4246324 w 11034751"/>
              <a:gd name="csY53" fmla="*/ 1906949 h 5092150"/>
              <a:gd name="csX54" fmla="*/ 4421688 w 11034751"/>
              <a:gd name="csY54" fmla="*/ 1994631 h 5092150"/>
              <a:gd name="csX55" fmla="*/ 4421688 w 11034751"/>
              <a:gd name="csY55" fmla="*/ 1994631 h 5092150"/>
              <a:gd name="csX56" fmla="*/ 4359058 w 11034751"/>
              <a:gd name="csY56" fmla="*/ 1844319 h 5092150"/>
              <a:gd name="csX57" fmla="*/ 4559474 w 11034751"/>
              <a:gd name="csY57" fmla="*/ 1844319 h 5092150"/>
              <a:gd name="csX58" fmla="*/ 4747365 w 11034751"/>
              <a:gd name="csY58" fmla="*/ 1869371 h 5092150"/>
              <a:gd name="csX59" fmla="*/ 4835047 w 11034751"/>
              <a:gd name="csY59" fmla="*/ 1869371 h 5092150"/>
              <a:gd name="csX60" fmla="*/ 5022937 w 11034751"/>
              <a:gd name="csY60" fmla="*/ 1769163 h 5092150"/>
              <a:gd name="csX61" fmla="*/ 5260932 w 11034751"/>
              <a:gd name="csY61" fmla="*/ 1794215 h 5092150"/>
              <a:gd name="csX62" fmla="*/ 5411244 w 11034751"/>
              <a:gd name="csY62" fmla="*/ 1819267 h 5092150"/>
              <a:gd name="csX63" fmla="*/ 5599135 w 11034751"/>
              <a:gd name="csY63" fmla="*/ 1781689 h 5092150"/>
              <a:gd name="csX64" fmla="*/ 5736921 w 11034751"/>
              <a:gd name="csY64" fmla="*/ 1794215 h 5092150"/>
              <a:gd name="csX65" fmla="*/ 5799551 w 11034751"/>
              <a:gd name="csY65" fmla="*/ 1794215 h 5092150"/>
              <a:gd name="csX66" fmla="*/ 6137754 w 11034751"/>
              <a:gd name="csY66" fmla="*/ 1631377 h 5092150"/>
              <a:gd name="csX67" fmla="*/ 6363222 w 11034751"/>
              <a:gd name="csY67" fmla="*/ 1593799 h 5092150"/>
              <a:gd name="csX68" fmla="*/ 6551113 w 11034751"/>
              <a:gd name="csY68" fmla="*/ 1481064 h 5092150"/>
              <a:gd name="csX69" fmla="*/ 6713951 w 11034751"/>
              <a:gd name="csY69" fmla="*/ 1493590 h 5092150"/>
              <a:gd name="csX70" fmla="*/ 6851737 w 11034751"/>
              <a:gd name="csY70" fmla="*/ 1481064 h 5092150"/>
              <a:gd name="csX71" fmla="*/ 7002050 w 11034751"/>
              <a:gd name="csY71" fmla="*/ 1355804 h 5092150"/>
              <a:gd name="csX72" fmla="*/ 7214992 w 11034751"/>
              <a:gd name="csY72" fmla="*/ 1230544 h 5092150"/>
              <a:gd name="csX73" fmla="*/ 7340252 w 11034751"/>
              <a:gd name="csY73" fmla="*/ 1243070 h 5092150"/>
              <a:gd name="csX74" fmla="*/ 7440461 w 11034751"/>
              <a:gd name="csY74" fmla="*/ 1255596 h 5092150"/>
              <a:gd name="csX75" fmla="*/ 7528143 w 11034751"/>
              <a:gd name="csY75" fmla="*/ 1255596 h 5092150"/>
              <a:gd name="csX76" fmla="*/ 7741085 w 11034751"/>
              <a:gd name="csY76" fmla="*/ 1218018 h 5092150"/>
              <a:gd name="csX77" fmla="*/ 7803715 w 11034751"/>
              <a:gd name="csY77" fmla="*/ 1167914 h 5092150"/>
              <a:gd name="csX78" fmla="*/ 7941502 w 11034751"/>
              <a:gd name="csY78" fmla="*/ 1180440 h 5092150"/>
              <a:gd name="csX79" fmla="*/ 7941502 w 11034751"/>
              <a:gd name="csY79" fmla="*/ 1180440 h 5092150"/>
              <a:gd name="csX80" fmla="*/ 8079288 w 11034751"/>
              <a:gd name="csY80" fmla="*/ 1130336 h 5092150"/>
              <a:gd name="csX81" fmla="*/ 8267179 w 11034751"/>
              <a:gd name="csY81" fmla="*/ 1042653 h 5092150"/>
              <a:gd name="csX82" fmla="*/ 8442543 w 11034751"/>
              <a:gd name="csY82" fmla="*/ 942445 h 5092150"/>
              <a:gd name="csX83" fmla="*/ 8517699 w 11034751"/>
              <a:gd name="csY83" fmla="*/ 854763 h 5092150"/>
              <a:gd name="csX84" fmla="*/ 8555277 w 11034751"/>
              <a:gd name="csY84" fmla="*/ 804659 h 5092150"/>
              <a:gd name="csX85" fmla="*/ 8705589 w 11034751"/>
              <a:gd name="csY85" fmla="*/ 779607 h 5092150"/>
              <a:gd name="csX86" fmla="*/ 8818324 w 11034751"/>
              <a:gd name="csY86" fmla="*/ 754555 h 5092150"/>
              <a:gd name="csX87" fmla="*/ 8931058 w 11034751"/>
              <a:gd name="csY87" fmla="*/ 716977 h 5092150"/>
              <a:gd name="csX88" fmla="*/ 8981162 w 11034751"/>
              <a:gd name="csY88" fmla="*/ 691925 h 5092150"/>
              <a:gd name="csX89" fmla="*/ 9228008 w 11034751"/>
              <a:gd name="csY89" fmla="*/ 691925 h 5092150"/>
              <a:gd name="csX90" fmla="*/ 9461911 w 11034751"/>
              <a:gd name="csY90" fmla="*/ 410423 h 5092150"/>
              <a:gd name="csX91" fmla="*/ 9955687 w 11034751"/>
              <a:gd name="csY91" fmla="*/ 123911 h 5092150"/>
              <a:gd name="csX92" fmla="*/ 10443367 w 11034751"/>
              <a:gd name="csY92" fmla="*/ 1991 h 5092150"/>
              <a:gd name="csX93" fmla="*/ 10866413 w 11034751"/>
              <a:gd name="csY93" fmla="*/ 89089 h 5092150"/>
              <a:gd name="csX94" fmla="*/ 10998103 w 11034751"/>
              <a:gd name="csY94" fmla="*/ 251926 h 5092150"/>
              <a:gd name="csX95" fmla="*/ 11034679 w 11034751"/>
              <a:gd name="csY95" fmla="*/ 629879 h 5092150"/>
              <a:gd name="csX96" fmla="*/ 10924951 w 11034751"/>
              <a:gd name="csY96" fmla="*/ 898102 h 5092150"/>
              <a:gd name="csX97" fmla="*/ 10784743 w 11034751"/>
              <a:gd name="csY97" fmla="*/ 1355303 h 5092150"/>
              <a:gd name="csX98" fmla="*/ 10321447 w 11034751"/>
              <a:gd name="csY98" fmla="*/ 1690582 h 5092150"/>
              <a:gd name="csX99" fmla="*/ 10236103 w 11034751"/>
              <a:gd name="csY99" fmla="*/ 2001478 h 5092150"/>
              <a:gd name="csX100" fmla="*/ 10028839 w 11034751"/>
              <a:gd name="csY100" fmla="*/ 2190454 h 5092150"/>
              <a:gd name="csX101" fmla="*/ 9766711 w 11034751"/>
              <a:gd name="csY101" fmla="*/ 2580598 h 5092150"/>
              <a:gd name="csX102" fmla="*/ 9583831 w 11034751"/>
              <a:gd name="csY102" fmla="*/ 2934166 h 5092150"/>
              <a:gd name="csX103" fmla="*/ 9352183 w 11034751"/>
              <a:gd name="csY103" fmla="*/ 3092662 h 5092150"/>
              <a:gd name="csX104" fmla="*/ 9144919 w 11034751"/>
              <a:gd name="csY104" fmla="*/ 3299926 h 5092150"/>
              <a:gd name="csX105" fmla="*/ 8840119 w 11034751"/>
              <a:gd name="csY105" fmla="*/ 3452326 h 5092150"/>
              <a:gd name="csX106" fmla="*/ 8669431 w 11034751"/>
              <a:gd name="csY106" fmla="*/ 3763222 h 5092150"/>
              <a:gd name="csX107" fmla="*/ 8254903 w 11034751"/>
              <a:gd name="csY107" fmla="*/ 3915622 h 5092150"/>
              <a:gd name="csX108" fmla="*/ 8169559 w 11034751"/>
              <a:gd name="csY108" fmla="*/ 4104598 h 5092150"/>
              <a:gd name="csX109" fmla="*/ 7944007 w 11034751"/>
              <a:gd name="csY109" fmla="*/ 4214326 h 5092150"/>
              <a:gd name="csX110" fmla="*/ 7566055 w 11034751"/>
              <a:gd name="csY110" fmla="*/ 4293574 h 5092150"/>
              <a:gd name="csX111" fmla="*/ 7255159 w 11034751"/>
              <a:gd name="csY111" fmla="*/ 4470358 h 5092150"/>
              <a:gd name="csX112" fmla="*/ 6822343 w 11034751"/>
              <a:gd name="csY112" fmla="*/ 4476454 h 5092150"/>
              <a:gd name="csX113" fmla="*/ 6499255 w 11034751"/>
              <a:gd name="csY113" fmla="*/ 4592278 h 5092150"/>
              <a:gd name="csX114" fmla="*/ 6115207 w 11034751"/>
              <a:gd name="csY114" fmla="*/ 4622758 h 5092150"/>
              <a:gd name="csX115" fmla="*/ 5999383 w 11034751"/>
              <a:gd name="csY115" fmla="*/ 4744678 h 5092150"/>
              <a:gd name="csX116" fmla="*/ 5786023 w 11034751"/>
              <a:gd name="csY116" fmla="*/ 4756870 h 5092150"/>
              <a:gd name="csX117" fmla="*/ 5597047 w 11034751"/>
              <a:gd name="csY117" fmla="*/ 4756870 h 5092150"/>
              <a:gd name="csX118" fmla="*/ 5127655 w 11034751"/>
              <a:gd name="csY118" fmla="*/ 4769062 h 5092150"/>
              <a:gd name="csX119" fmla="*/ 4731415 w 11034751"/>
              <a:gd name="csY119" fmla="*/ 4756870 h 5092150"/>
              <a:gd name="csX120" fmla="*/ 4627783 w 11034751"/>
              <a:gd name="csY120" fmla="*/ 4860502 h 5092150"/>
              <a:gd name="csX121" fmla="*/ 4225447 w 11034751"/>
              <a:gd name="csY121" fmla="*/ 5061670 h 5092150"/>
              <a:gd name="csX122" fmla="*/ 3823111 w 11034751"/>
              <a:gd name="csY122" fmla="*/ 5092150 h 5092150"/>
              <a:gd name="csX0" fmla="*/ 162839 w 11034751"/>
              <a:gd name="csY0" fmla="*/ 4812988 h 6201622"/>
              <a:gd name="csX1" fmla="*/ 125261 w 11034751"/>
              <a:gd name="csY1" fmla="*/ 4762883 h 6201622"/>
              <a:gd name="csX2" fmla="*/ 37579 w 11034751"/>
              <a:gd name="csY2" fmla="*/ 4612571 h 6201622"/>
              <a:gd name="csX3" fmla="*/ 62631 w 11034751"/>
              <a:gd name="csY3" fmla="*/ 4524889 h 6201622"/>
              <a:gd name="csX4" fmla="*/ 37579 w 11034751"/>
              <a:gd name="csY4" fmla="*/ 4399629 h 6201622"/>
              <a:gd name="csX5" fmla="*/ 0 w 11034751"/>
              <a:gd name="csY5" fmla="*/ 4324473 h 6201622"/>
              <a:gd name="csX6" fmla="*/ 62631 w 11034751"/>
              <a:gd name="csY6" fmla="*/ 4174160 h 6201622"/>
              <a:gd name="csX7" fmla="*/ 112735 w 11034751"/>
              <a:gd name="csY7" fmla="*/ 4061426 h 6201622"/>
              <a:gd name="csX8" fmla="*/ 175365 w 11034751"/>
              <a:gd name="csY8" fmla="*/ 3961218 h 6201622"/>
              <a:gd name="csX9" fmla="*/ 175365 w 11034751"/>
              <a:gd name="csY9" fmla="*/ 3961218 h 6201622"/>
              <a:gd name="csX10" fmla="*/ 288099 w 11034751"/>
              <a:gd name="csY10" fmla="*/ 3835957 h 6201622"/>
              <a:gd name="csX11" fmla="*/ 413359 w 11034751"/>
              <a:gd name="csY11" fmla="*/ 3785853 h 6201622"/>
              <a:gd name="csX12" fmla="*/ 413359 w 11034751"/>
              <a:gd name="csY12" fmla="*/ 3785853 h 6201622"/>
              <a:gd name="csX13" fmla="*/ 400833 w 11034751"/>
              <a:gd name="csY13" fmla="*/ 3673119 h 6201622"/>
              <a:gd name="csX14" fmla="*/ 300625 w 11034751"/>
              <a:gd name="csY14" fmla="*/ 3635541 h 6201622"/>
              <a:gd name="csX15" fmla="*/ 288099 w 11034751"/>
              <a:gd name="csY15" fmla="*/ 3597963 h 6201622"/>
              <a:gd name="csX16" fmla="*/ 338203 w 11034751"/>
              <a:gd name="csY16" fmla="*/ 3472703 h 6201622"/>
              <a:gd name="csX17" fmla="*/ 388307 w 11034751"/>
              <a:gd name="csY17" fmla="*/ 3397547 h 6201622"/>
              <a:gd name="csX18" fmla="*/ 488515 w 11034751"/>
              <a:gd name="csY18" fmla="*/ 3222182 h 6201622"/>
              <a:gd name="csX19" fmla="*/ 513568 w 11034751"/>
              <a:gd name="csY19" fmla="*/ 3147026 h 6201622"/>
              <a:gd name="csX20" fmla="*/ 626302 w 11034751"/>
              <a:gd name="csY20" fmla="*/ 3046818 h 6201622"/>
              <a:gd name="csX21" fmla="*/ 701458 w 11034751"/>
              <a:gd name="csY21" fmla="*/ 2984188 h 6201622"/>
              <a:gd name="csX22" fmla="*/ 801666 w 11034751"/>
              <a:gd name="csY22" fmla="*/ 2934083 h 6201622"/>
              <a:gd name="csX23" fmla="*/ 876822 w 11034751"/>
              <a:gd name="csY23" fmla="*/ 2883979 h 6201622"/>
              <a:gd name="csX24" fmla="*/ 989557 w 11034751"/>
              <a:gd name="csY24" fmla="*/ 2821349 h 6201622"/>
              <a:gd name="csX25" fmla="*/ 1052187 w 11034751"/>
              <a:gd name="csY25" fmla="*/ 2758719 h 6201622"/>
              <a:gd name="csX26" fmla="*/ 1152395 w 11034751"/>
              <a:gd name="csY26" fmla="*/ 2671037 h 6201622"/>
              <a:gd name="csX27" fmla="*/ 1302707 w 11034751"/>
              <a:gd name="csY27" fmla="*/ 2620933 h 6201622"/>
              <a:gd name="csX28" fmla="*/ 1427968 w 11034751"/>
              <a:gd name="csY28" fmla="*/ 2658511 h 6201622"/>
              <a:gd name="csX29" fmla="*/ 1427968 w 11034751"/>
              <a:gd name="csY29" fmla="*/ 2658511 h 6201622"/>
              <a:gd name="csX30" fmla="*/ 1365337 w 11034751"/>
              <a:gd name="csY30" fmla="*/ 2595881 h 6201622"/>
              <a:gd name="csX31" fmla="*/ 1402915 w 11034751"/>
              <a:gd name="csY31" fmla="*/ 2407990 h 6201622"/>
              <a:gd name="csX32" fmla="*/ 1528176 w 11034751"/>
              <a:gd name="csY32" fmla="*/ 2307782 h 6201622"/>
              <a:gd name="csX33" fmla="*/ 1628384 w 11034751"/>
              <a:gd name="csY33" fmla="*/ 2245152 h 6201622"/>
              <a:gd name="csX34" fmla="*/ 1653436 w 11034751"/>
              <a:gd name="csY34" fmla="*/ 2207574 h 6201622"/>
              <a:gd name="csX35" fmla="*/ 1816274 w 11034751"/>
              <a:gd name="csY35" fmla="*/ 2195048 h 6201622"/>
              <a:gd name="csX36" fmla="*/ 1966587 w 11034751"/>
              <a:gd name="csY36" fmla="*/ 2245152 h 6201622"/>
              <a:gd name="csX37" fmla="*/ 1966587 w 11034751"/>
              <a:gd name="csY37" fmla="*/ 2245152 h 6201622"/>
              <a:gd name="csX38" fmla="*/ 1966587 w 11034751"/>
              <a:gd name="csY38" fmla="*/ 2245152 h 6201622"/>
              <a:gd name="csX39" fmla="*/ 2079321 w 11034751"/>
              <a:gd name="csY39" fmla="*/ 2195048 h 6201622"/>
              <a:gd name="csX40" fmla="*/ 2229633 w 11034751"/>
              <a:gd name="csY40" fmla="*/ 2094840 h 6201622"/>
              <a:gd name="csX41" fmla="*/ 2467628 w 11034751"/>
              <a:gd name="csY41" fmla="*/ 2057262 h 6201622"/>
              <a:gd name="csX42" fmla="*/ 2642992 w 11034751"/>
              <a:gd name="csY42" fmla="*/ 2082314 h 6201622"/>
              <a:gd name="csX43" fmla="*/ 2743200 w 11034751"/>
              <a:gd name="csY43" fmla="*/ 2169996 h 6201622"/>
              <a:gd name="csX44" fmla="*/ 2868461 w 11034751"/>
              <a:gd name="csY44" fmla="*/ 2195048 h 6201622"/>
              <a:gd name="csX45" fmla="*/ 2705622 w 11034751"/>
              <a:gd name="csY45" fmla="*/ 2082314 h 6201622"/>
              <a:gd name="csX46" fmla="*/ 2793305 w 11034751"/>
              <a:gd name="csY46" fmla="*/ 1957053 h 6201622"/>
              <a:gd name="csX47" fmla="*/ 2956143 w 11034751"/>
              <a:gd name="csY47" fmla="*/ 1957053 h 6201622"/>
              <a:gd name="csX48" fmla="*/ 3156559 w 11034751"/>
              <a:gd name="csY48" fmla="*/ 1957053 h 6201622"/>
              <a:gd name="csX49" fmla="*/ 3319398 w 11034751"/>
              <a:gd name="csY49" fmla="*/ 1969579 h 6201622"/>
              <a:gd name="csX50" fmla="*/ 3670126 w 11034751"/>
              <a:gd name="csY50" fmla="*/ 1919475 h 6201622"/>
              <a:gd name="csX51" fmla="*/ 3832965 w 11034751"/>
              <a:gd name="csY51" fmla="*/ 1919475 h 6201622"/>
              <a:gd name="csX52" fmla="*/ 4096011 w 11034751"/>
              <a:gd name="csY52" fmla="*/ 1894423 h 6201622"/>
              <a:gd name="csX53" fmla="*/ 4246324 w 11034751"/>
              <a:gd name="csY53" fmla="*/ 1906949 h 6201622"/>
              <a:gd name="csX54" fmla="*/ 4421688 w 11034751"/>
              <a:gd name="csY54" fmla="*/ 1994631 h 6201622"/>
              <a:gd name="csX55" fmla="*/ 4421688 w 11034751"/>
              <a:gd name="csY55" fmla="*/ 1994631 h 6201622"/>
              <a:gd name="csX56" fmla="*/ 4359058 w 11034751"/>
              <a:gd name="csY56" fmla="*/ 1844319 h 6201622"/>
              <a:gd name="csX57" fmla="*/ 4559474 w 11034751"/>
              <a:gd name="csY57" fmla="*/ 1844319 h 6201622"/>
              <a:gd name="csX58" fmla="*/ 4747365 w 11034751"/>
              <a:gd name="csY58" fmla="*/ 1869371 h 6201622"/>
              <a:gd name="csX59" fmla="*/ 4835047 w 11034751"/>
              <a:gd name="csY59" fmla="*/ 1869371 h 6201622"/>
              <a:gd name="csX60" fmla="*/ 5022937 w 11034751"/>
              <a:gd name="csY60" fmla="*/ 1769163 h 6201622"/>
              <a:gd name="csX61" fmla="*/ 5260932 w 11034751"/>
              <a:gd name="csY61" fmla="*/ 1794215 h 6201622"/>
              <a:gd name="csX62" fmla="*/ 5411244 w 11034751"/>
              <a:gd name="csY62" fmla="*/ 1819267 h 6201622"/>
              <a:gd name="csX63" fmla="*/ 5599135 w 11034751"/>
              <a:gd name="csY63" fmla="*/ 1781689 h 6201622"/>
              <a:gd name="csX64" fmla="*/ 5736921 w 11034751"/>
              <a:gd name="csY64" fmla="*/ 1794215 h 6201622"/>
              <a:gd name="csX65" fmla="*/ 5799551 w 11034751"/>
              <a:gd name="csY65" fmla="*/ 1794215 h 6201622"/>
              <a:gd name="csX66" fmla="*/ 6137754 w 11034751"/>
              <a:gd name="csY66" fmla="*/ 1631377 h 6201622"/>
              <a:gd name="csX67" fmla="*/ 6363222 w 11034751"/>
              <a:gd name="csY67" fmla="*/ 1593799 h 6201622"/>
              <a:gd name="csX68" fmla="*/ 6551113 w 11034751"/>
              <a:gd name="csY68" fmla="*/ 1481064 h 6201622"/>
              <a:gd name="csX69" fmla="*/ 6713951 w 11034751"/>
              <a:gd name="csY69" fmla="*/ 1493590 h 6201622"/>
              <a:gd name="csX70" fmla="*/ 6851737 w 11034751"/>
              <a:gd name="csY70" fmla="*/ 1481064 h 6201622"/>
              <a:gd name="csX71" fmla="*/ 7002050 w 11034751"/>
              <a:gd name="csY71" fmla="*/ 1355804 h 6201622"/>
              <a:gd name="csX72" fmla="*/ 7214992 w 11034751"/>
              <a:gd name="csY72" fmla="*/ 1230544 h 6201622"/>
              <a:gd name="csX73" fmla="*/ 7340252 w 11034751"/>
              <a:gd name="csY73" fmla="*/ 1243070 h 6201622"/>
              <a:gd name="csX74" fmla="*/ 7440461 w 11034751"/>
              <a:gd name="csY74" fmla="*/ 1255596 h 6201622"/>
              <a:gd name="csX75" fmla="*/ 7528143 w 11034751"/>
              <a:gd name="csY75" fmla="*/ 1255596 h 6201622"/>
              <a:gd name="csX76" fmla="*/ 7741085 w 11034751"/>
              <a:gd name="csY76" fmla="*/ 1218018 h 6201622"/>
              <a:gd name="csX77" fmla="*/ 7803715 w 11034751"/>
              <a:gd name="csY77" fmla="*/ 1167914 h 6201622"/>
              <a:gd name="csX78" fmla="*/ 7941502 w 11034751"/>
              <a:gd name="csY78" fmla="*/ 1180440 h 6201622"/>
              <a:gd name="csX79" fmla="*/ 7941502 w 11034751"/>
              <a:gd name="csY79" fmla="*/ 1180440 h 6201622"/>
              <a:gd name="csX80" fmla="*/ 8079288 w 11034751"/>
              <a:gd name="csY80" fmla="*/ 1130336 h 6201622"/>
              <a:gd name="csX81" fmla="*/ 8267179 w 11034751"/>
              <a:gd name="csY81" fmla="*/ 1042653 h 6201622"/>
              <a:gd name="csX82" fmla="*/ 8442543 w 11034751"/>
              <a:gd name="csY82" fmla="*/ 942445 h 6201622"/>
              <a:gd name="csX83" fmla="*/ 8517699 w 11034751"/>
              <a:gd name="csY83" fmla="*/ 854763 h 6201622"/>
              <a:gd name="csX84" fmla="*/ 8555277 w 11034751"/>
              <a:gd name="csY84" fmla="*/ 804659 h 6201622"/>
              <a:gd name="csX85" fmla="*/ 8705589 w 11034751"/>
              <a:gd name="csY85" fmla="*/ 779607 h 6201622"/>
              <a:gd name="csX86" fmla="*/ 8818324 w 11034751"/>
              <a:gd name="csY86" fmla="*/ 754555 h 6201622"/>
              <a:gd name="csX87" fmla="*/ 8931058 w 11034751"/>
              <a:gd name="csY87" fmla="*/ 716977 h 6201622"/>
              <a:gd name="csX88" fmla="*/ 8981162 w 11034751"/>
              <a:gd name="csY88" fmla="*/ 691925 h 6201622"/>
              <a:gd name="csX89" fmla="*/ 9228008 w 11034751"/>
              <a:gd name="csY89" fmla="*/ 691925 h 6201622"/>
              <a:gd name="csX90" fmla="*/ 9461911 w 11034751"/>
              <a:gd name="csY90" fmla="*/ 410423 h 6201622"/>
              <a:gd name="csX91" fmla="*/ 9955687 w 11034751"/>
              <a:gd name="csY91" fmla="*/ 123911 h 6201622"/>
              <a:gd name="csX92" fmla="*/ 10443367 w 11034751"/>
              <a:gd name="csY92" fmla="*/ 1991 h 6201622"/>
              <a:gd name="csX93" fmla="*/ 10866413 w 11034751"/>
              <a:gd name="csY93" fmla="*/ 89089 h 6201622"/>
              <a:gd name="csX94" fmla="*/ 10998103 w 11034751"/>
              <a:gd name="csY94" fmla="*/ 251926 h 6201622"/>
              <a:gd name="csX95" fmla="*/ 11034679 w 11034751"/>
              <a:gd name="csY95" fmla="*/ 629879 h 6201622"/>
              <a:gd name="csX96" fmla="*/ 10924951 w 11034751"/>
              <a:gd name="csY96" fmla="*/ 898102 h 6201622"/>
              <a:gd name="csX97" fmla="*/ 10784743 w 11034751"/>
              <a:gd name="csY97" fmla="*/ 1355303 h 6201622"/>
              <a:gd name="csX98" fmla="*/ 10321447 w 11034751"/>
              <a:gd name="csY98" fmla="*/ 1690582 h 6201622"/>
              <a:gd name="csX99" fmla="*/ 10236103 w 11034751"/>
              <a:gd name="csY99" fmla="*/ 2001478 h 6201622"/>
              <a:gd name="csX100" fmla="*/ 10028839 w 11034751"/>
              <a:gd name="csY100" fmla="*/ 2190454 h 6201622"/>
              <a:gd name="csX101" fmla="*/ 9766711 w 11034751"/>
              <a:gd name="csY101" fmla="*/ 2580598 h 6201622"/>
              <a:gd name="csX102" fmla="*/ 9583831 w 11034751"/>
              <a:gd name="csY102" fmla="*/ 2934166 h 6201622"/>
              <a:gd name="csX103" fmla="*/ 9352183 w 11034751"/>
              <a:gd name="csY103" fmla="*/ 3092662 h 6201622"/>
              <a:gd name="csX104" fmla="*/ 9144919 w 11034751"/>
              <a:gd name="csY104" fmla="*/ 3299926 h 6201622"/>
              <a:gd name="csX105" fmla="*/ 8840119 w 11034751"/>
              <a:gd name="csY105" fmla="*/ 3452326 h 6201622"/>
              <a:gd name="csX106" fmla="*/ 8669431 w 11034751"/>
              <a:gd name="csY106" fmla="*/ 3763222 h 6201622"/>
              <a:gd name="csX107" fmla="*/ 8254903 w 11034751"/>
              <a:gd name="csY107" fmla="*/ 3915622 h 6201622"/>
              <a:gd name="csX108" fmla="*/ 8169559 w 11034751"/>
              <a:gd name="csY108" fmla="*/ 4104598 h 6201622"/>
              <a:gd name="csX109" fmla="*/ 7944007 w 11034751"/>
              <a:gd name="csY109" fmla="*/ 4214326 h 6201622"/>
              <a:gd name="csX110" fmla="*/ 7566055 w 11034751"/>
              <a:gd name="csY110" fmla="*/ 4293574 h 6201622"/>
              <a:gd name="csX111" fmla="*/ 7255159 w 11034751"/>
              <a:gd name="csY111" fmla="*/ 4470358 h 6201622"/>
              <a:gd name="csX112" fmla="*/ 6822343 w 11034751"/>
              <a:gd name="csY112" fmla="*/ 4476454 h 6201622"/>
              <a:gd name="csX113" fmla="*/ 6499255 w 11034751"/>
              <a:gd name="csY113" fmla="*/ 4592278 h 6201622"/>
              <a:gd name="csX114" fmla="*/ 6115207 w 11034751"/>
              <a:gd name="csY114" fmla="*/ 4622758 h 6201622"/>
              <a:gd name="csX115" fmla="*/ 5999383 w 11034751"/>
              <a:gd name="csY115" fmla="*/ 4744678 h 6201622"/>
              <a:gd name="csX116" fmla="*/ 5786023 w 11034751"/>
              <a:gd name="csY116" fmla="*/ 4756870 h 6201622"/>
              <a:gd name="csX117" fmla="*/ 5597047 w 11034751"/>
              <a:gd name="csY117" fmla="*/ 4756870 h 6201622"/>
              <a:gd name="csX118" fmla="*/ 5127655 w 11034751"/>
              <a:gd name="csY118" fmla="*/ 4769062 h 6201622"/>
              <a:gd name="csX119" fmla="*/ 4731415 w 11034751"/>
              <a:gd name="csY119" fmla="*/ 4756870 h 6201622"/>
              <a:gd name="csX120" fmla="*/ 4627783 w 11034751"/>
              <a:gd name="csY120" fmla="*/ 4860502 h 6201622"/>
              <a:gd name="csX121" fmla="*/ 4225447 w 11034751"/>
              <a:gd name="csY121" fmla="*/ 5061670 h 6201622"/>
              <a:gd name="csX122" fmla="*/ 4115719 w 11034751"/>
              <a:gd name="csY122" fmla="*/ 6201622 h 6201622"/>
              <a:gd name="csX0" fmla="*/ 162839 w 11034751"/>
              <a:gd name="csY0" fmla="*/ 4812988 h 6201622"/>
              <a:gd name="csX1" fmla="*/ 125261 w 11034751"/>
              <a:gd name="csY1" fmla="*/ 4762883 h 6201622"/>
              <a:gd name="csX2" fmla="*/ 37579 w 11034751"/>
              <a:gd name="csY2" fmla="*/ 4612571 h 6201622"/>
              <a:gd name="csX3" fmla="*/ 62631 w 11034751"/>
              <a:gd name="csY3" fmla="*/ 4524889 h 6201622"/>
              <a:gd name="csX4" fmla="*/ 37579 w 11034751"/>
              <a:gd name="csY4" fmla="*/ 4399629 h 6201622"/>
              <a:gd name="csX5" fmla="*/ 0 w 11034751"/>
              <a:gd name="csY5" fmla="*/ 4324473 h 6201622"/>
              <a:gd name="csX6" fmla="*/ 62631 w 11034751"/>
              <a:gd name="csY6" fmla="*/ 4174160 h 6201622"/>
              <a:gd name="csX7" fmla="*/ 112735 w 11034751"/>
              <a:gd name="csY7" fmla="*/ 4061426 h 6201622"/>
              <a:gd name="csX8" fmla="*/ 175365 w 11034751"/>
              <a:gd name="csY8" fmla="*/ 3961218 h 6201622"/>
              <a:gd name="csX9" fmla="*/ 175365 w 11034751"/>
              <a:gd name="csY9" fmla="*/ 3961218 h 6201622"/>
              <a:gd name="csX10" fmla="*/ 288099 w 11034751"/>
              <a:gd name="csY10" fmla="*/ 3835957 h 6201622"/>
              <a:gd name="csX11" fmla="*/ 413359 w 11034751"/>
              <a:gd name="csY11" fmla="*/ 3785853 h 6201622"/>
              <a:gd name="csX12" fmla="*/ 413359 w 11034751"/>
              <a:gd name="csY12" fmla="*/ 3785853 h 6201622"/>
              <a:gd name="csX13" fmla="*/ 400833 w 11034751"/>
              <a:gd name="csY13" fmla="*/ 3673119 h 6201622"/>
              <a:gd name="csX14" fmla="*/ 300625 w 11034751"/>
              <a:gd name="csY14" fmla="*/ 3635541 h 6201622"/>
              <a:gd name="csX15" fmla="*/ 288099 w 11034751"/>
              <a:gd name="csY15" fmla="*/ 3597963 h 6201622"/>
              <a:gd name="csX16" fmla="*/ 338203 w 11034751"/>
              <a:gd name="csY16" fmla="*/ 3472703 h 6201622"/>
              <a:gd name="csX17" fmla="*/ 388307 w 11034751"/>
              <a:gd name="csY17" fmla="*/ 3397547 h 6201622"/>
              <a:gd name="csX18" fmla="*/ 488515 w 11034751"/>
              <a:gd name="csY18" fmla="*/ 3222182 h 6201622"/>
              <a:gd name="csX19" fmla="*/ 513568 w 11034751"/>
              <a:gd name="csY19" fmla="*/ 3147026 h 6201622"/>
              <a:gd name="csX20" fmla="*/ 626302 w 11034751"/>
              <a:gd name="csY20" fmla="*/ 3046818 h 6201622"/>
              <a:gd name="csX21" fmla="*/ 701458 w 11034751"/>
              <a:gd name="csY21" fmla="*/ 2984188 h 6201622"/>
              <a:gd name="csX22" fmla="*/ 801666 w 11034751"/>
              <a:gd name="csY22" fmla="*/ 2934083 h 6201622"/>
              <a:gd name="csX23" fmla="*/ 876822 w 11034751"/>
              <a:gd name="csY23" fmla="*/ 2883979 h 6201622"/>
              <a:gd name="csX24" fmla="*/ 989557 w 11034751"/>
              <a:gd name="csY24" fmla="*/ 2821349 h 6201622"/>
              <a:gd name="csX25" fmla="*/ 1052187 w 11034751"/>
              <a:gd name="csY25" fmla="*/ 2758719 h 6201622"/>
              <a:gd name="csX26" fmla="*/ 1152395 w 11034751"/>
              <a:gd name="csY26" fmla="*/ 2671037 h 6201622"/>
              <a:gd name="csX27" fmla="*/ 1302707 w 11034751"/>
              <a:gd name="csY27" fmla="*/ 2620933 h 6201622"/>
              <a:gd name="csX28" fmla="*/ 1427968 w 11034751"/>
              <a:gd name="csY28" fmla="*/ 2658511 h 6201622"/>
              <a:gd name="csX29" fmla="*/ 1427968 w 11034751"/>
              <a:gd name="csY29" fmla="*/ 2658511 h 6201622"/>
              <a:gd name="csX30" fmla="*/ 1365337 w 11034751"/>
              <a:gd name="csY30" fmla="*/ 2595881 h 6201622"/>
              <a:gd name="csX31" fmla="*/ 1402915 w 11034751"/>
              <a:gd name="csY31" fmla="*/ 2407990 h 6201622"/>
              <a:gd name="csX32" fmla="*/ 1528176 w 11034751"/>
              <a:gd name="csY32" fmla="*/ 2307782 h 6201622"/>
              <a:gd name="csX33" fmla="*/ 1628384 w 11034751"/>
              <a:gd name="csY33" fmla="*/ 2245152 h 6201622"/>
              <a:gd name="csX34" fmla="*/ 1653436 w 11034751"/>
              <a:gd name="csY34" fmla="*/ 2207574 h 6201622"/>
              <a:gd name="csX35" fmla="*/ 1816274 w 11034751"/>
              <a:gd name="csY35" fmla="*/ 2195048 h 6201622"/>
              <a:gd name="csX36" fmla="*/ 1966587 w 11034751"/>
              <a:gd name="csY36" fmla="*/ 2245152 h 6201622"/>
              <a:gd name="csX37" fmla="*/ 1966587 w 11034751"/>
              <a:gd name="csY37" fmla="*/ 2245152 h 6201622"/>
              <a:gd name="csX38" fmla="*/ 1966587 w 11034751"/>
              <a:gd name="csY38" fmla="*/ 2245152 h 6201622"/>
              <a:gd name="csX39" fmla="*/ 2079321 w 11034751"/>
              <a:gd name="csY39" fmla="*/ 2195048 h 6201622"/>
              <a:gd name="csX40" fmla="*/ 2229633 w 11034751"/>
              <a:gd name="csY40" fmla="*/ 2094840 h 6201622"/>
              <a:gd name="csX41" fmla="*/ 2467628 w 11034751"/>
              <a:gd name="csY41" fmla="*/ 2057262 h 6201622"/>
              <a:gd name="csX42" fmla="*/ 2642992 w 11034751"/>
              <a:gd name="csY42" fmla="*/ 2082314 h 6201622"/>
              <a:gd name="csX43" fmla="*/ 2743200 w 11034751"/>
              <a:gd name="csY43" fmla="*/ 2169996 h 6201622"/>
              <a:gd name="csX44" fmla="*/ 2868461 w 11034751"/>
              <a:gd name="csY44" fmla="*/ 2195048 h 6201622"/>
              <a:gd name="csX45" fmla="*/ 2705622 w 11034751"/>
              <a:gd name="csY45" fmla="*/ 2082314 h 6201622"/>
              <a:gd name="csX46" fmla="*/ 2793305 w 11034751"/>
              <a:gd name="csY46" fmla="*/ 1957053 h 6201622"/>
              <a:gd name="csX47" fmla="*/ 2956143 w 11034751"/>
              <a:gd name="csY47" fmla="*/ 1957053 h 6201622"/>
              <a:gd name="csX48" fmla="*/ 3156559 w 11034751"/>
              <a:gd name="csY48" fmla="*/ 1957053 h 6201622"/>
              <a:gd name="csX49" fmla="*/ 3319398 w 11034751"/>
              <a:gd name="csY49" fmla="*/ 1969579 h 6201622"/>
              <a:gd name="csX50" fmla="*/ 3670126 w 11034751"/>
              <a:gd name="csY50" fmla="*/ 1919475 h 6201622"/>
              <a:gd name="csX51" fmla="*/ 3832965 w 11034751"/>
              <a:gd name="csY51" fmla="*/ 1919475 h 6201622"/>
              <a:gd name="csX52" fmla="*/ 4096011 w 11034751"/>
              <a:gd name="csY52" fmla="*/ 1894423 h 6201622"/>
              <a:gd name="csX53" fmla="*/ 4246324 w 11034751"/>
              <a:gd name="csY53" fmla="*/ 1906949 h 6201622"/>
              <a:gd name="csX54" fmla="*/ 4421688 w 11034751"/>
              <a:gd name="csY54" fmla="*/ 1994631 h 6201622"/>
              <a:gd name="csX55" fmla="*/ 4421688 w 11034751"/>
              <a:gd name="csY55" fmla="*/ 1994631 h 6201622"/>
              <a:gd name="csX56" fmla="*/ 4359058 w 11034751"/>
              <a:gd name="csY56" fmla="*/ 1844319 h 6201622"/>
              <a:gd name="csX57" fmla="*/ 4559474 w 11034751"/>
              <a:gd name="csY57" fmla="*/ 1844319 h 6201622"/>
              <a:gd name="csX58" fmla="*/ 4747365 w 11034751"/>
              <a:gd name="csY58" fmla="*/ 1869371 h 6201622"/>
              <a:gd name="csX59" fmla="*/ 4835047 w 11034751"/>
              <a:gd name="csY59" fmla="*/ 1869371 h 6201622"/>
              <a:gd name="csX60" fmla="*/ 5022937 w 11034751"/>
              <a:gd name="csY60" fmla="*/ 1769163 h 6201622"/>
              <a:gd name="csX61" fmla="*/ 5260932 w 11034751"/>
              <a:gd name="csY61" fmla="*/ 1794215 h 6201622"/>
              <a:gd name="csX62" fmla="*/ 5411244 w 11034751"/>
              <a:gd name="csY62" fmla="*/ 1819267 h 6201622"/>
              <a:gd name="csX63" fmla="*/ 5599135 w 11034751"/>
              <a:gd name="csY63" fmla="*/ 1781689 h 6201622"/>
              <a:gd name="csX64" fmla="*/ 5736921 w 11034751"/>
              <a:gd name="csY64" fmla="*/ 1794215 h 6201622"/>
              <a:gd name="csX65" fmla="*/ 5799551 w 11034751"/>
              <a:gd name="csY65" fmla="*/ 1794215 h 6201622"/>
              <a:gd name="csX66" fmla="*/ 6137754 w 11034751"/>
              <a:gd name="csY66" fmla="*/ 1631377 h 6201622"/>
              <a:gd name="csX67" fmla="*/ 6363222 w 11034751"/>
              <a:gd name="csY67" fmla="*/ 1593799 h 6201622"/>
              <a:gd name="csX68" fmla="*/ 6551113 w 11034751"/>
              <a:gd name="csY68" fmla="*/ 1481064 h 6201622"/>
              <a:gd name="csX69" fmla="*/ 6713951 w 11034751"/>
              <a:gd name="csY69" fmla="*/ 1493590 h 6201622"/>
              <a:gd name="csX70" fmla="*/ 6851737 w 11034751"/>
              <a:gd name="csY70" fmla="*/ 1481064 h 6201622"/>
              <a:gd name="csX71" fmla="*/ 7002050 w 11034751"/>
              <a:gd name="csY71" fmla="*/ 1355804 h 6201622"/>
              <a:gd name="csX72" fmla="*/ 7214992 w 11034751"/>
              <a:gd name="csY72" fmla="*/ 1230544 h 6201622"/>
              <a:gd name="csX73" fmla="*/ 7340252 w 11034751"/>
              <a:gd name="csY73" fmla="*/ 1243070 h 6201622"/>
              <a:gd name="csX74" fmla="*/ 7440461 w 11034751"/>
              <a:gd name="csY74" fmla="*/ 1255596 h 6201622"/>
              <a:gd name="csX75" fmla="*/ 7528143 w 11034751"/>
              <a:gd name="csY75" fmla="*/ 1255596 h 6201622"/>
              <a:gd name="csX76" fmla="*/ 7741085 w 11034751"/>
              <a:gd name="csY76" fmla="*/ 1218018 h 6201622"/>
              <a:gd name="csX77" fmla="*/ 7803715 w 11034751"/>
              <a:gd name="csY77" fmla="*/ 1167914 h 6201622"/>
              <a:gd name="csX78" fmla="*/ 7941502 w 11034751"/>
              <a:gd name="csY78" fmla="*/ 1180440 h 6201622"/>
              <a:gd name="csX79" fmla="*/ 7941502 w 11034751"/>
              <a:gd name="csY79" fmla="*/ 1180440 h 6201622"/>
              <a:gd name="csX80" fmla="*/ 8079288 w 11034751"/>
              <a:gd name="csY80" fmla="*/ 1130336 h 6201622"/>
              <a:gd name="csX81" fmla="*/ 8267179 w 11034751"/>
              <a:gd name="csY81" fmla="*/ 1042653 h 6201622"/>
              <a:gd name="csX82" fmla="*/ 8442543 w 11034751"/>
              <a:gd name="csY82" fmla="*/ 942445 h 6201622"/>
              <a:gd name="csX83" fmla="*/ 8517699 w 11034751"/>
              <a:gd name="csY83" fmla="*/ 854763 h 6201622"/>
              <a:gd name="csX84" fmla="*/ 8555277 w 11034751"/>
              <a:gd name="csY84" fmla="*/ 804659 h 6201622"/>
              <a:gd name="csX85" fmla="*/ 8705589 w 11034751"/>
              <a:gd name="csY85" fmla="*/ 779607 h 6201622"/>
              <a:gd name="csX86" fmla="*/ 8818324 w 11034751"/>
              <a:gd name="csY86" fmla="*/ 754555 h 6201622"/>
              <a:gd name="csX87" fmla="*/ 8931058 w 11034751"/>
              <a:gd name="csY87" fmla="*/ 716977 h 6201622"/>
              <a:gd name="csX88" fmla="*/ 8981162 w 11034751"/>
              <a:gd name="csY88" fmla="*/ 691925 h 6201622"/>
              <a:gd name="csX89" fmla="*/ 9228008 w 11034751"/>
              <a:gd name="csY89" fmla="*/ 691925 h 6201622"/>
              <a:gd name="csX90" fmla="*/ 9461911 w 11034751"/>
              <a:gd name="csY90" fmla="*/ 410423 h 6201622"/>
              <a:gd name="csX91" fmla="*/ 9955687 w 11034751"/>
              <a:gd name="csY91" fmla="*/ 123911 h 6201622"/>
              <a:gd name="csX92" fmla="*/ 10443367 w 11034751"/>
              <a:gd name="csY92" fmla="*/ 1991 h 6201622"/>
              <a:gd name="csX93" fmla="*/ 10866413 w 11034751"/>
              <a:gd name="csY93" fmla="*/ 89089 h 6201622"/>
              <a:gd name="csX94" fmla="*/ 10998103 w 11034751"/>
              <a:gd name="csY94" fmla="*/ 251926 h 6201622"/>
              <a:gd name="csX95" fmla="*/ 11034679 w 11034751"/>
              <a:gd name="csY95" fmla="*/ 629879 h 6201622"/>
              <a:gd name="csX96" fmla="*/ 10924951 w 11034751"/>
              <a:gd name="csY96" fmla="*/ 898102 h 6201622"/>
              <a:gd name="csX97" fmla="*/ 10784743 w 11034751"/>
              <a:gd name="csY97" fmla="*/ 1355303 h 6201622"/>
              <a:gd name="csX98" fmla="*/ 10321447 w 11034751"/>
              <a:gd name="csY98" fmla="*/ 1690582 h 6201622"/>
              <a:gd name="csX99" fmla="*/ 10236103 w 11034751"/>
              <a:gd name="csY99" fmla="*/ 2001478 h 6201622"/>
              <a:gd name="csX100" fmla="*/ 10028839 w 11034751"/>
              <a:gd name="csY100" fmla="*/ 2190454 h 6201622"/>
              <a:gd name="csX101" fmla="*/ 9766711 w 11034751"/>
              <a:gd name="csY101" fmla="*/ 2580598 h 6201622"/>
              <a:gd name="csX102" fmla="*/ 9583831 w 11034751"/>
              <a:gd name="csY102" fmla="*/ 2934166 h 6201622"/>
              <a:gd name="csX103" fmla="*/ 9352183 w 11034751"/>
              <a:gd name="csY103" fmla="*/ 3092662 h 6201622"/>
              <a:gd name="csX104" fmla="*/ 9144919 w 11034751"/>
              <a:gd name="csY104" fmla="*/ 3299926 h 6201622"/>
              <a:gd name="csX105" fmla="*/ 8840119 w 11034751"/>
              <a:gd name="csY105" fmla="*/ 3452326 h 6201622"/>
              <a:gd name="csX106" fmla="*/ 8669431 w 11034751"/>
              <a:gd name="csY106" fmla="*/ 3763222 h 6201622"/>
              <a:gd name="csX107" fmla="*/ 8254903 w 11034751"/>
              <a:gd name="csY107" fmla="*/ 3915622 h 6201622"/>
              <a:gd name="csX108" fmla="*/ 8169559 w 11034751"/>
              <a:gd name="csY108" fmla="*/ 4104598 h 6201622"/>
              <a:gd name="csX109" fmla="*/ 7944007 w 11034751"/>
              <a:gd name="csY109" fmla="*/ 4214326 h 6201622"/>
              <a:gd name="csX110" fmla="*/ 7566055 w 11034751"/>
              <a:gd name="csY110" fmla="*/ 4293574 h 6201622"/>
              <a:gd name="csX111" fmla="*/ 7255159 w 11034751"/>
              <a:gd name="csY111" fmla="*/ 4470358 h 6201622"/>
              <a:gd name="csX112" fmla="*/ 6822343 w 11034751"/>
              <a:gd name="csY112" fmla="*/ 4476454 h 6201622"/>
              <a:gd name="csX113" fmla="*/ 6499255 w 11034751"/>
              <a:gd name="csY113" fmla="*/ 4592278 h 6201622"/>
              <a:gd name="csX114" fmla="*/ 6115207 w 11034751"/>
              <a:gd name="csY114" fmla="*/ 4622758 h 6201622"/>
              <a:gd name="csX115" fmla="*/ 5999383 w 11034751"/>
              <a:gd name="csY115" fmla="*/ 4744678 h 6201622"/>
              <a:gd name="csX116" fmla="*/ 5786023 w 11034751"/>
              <a:gd name="csY116" fmla="*/ 4756870 h 6201622"/>
              <a:gd name="csX117" fmla="*/ 5597047 w 11034751"/>
              <a:gd name="csY117" fmla="*/ 4756870 h 6201622"/>
              <a:gd name="csX118" fmla="*/ 5127655 w 11034751"/>
              <a:gd name="csY118" fmla="*/ 4769062 h 6201622"/>
              <a:gd name="csX119" fmla="*/ 4731415 w 11034751"/>
              <a:gd name="csY119" fmla="*/ 4756870 h 6201622"/>
              <a:gd name="csX120" fmla="*/ 4627783 w 11034751"/>
              <a:gd name="csY120" fmla="*/ 4860502 h 6201622"/>
              <a:gd name="csX121" fmla="*/ 4225447 w 11034751"/>
              <a:gd name="csY121" fmla="*/ 5061670 h 6201622"/>
              <a:gd name="csX122" fmla="*/ 3780439 w 11034751"/>
              <a:gd name="csY122" fmla="*/ 5171398 h 6201622"/>
              <a:gd name="csX123" fmla="*/ 4115719 w 11034751"/>
              <a:gd name="csY123" fmla="*/ 6201622 h 6201622"/>
              <a:gd name="csX0" fmla="*/ 162839 w 11034751"/>
              <a:gd name="csY0" fmla="*/ 4812988 h 6201622"/>
              <a:gd name="csX1" fmla="*/ 125261 w 11034751"/>
              <a:gd name="csY1" fmla="*/ 4762883 h 6201622"/>
              <a:gd name="csX2" fmla="*/ 37579 w 11034751"/>
              <a:gd name="csY2" fmla="*/ 4612571 h 6201622"/>
              <a:gd name="csX3" fmla="*/ 62631 w 11034751"/>
              <a:gd name="csY3" fmla="*/ 4524889 h 6201622"/>
              <a:gd name="csX4" fmla="*/ 37579 w 11034751"/>
              <a:gd name="csY4" fmla="*/ 4399629 h 6201622"/>
              <a:gd name="csX5" fmla="*/ 0 w 11034751"/>
              <a:gd name="csY5" fmla="*/ 4324473 h 6201622"/>
              <a:gd name="csX6" fmla="*/ 62631 w 11034751"/>
              <a:gd name="csY6" fmla="*/ 4174160 h 6201622"/>
              <a:gd name="csX7" fmla="*/ 112735 w 11034751"/>
              <a:gd name="csY7" fmla="*/ 4061426 h 6201622"/>
              <a:gd name="csX8" fmla="*/ 175365 w 11034751"/>
              <a:gd name="csY8" fmla="*/ 3961218 h 6201622"/>
              <a:gd name="csX9" fmla="*/ 175365 w 11034751"/>
              <a:gd name="csY9" fmla="*/ 3961218 h 6201622"/>
              <a:gd name="csX10" fmla="*/ 288099 w 11034751"/>
              <a:gd name="csY10" fmla="*/ 3835957 h 6201622"/>
              <a:gd name="csX11" fmla="*/ 413359 w 11034751"/>
              <a:gd name="csY11" fmla="*/ 3785853 h 6201622"/>
              <a:gd name="csX12" fmla="*/ 413359 w 11034751"/>
              <a:gd name="csY12" fmla="*/ 3785853 h 6201622"/>
              <a:gd name="csX13" fmla="*/ 400833 w 11034751"/>
              <a:gd name="csY13" fmla="*/ 3673119 h 6201622"/>
              <a:gd name="csX14" fmla="*/ 300625 w 11034751"/>
              <a:gd name="csY14" fmla="*/ 3635541 h 6201622"/>
              <a:gd name="csX15" fmla="*/ 288099 w 11034751"/>
              <a:gd name="csY15" fmla="*/ 3597963 h 6201622"/>
              <a:gd name="csX16" fmla="*/ 338203 w 11034751"/>
              <a:gd name="csY16" fmla="*/ 3472703 h 6201622"/>
              <a:gd name="csX17" fmla="*/ 388307 w 11034751"/>
              <a:gd name="csY17" fmla="*/ 3397547 h 6201622"/>
              <a:gd name="csX18" fmla="*/ 488515 w 11034751"/>
              <a:gd name="csY18" fmla="*/ 3222182 h 6201622"/>
              <a:gd name="csX19" fmla="*/ 513568 w 11034751"/>
              <a:gd name="csY19" fmla="*/ 3147026 h 6201622"/>
              <a:gd name="csX20" fmla="*/ 626302 w 11034751"/>
              <a:gd name="csY20" fmla="*/ 3046818 h 6201622"/>
              <a:gd name="csX21" fmla="*/ 701458 w 11034751"/>
              <a:gd name="csY21" fmla="*/ 2984188 h 6201622"/>
              <a:gd name="csX22" fmla="*/ 801666 w 11034751"/>
              <a:gd name="csY22" fmla="*/ 2934083 h 6201622"/>
              <a:gd name="csX23" fmla="*/ 876822 w 11034751"/>
              <a:gd name="csY23" fmla="*/ 2883979 h 6201622"/>
              <a:gd name="csX24" fmla="*/ 989557 w 11034751"/>
              <a:gd name="csY24" fmla="*/ 2821349 h 6201622"/>
              <a:gd name="csX25" fmla="*/ 1052187 w 11034751"/>
              <a:gd name="csY25" fmla="*/ 2758719 h 6201622"/>
              <a:gd name="csX26" fmla="*/ 1152395 w 11034751"/>
              <a:gd name="csY26" fmla="*/ 2671037 h 6201622"/>
              <a:gd name="csX27" fmla="*/ 1302707 w 11034751"/>
              <a:gd name="csY27" fmla="*/ 2620933 h 6201622"/>
              <a:gd name="csX28" fmla="*/ 1427968 w 11034751"/>
              <a:gd name="csY28" fmla="*/ 2658511 h 6201622"/>
              <a:gd name="csX29" fmla="*/ 1427968 w 11034751"/>
              <a:gd name="csY29" fmla="*/ 2658511 h 6201622"/>
              <a:gd name="csX30" fmla="*/ 1365337 w 11034751"/>
              <a:gd name="csY30" fmla="*/ 2595881 h 6201622"/>
              <a:gd name="csX31" fmla="*/ 1402915 w 11034751"/>
              <a:gd name="csY31" fmla="*/ 2407990 h 6201622"/>
              <a:gd name="csX32" fmla="*/ 1528176 w 11034751"/>
              <a:gd name="csY32" fmla="*/ 2307782 h 6201622"/>
              <a:gd name="csX33" fmla="*/ 1628384 w 11034751"/>
              <a:gd name="csY33" fmla="*/ 2245152 h 6201622"/>
              <a:gd name="csX34" fmla="*/ 1653436 w 11034751"/>
              <a:gd name="csY34" fmla="*/ 2207574 h 6201622"/>
              <a:gd name="csX35" fmla="*/ 1816274 w 11034751"/>
              <a:gd name="csY35" fmla="*/ 2195048 h 6201622"/>
              <a:gd name="csX36" fmla="*/ 1966587 w 11034751"/>
              <a:gd name="csY36" fmla="*/ 2245152 h 6201622"/>
              <a:gd name="csX37" fmla="*/ 1966587 w 11034751"/>
              <a:gd name="csY37" fmla="*/ 2245152 h 6201622"/>
              <a:gd name="csX38" fmla="*/ 1966587 w 11034751"/>
              <a:gd name="csY38" fmla="*/ 2245152 h 6201622"/>
              <a:gd name="csX39" fmla="*/ 2079321 w 11034751"/>
              <a:gd name="csY39" fmla="*/ 2195048 h 6201622"/>
              <a:gd name="csX40" fmla="*/ 2229633 w 11034751"/>
              <a:gd name="csY40" fmla="*/ 2094840 h 6201622"/>
              <a:gd name="csX41" fmla="*/ 2467628 w 11034751"/>
              <a:gd name="csY41" fmla="*/ 2057262 h 6201622"/>
              <a:gd name="csX42" fmla="*/ 2642992 w 11034751"/>
              <a:gd name="csY42" fmla="*/ 2082314 h 6201622"/>
              <a:gd name="csX43" fmla="*/ 2743200 w 11034751"/>
              <a:gd name="csY43" fmla="*/ 2169996 h 6201622"/>
              <a:gd name="csX44" fmla="*/ 2868461 w 11034751"/>
              <a:gd name="csY44" fmla="*/ 2195048 h 6201622"/>
              <a:gd name="csX45" fmla="*/ 2705622 w 11034751"/>
              <a:gd name="csY45" fmla="*/ 2082314 h 6201622"/>
              <a:gd name="csX46" fmla="*/ 2793305 w 11034751"/>
              <a:gd name="csY46" fmla="*/ 1957053 h 6201622"/>
              <a:gd name="csX47" fmla="*/ 2956143 w 11034751"/>
              <a:gd name="csY47" fmla="*/ 1957053 h 6201622"/>
              <a:gd name="csX48" fmla="*/ 3156559 w 11034751"/>
              <a:gd name="csY48" fmla="*/ 1957053 h 6201622"/>
              <a:gd name="csX49" fmla="*/ 3319398 w 11034751"/>
              <a:gd name="csY49" fmla="*/ 1969579 h 6201622"/>
              <a:gd name="csX50" fmla="*/ 3670126 w 11034751"/>
              <a:gd name="csY50" fmla="*/ 1919475 h 6201622"/>
              <a:gd name="csX51" fmla="*/ 3832965 w 11034751"/>
              <a:gd name="csY51" fmla="*/ 1919475 h 6201622"/>
              <a:gd name="csX52" fmla="*/ 4096011 w 11034751"/>
              <a:gd name="csY52" fmla="*/ 1894423 h 6201622"/>
              <a:gd name="csX53" fmla="*/ 4246324 w 11034751"/>
              <a:gd name="csY53" fmla="*/ 1906949 h 6201622"/>
              <a:gd name="csX54" fmla="*/ 4421688 w 11034751"/>
              <a:gd name="csY54" fmla="*/ 1994631 h 6201622"/>
              <a:gd name="csX55" fmla="*/ 4421688 w 11034751"/>
              <a:gd name="csY55" fmla="*/ 1994631 h 6201622"/>
              <a:gd name="csX56" fmla="*/ 4359058 w 11034751"/>
              <a:gd name="csY56" fmla="*/ 1844319 h 6201622"/>
              <a:gd name="csX57" fmla="*/ 4559474 w 11034751"/>
              <a:gd name="csY57" fmla="*/ 1844319 h 6201622"/>
              <a:gd name="csX58" fmla="*/ 4747365 w 11034751"/>
              <a:gd name="csY58" fmla="*/ 1869371 h 6201622"/>
              <a:gd name="csX59" fmla="*/ 4835047 w 11034751"/>
              <a:gd name="csY59" fmla="*/ 1869371 h 6201622"/>
              <a:gd name="csX60" fmla="*/ 5022937 w 11034751"/>
              <a:gd name="csY60" fmla="*/ 1769163 h 6201622"/>
              <a:gd name="csX61" fmla="*/ 5260932 w 11034751"/>
              <a:gd name="csY61" fmla="*/ 1794215 h 6201622"/>
              <a:gd name="csX62" fmla="*/ 5411244 w 11034751"/>
              <a:gd name="csY62" fmla="*/ 1819267 h 6201622"/>
              <a:gd name="csX63" fmla="*/ 5599135 w 11034751"/>
              <a:gd name="csY63" fmla="*/ 1781689 h 6201622"/>
              <a:gd name="csX64" fmla="*/ 5736921 w 11034751"/>
              <a:gd name="csY64" fmla="*/ 1794215 h 6201622"/>
              <a:gd name="csX65" fmla="*/ 5799551 w 11034751"/>
              <a:gd name="csY65" fmla="*/ 1794215 h 6201622"/>
              <a:gd name="csX66" fmla="*/ 6137754 w 11034751"/>
              <a:gd name="csY66" fmla="*/ 1631377 h 6201622"/>
              <a:gd name="csX67" fmla="*/ 6363222 w 11034751"/>
              <a:gd name="csY67" fmla="*/ 1593799 h 6201622"/>
              <a:gd name="csX68" fmla="*/ 6551113 w 11034751"/>
              <a:gd name="csY68" fmla="*/ 1481064 h 6201622"/>
              <a:gd name="csX69" fmla="*/ 6713951 w 11034751"/>
              <a:gd name="csY69" fmla="*/ 1493590 h 6201622"/>
              <a:gd name="csX70" fmla="*/ 6851737 w 11034751"/>
              <a:gd name="csY70" fmla="*/ 1481064 h 6201622"/>
              <a:gd name="csX71" fmla="*/ 7002050 w 11034751"/>
              <a:gd name="csY71" fmla="*/ 1355804 h 6201622"/>
              <a:gd name="csX72" fmla="*/ 7214992 w 11034751"/>
              <a:gd name="csY72" fmla="*/ 1230544 h 6201622"/>
              <a:gd name="csX73" fmla="*/ 7340252 w 11034751"/>
              <a:gd name="csY73" fmla="*/ 1243070 h 6201622"/>
              <a:gd name="csX74" fmla="*/ 7440461 w 11034751"/>
              <a:gd name="csY74" fmla="*/ 1255596 h 6201622"/>
              <a:gd name="csX75" fmla="*/ 7528143 w 11034751"/>
              <a:gd name="csY75" fmla="*/ 1255596 h 6201622"/>
              <a:gd name="csX76" fmla="*/ 7741085 w 11034751"/>
              <a:gd name="csY76" fmla="*/ 1218018 h 6201622"/>
              <a:gd name="csX77" fmla="*/ 7803715 w 11034751"/>
              <a:gd name="csY77" fmla="*/ 1167914 h 6201622"/>
              <a:gd name="csX78" fmla="*/ 7941502 w 11034751"/>
              <a:gd name="csY78" fmla="*/ 1180440 h 6201622"/>
              <a:gd name="csX79" fmla="*/ 7941502 w 11034751"/>
              <a:gd name="csY79" fmla="*/ 1180440 h 6201622"/>
              <a:gd name="csX80" fmla="*/ 8079288 w 11034751"/>
              <a:gd name="csY80" fmla="*/ 1130336 h 6201622"/>
              <a:gd name="csX81" fmla="*/ 8267179 w 11034751"/>
              <a:gd name="csY81" fmla="*/ 1042653 h 6201622"/>
              <a:gd name="csX82" fmla="*/ 8442543 w 11034751"/>
              <a:gd name="csY82" fmla="*/ 942445 h 6201622"/>
              <a:gd name="csX83" fmla="*/ 8517699 w 11034751"/>
              <a:gd name="csY83" fmla="*/ 854763 h 6201622"/>
              <a:gd name="csX84" fmla="*/ 8555277 w 11034751"/>
              <a:gd name="csY84" fmla="*/ 804659 h 6201622"/>
              <a:gd name="csX85" fmla="*/ 8705589 w 11034751"/>
              <a:gd name="csY85" fmla="*/ 779607 h 6201622"/>
              <a:gd name="csX86" fmla="*/ 8818324 w 11034751"/>
              <a:gd name="csY86" fmla="*/ 754555 h 6201622"/>
              <a:gd name="csX87" fmla="*/ 8931058 w 11034751"/>
              <a:gd name="csY87" fmla="*/ 716977 h 6201622"/>
              <a:gd name="csX88" fmla="*/ 8981162 w 11034751"/>
              <a:gd name="csY88" fmla="*/ 691925 h 6201622"/>
              <a:gd name="csX89" fmla="*/ 9228008 w 11034751"/>
              <a:gd name="csY89" fmla="*/ 691925 h 6201622"/>
              <a:gd name="csX90" fmla="*/ 9461911 w 11034751"/>
              <a:gd name="csY90" fmla="*/ 410423 h 6201622"/>
              <a:gd name="csX91" fmla="*/ 9955687 w 11034751"/>
              <a:gd name="csY91" fmla="*/ 123911 h 6201622"/>
              <a:gd name="csX92" fmla="*/ 10443367 w 11034751"/>
              <a:gd name="csY92" fmla="*/ 1991 h 6201622"/>
              <a:gd name="csX93" fmla="*/ 10866413 w 11034751"/>
              <a:gd name="csY93" fmla="*/ 89089 h 6201622"/>
              <a:gd name="csX94" fmla="*/ 10998103 w 11034751"/>
              <a:gd name="csY94" fmla="*/ 251926 h 6201622"/>
              <a:gd name="csX95" fmla="*/ 11034679 w 11034751"/>
              <a:gd name="csY95" fmla="*/ 629879 h 6201622"/>
              <a:gd name="csX96" fmla="*/ 10924951 w 11034751"/>
              <a:gd name="csY96" fmla="*/ 898102 h 6201622"/>
              <a:gd name="csX97" fmla="*/ 10784743 w 11034751"/>
              <a:gd name="csY97" fmla="*/ 1355303 h 6201622"/>
              <a:gd name="csX98" fmla="*/ 10321447 w 11034751"/>
              <a:gd name="csY98" fmla="*/ 1690582 h 6201622"/>
              <a:gd name="csX99" fmla="*/ 10236103 w 11034751"/>
              <a:gd name="csY99" fmla="*/ 2001478 h 6201622"/>
              <a:gd name="csX100" fmla="*/ 10028839 w 11034751"/>
              <a:gd name="csY100" fmla="*/ 2190454 h 6201622"/>
              <a:gd name="csX101" fmla="*/ 9766711 w 11034751"/>
              <a:gd name="csY101" fmla="*/ 2580598 h 6201622"/>
              <a:gd name="csX102" fmla="*/ 9583831 w 11034751"/>
              <a:gd name="csY102" fmla="*/ 2934166 h 6201622"/>
              <a:gd name="csX103" fmla="*/ 9352183 w 11034751"/>
              <a:gd name="csY103" fmla="*/ 3092662 h 6201622"/>
              <a:gd name="csX104" fmla="*/ 9144919 w 11034751"/>
              <a:gd name="csY104" fmla="*/ 3299926 h 6201622"/>
              <a:gd name="csX105" fmla="*/ 8840119 w 11034751"/>
              <a:gd name="csY105" fmla="*/ 3452326 h 6201622"/>
              <a:gd name="csX106" fmla="*/ 8669431 w 11034751"/>
              <a:gd name="csY106" fmla="*/ 3763222 h 6201622"/>
              <a:gd name="csX107" fmla="*/ 8254903 w 11034751"/>
              <a:gd name="csY107" fmla="*/ 3915622 h 6201622"/>
              <a:gd name="csX108" fmla="*/ 8169559 w 11034751"/>
              <a:gd name="csY108" fmla="*/ 4104598 h 6201622"/>
              <a:gd name="csX109" fmla="*/ 7944007 w 11034751"/>
              <a:gd name="csY109" fmla="*/ 4214326 h 6201622"/>
              <a:gd name="csX110" fmla="*/ 7566055 w 11034751"/>
              <a:gd name="csY110" fmla="*/ 4293574 h 6201622"/>
              <a:gd name="csX111" fmla="*/ 7255159 w 11034751"/>
              <a:gd name="csY111" fmla="*/ 4470358 h 6201622"/>
              <a:gd name="csX112" fmla="*/ 6822343 w 11034751"/>
              <a:gd name="csY112" fmla="*/ 4476454 h 6201622"/>
              <a:gd name="csX113" fmla="*/ 6499255 w 11034751"/>
              <a:gd name="csY113" fmla="*/ 4592278 h 6201622"/>
              <a:gd name="csX114" fmla="*/ 6115207 w 11034751"/>
              <a:gd name="csY114" fmla="*/ 4622758 h 6201622"/>
              <a:gd name="csX115" fmla="*/ 5999383 w 11034751"/>
              <a:gd name="csY115" fmla="*/ 4744678 h 6201622"/>
              <a:gd name="csX116" fmla="*/ 5786023 w 11034751"/>
              <a:gd name="csY116" fmla="*/ 4756870 h 6201622"/>
              <a:gd name="csX117" fmla="*/ 5597047 w 11034751"/>
              <a:gd name="csY117" fmla="*/ 4756870 h 6201622"/>
              <a:gd name="csX118" fmla="*/ 5127655 w 11034751"/>
              <a:gd name="csY118" fmla="*/ 4769062 h 6201622"/>
              <a:gd name="csX119" fmla="*/ 4731415 w 11034751"/>
              <a:gd name="csY119" fmla="*/ 4756870 h 6201622"/>
              <a:gd name="csX120" fmla="*/ 4627783 w 11034751"/>
              <a:gd name="csY120" fmla="*/ 4860502 h 6201622"/>
              <a:gd name="csX121" fmla="*/ 4225447 w 11034751"/>
              <a:gd name="csY121" fmla="*/ 5061670 h 6201622"/>
              <a:gd name="csX122" fmla="*/ 3780439 w 11034751"/>
              <a:gd name="csY122" fmla="*/ 5171398 h 6201622"/>
              <a:gd name="csX123" fmla="*/ 4054759 w 11034751"/>
              <a:gd name="csY123" fmla="*/ 5579830 h 6201622"/>
              <a:gd name="csX124" fmla="*/ 4115719 w 11034751"/>
              <a:gd name="csY124" fmla="*/ 6201622 h 6201622"/>
              <a:gd name="csX0" fmla="*/ 162839 w 11034751"/>
              <a:gd name="csY0" fmla="*/ 4812988 h 6201622"/>
              <a:gd name="csX1" fmla="*/ 125261 w 11034751"/>
              <a:gd name="csY1" fmla="*/ 4762883 h 6201622"/>
              <a:gd name="csX2" fmla="*/ 37579 w 11034751"/>
              <a:gd name="csY2" fmla="*/ 4612571 h 6201622"/>
              <a:gd name="csX3" fmla="*/ 62631 w 11034751"/>
              <a:gd name="csY3" fmla="*/ 4524889 h 6201622"/>
              <a:gd name="csX4" fmla="*/ 37579 w 11034751"/>
              <a:gd name="csY4" fmla="*/ 4399629 h 6201622"/>
              <a:gd name="csX5" fmla="*/ 0 w 11034751"/>
              <a:gd name="csY5" fmla="*/ 4324473 h 6201622"/>
              <a:gd name="csX6" fmla="*/ 62631 w 11034751"/>
              <a:gd name="csY6" fmla="*/ 4174160 h 6201622"/>
              <a:gd name="csX7" fmla="*/ 112735 w 11034751"/>
              <a:gd name="csY7" fmla="*/ 4061426 h 6201622"/>
              <a:gd name="csX8" fmla="*/ 175365 w 11034751"/>
              <a:gd name="csY8" fmla="*/ 3961218 h 6201622"/>
              <a:gd name="csX9" fmla="*/ 175365 w 11034751"/>
              <a:gd name="csY9" fmla="*/ 3961218 h 6201622"/>
              <a:gd name="csX10" fmla="*/ 288099 w 11034751"/>
              <a:gd name="csY10" fmla="*/ 3835957 h 6201622"/>
              <a:gd name="csX11" fmla="*/ 413359 w 11034751"/>
              <a:gd name="csY11" fmla="*/ 3785853 h 6201622"/>
              <a:gd name="csX12" fmla="*/ 413359 w 11034751"/>
              <a:gd name="csY12" fmla="*/ 3785853 h 6201622"/>
              <a:gd name="csX13" fmla="*/ 400833 w 11034751"/>
              <a:gd name="csY13" fmla="*/ 3673119 h 6201622"/>
              <a:gd name="csX14" fmla="*/ 300625 w 11034751"/>
              <a:gd name="csY14" fmla="*/ 3635541 h 6201622"/>
              <a:gd name="csX15" fmla="*/ 288099 w 11034751"/>
              <a:gd name="csY15" fmla="*/ 3597963 h 6201622"/>
              <a:gd name="csX16" fmla="*/ 338203 w 11034751"/>
              <a:gd name="csY16" fmla="*/ 3472703 h 6201622"/>
              <a:gd name="csX17" fmla="*/ 388307 w 11034751"/>
              <a:gd name="csY17" fmla="*/ 3397547 h 6201622"/>
              <a:gd name="csX18" fmla="*/ 488515 w 11034751"/>
              <a:gd name="csY18" fmla="*/ 3222182 h 6201622"/>
              <a:gd name="csX19" fmla="*/ 513568 w 11034751"/>
              <a:gd name="csY19" fmla="*/ 3147026 h 6201622"/>
              <a:gd name="csX20" fmla="*/ 626302 w 11034751"/>
              <a:gd name="csY20" fmla="*/ 3046818 h 6201622"/>
              <a:gd name="csX21" fmla="*/ 701458 w 11034751"/>
              <a:gd name="csY21" fmla="*/ 2984188 h 6201622"/>
              <a:gd name="csX22" fmla="*/ 801666 w 11034751"/>
              <a:gd name="csY22" fmla="*/ 2934083 h 6201622"/>
              <a:gd name="csX23" fmla="*/ 876822 w 11034751"/>
              <a:gd name="csY23" fmla="*/ 2883979 h 6201622"/>
              <a:gd name="csX24" fmla="*/ 989557 w 11034751"/>
              <a:gd name="csY24" fmla="*/ 2821349 h 6201622"/>
              <a:gd name="csX25" fmla="*/ 1052187 w 11034751"/>
              <a:gd name="csY25" fmla="*/ 2758719 h 6201622"/>
              <a:gd name="csX26" fmla="*/ 1152395 w 11034751"/>
              <a:gd name="csY26" fmla="*/ 2671037 h 6201622"/>
              <a:gd name="csX27" fmla="*/ 1302707 w 11034751"/>
              <a:gd name="csY27" fmla="*/ 2620933 h 6201622"/>
              <a:gd name="csX28" fmla="*/ 1427968 w 11034751"/>
              <a:gd name="csY28" fmla="*/ 2658511 h 6201622"/>
              <a:gd name="csX29" fmla="*/ 1427968 w 11034751"/>
              <a:gd name="csY29" fmla="*/ 2658511 h 6201622"/>
              <a:gd name="csX30" fmla="*/ 1365337 w 11034751"/>
              <a:gd name="csY30" fmla="*/ 2595881 h 6201622"/>
              <a:gd name="csX31" fmla="*/ 1402915 w 11034751"/>
              <a:gd name="csY31" fmla="*/ 2407990 h 6201622"/>
              <a:gd name="csX32" fmla="*/ 1528176 w 11034751"/>
              <a:gd name="csY32" fmla="*/ 2307782 h 6201622"/>
              <a:gd name="csX33" fmla="*/ 1628384 w 11034751"/>
              <a:gd name="csY33" fmla="*/ 2245152 h 6201622"/>
              <a:gd name="csX34" fmla="*/ 1653436 w 11034751"/>
              <a:gd name="csY34" fmla="*/ 2207574 h 6201622"/>
              <a:gd name="csX35" fmla="*/ 1816274 w 11034751"/>
              <a:gd name="csY35" fmla="*/ 2195048 h 6201622"/>
              <a:gd name="csX36" fmla="*/ 1966587 w 11034751"/>
              <a:gd name="csY36" fmla="*/ 2245152 h 6201622"/>
              <a:gd name="csX37" fmla="*/ 1966587 w 11034751"/>
              <a:gd name="csY37" fmla="*/ 2245152 h 6201622"/>
              <a:gd name="csX38" fmla="*/ 1966587 w 11034751"/>
              <a:gd name="csY38" fmla="*/ 2245152 h 6201622"/>
              <a:gd name="csX39" fmla="*/ 2079321 w 11034751"/>
              <a:gd name="csY39" fmla="*/ 2195048 h 6201622"/>
              <a:gd name="csX40" fmla="*/ 2229633 w 11034751"/>
              <a:gd name="csY40" fmla="*/ 2094840 h 6201622"/>
              <a:gd name="csX41" fmla="*/ 2467628 w 11034751"/>
              <a:gd name="csY41" fmla="*/ 2057262 h 6201622"/>
              <a:gd name="csX42" fmla="*/ 2642992 w 11034751"/>
              <a:gd name="csY42" fmla="*/ 2082314 h 6201622"/>
              <a:gd name="csX43" fmla="*/ 2743200 w 11034751"/>
              <a:gd name="csY43" fmla="*/ 2169996 h 6201622"/>
              <a:gd name="csX44" fmla="*/ 2868461 w 11034751"/>
              <a:gd name="csY44" fmla="*/ 2195048 h 6201622"/>
              <a:gd name="csX45" fmla="*/ 2705622 w 11034751"/>
              <a:gd name="csY45" fmla="*/ 2082314 h 6201622"/>
              <a:gd name="csX46" fmla="*/ 2793305 w 11034751"/>
              <a:gd name="csY46" fmla="*/ 1957053 h 6201622"/>
              <a:gd name="csX47" fmla="*/ 2956143 w 11034751"/>
              <a:gd name="csY47" fmla="*/ 1957053 h 6201622"/>
              <a:gd name="csX48" fmla="*/ 3156559 w 11034751"/>
              <a:gd name="csY48" fmla="*/ 1957053 h 6201622"/>
              <a:gd name="csX49" fmla="*/ 3319398 w 11034751"/>
              <a:gd name="csY49" fmla="*/ 1969579 h 6201622"/>
              <a:gd name="csX50" fmla="*/ 3670126 w 11034751"/>
              <a:gd name="csY50" fmla="*/ 1919475 h 6201622"/>
              <a:gd name="csX51" fmla="*/ 3832965 w 11034751"/>
              <a:gd name="csY51" fmla="*/ 1919475 h 6201622"/>
              <a:gd name="csX52" fmla="*/ 4096011 w 11034751"/>
              <a:gd name="csY52" fmla="*/ 1894423 h 6201622"/>
              <a:gd name="csX53" fmla="*/ 4246324 w 11034751"/>
              <a:gd name="csY53" fmla="*/ 1906949 h 6201622"/>
              <a:gd name="csX54" fmla="*/ 4421688 w 11034751"/>
              <a:gd name="csY54" fmla="*/ 1994631 h 6201622"/>
              <a:gd name="csX55" fmla="*/ 4421688 w 11034751"/>
              <a:gd name="csY55" fmla="*/ 1994631 h 6201622"/>
              <a:gd name="csX56" fmla="*/ 4359058 w 11034751"/>
              <a:gd name="csY56" fmla="*/ 1844319 h 6201622"/>
              <a:gd name="csX57" fmla="*/ 4559474 w 11034751"/>
              <a:gd name="csY57" fmla="*/ 1844319 h 6201622"/>
              <a:gd name="csX58" fmla="*/ 4747365 w 11034751"/>
              <a:gd name="csY58" fmla="*/ 1869371 h 6201622"/>
              <a:gd name="csX59" fmla="*/ 4835047 w 11034751"/>
              <a:gd name="csY59" fmla="*/ 1869371 h 6201622"/>
              <a:gd name="csX60" fmla="*/ 5022937 w 11034751"/>
              <a:gd name="csY60" fmla="*/ 1769163 h 6201622"/>
              <a:gd name="csX61" fmla="*/ 5260932 w 11034751"/>
              <a:gd name="csY61" fmla="*/ 1794215 h 6201622"/>
              <a:gd name="csX62" fmla="*/ 5411244 w 11034751"/>
              <a:gd name="csY62" fmla="*/ 1819267 h 6201622"/>
              <a:gd name="csX63" fmla="*/ 5599135 w 11034751"/>
              <a:gd name="csY63" fmla="*/ 1781689 h 6201622"/>
              <a:gd name="csX64" fmla="*/ 5736921 w 11034751"/>
              <a:gd name="csY64" fmla="*/ 1794215 h 6201622"/>
              <a:gd name="csX65" fmla="*/ 5799551 w 11034751"/>
              <a:gd name="csY65" fmla="*/ 1794215 h 6201622"/>
              <a:gd name="csX66" fmla="*/ 6137754 w 11034751"/>
              <a:gd name="csY66" fmla="*/ 1631377 h 6201622"/>
              <a:gd name="csX67" fmla="*/ 6363222 w 11034751"/>
              <a:gd name="csY67" fmla="*/ 1593799 h 6201622"/>
              <a:gd name="csX68" fmla="*/ 6551113 w 11034751"/>
              <a:gd name="csY68" fmla="*/ 1481064 h 6201622"/>
              <a:gd name="csX69" fmla="*/ 6713951 w 11034751"/>
              <a:gd name="csY69" fmla="*/ 1493590 h 6201622"/>
              <a:gd name="csX70" fmla="*/ 6851737 w 11034751"/>
              <a:gd name="csY70" fmla="*/ 1481064 h 6201622"/>
              <a:gd name="csX71" fmla="*/ 7002050 w 11034751"/>
              <a:gd name="csY71" fmla="*/ 1355804 h 6201622"/>
              <a:gd name="csX72" fmla="*/ 7214992 w 11034751"/>
              <a:gd name="csY72" fmla="*/ 1230544 h 6201622"/>
              <a:gd name="csX73" fmla="*/ 7340252 w 11034751"/>
              <a:gd name="csY73" fmla="*/ 1243070 h 6201622"/>
              <a:gd name="csX74" fmla="*/ 7440461 w 11034751"/>
              <a:gd name="csY74" fmla="*/ 1255596 h 6201622"/>
              <a:gd name="csX75" fmla="*/ 7528143 w 11034751"/>
              <a:gd name="csY75" fmla="*/ 1255596 h 6201622"/>
              <a:gd name="csX76" fmla="*/ 7741085 w 11034751"/>
              <a:gd name="csY76" fmla="*/ 1218018 h 6201622"/>
              <a:gd name="csX77" fmla="*/ 7803715 w 11034751"/>
              <a:gd name="csY77" fmla="*/ 1167914 h 6201622"/>
              <a:gd name="csX78" fmla="*/ 7941502 w 11034751"/>
              <a:gd name="csY78" fmla="*/ 1180440 h 6201622"/>
              <a:gd name="csX79" fmla="*/ 7941502 w 11034751"/>
              <a:gd name="csY79" fmla="*/ 1180440 h 6201622"/>
              <a:gd name="csX80" fmla="*/ 8079288 w 11034751"/>
              <a:gd name="csY80" fmla="*/ 1130336 h 6201622"/>
              <a:gd name="csX81" fmla="*/ 8267179 w 11034751"/>
              <a:gd name="csY81" fmla="*/ 1042653 h 6201622"/>
              <a:gd name="csX82" fmla="*/ 8442543 w 11034751"/>
              <a:gd name="csY82" fmla="*/ 942445 h 6201622"/>
              <a:gd name="csX83" fmla="*/ 8517699 w 11034751"/>
              <a:gd name="csY83" fmla="*/ 854763 h 6201622"/>
              <a:gd name="csX84" fmla="*/ 8555277 w 11034751"/>
              <a:gd name="csY84" fmla="*/ 804659 h 6201622"/>
              <a:gd name="csX85" fmla="*/ 8705589 w 11034751"/>
              <a:gd name="csY85" fmla="*/ 779607 h 6201622"/>
              <a:gd name="csX86" fmla="*/ 8818324 w 11034751"/>
              <a:gd name="csY86" fmla="*/ 754555 h 6201622"/>
              <a:gd name="csX87" fmla="*/ 8931058 w 11034751"/>
              <a:gd name="csY87" fmla="*/ 716977 h 6201622"/>
              <a:gd name="csX88" fmla="*/ 8981162 w 11034751"/>
              <a:gd name="csY88" fmla="*/ 691925 h 6201622"/>
              <a:gd name="csX89" fmla="*/ 9228008 w 11034751"/>
              <a:gd name="csY89" fmla="*/ 691925 h 6201622"/>
              <a:gd name="csX90" fmla="*/ 9461911 w 11034751"/>
              <a:gd name="csY90" fmla="*/ 410423 h 6201622"/>
              <a:gd name="csX91" fmla="*/ 9955687 w 11034751"/>
              <a:gd name="csY91" fmla="*/ 123911 h 6201622"/>
              <a:gd name="csX92" fmla="*/ 10443367 w 11034751"/>
              <a:gd name="csY92" fmla="*/ 1991 h 6201622"/>
              <a:gd name="csX93" fmla="*/ 10866413 w 11034751"/>
              <a:gd name="csY93" fmla="*/ 89089 h 6201622"/>
              <a:gd name="csX94" fmla="*/ 10998103 w 11034751"/>
              <a:gd name="csY94" fmla="*/ 251926 h 6201622"/>
              <a:gd name="csX95" fmla="*/ 11034679 w 11034751"/>
              <a:gd name="csY95" fmla="*/ 629879 h 6201622"/>
              <a:gd name="csX96" fmla="*/ 10924951 w 11034751"/>
              <a:gd name="csY96" fmla="*/ 898102 h 6201622"/>
              <a:gd name="csX97" fmla="*/ 10784743 w 11034751"/>
              <a:gd name="csY97" fmla="*/ 1355303 h 6201622"/>
              <a:gd name="csX98" fmla="*/ 10321447 w 11034751"/>
              <a:gd name="csY98" fmla="*/ 1690582 h 6201622"/>
              <a:gd name="csX99" fmla="*/ 10236103 w 11034751"/>
              <a:gd name="csY99" fmla="*/ 2001478 h 6201622"/>
              <a:gd name="csX100" fmla="*/ 10028839 w 11034751"/>
              <a:gd name="csY100" fmla="*/ 2190454 h 6201622"/>
              <a:gd name="csX101" fmla="*/ 9766711 w 11034751"/>
              <a:gd name="csY101" fmla="*/ 2580598 h 6201622"/>
              <a:gd name="csX102" fmla="*/ 9583831 w 11034751"/>
              <a:gd name="csY102" fmla="*/ 2934166 h 6201622"/>
              <a:gd name="csX103" fmla="*/ 9352183 w 11034751"/>
              <a:gd name="csY103" fmla="*/ 3092662 h 6201622"/>
              <a:gd name="csX104" fmla="*/ 9144919 w 11034751"/>
              <a:gd name="csY104" fmla="*/ 3299926 h 6201622"/>
              <a:gd name="csX105" fmla="*/ 8840119 w 11034751"/>
              <a:gd name="csY105" fmla="*/ 3452326 h 6201622"/>
              <a:gd name="csX106" fmla="*/ 8669431 w 11034751"/>
              <a:gd name="csY106" fmla="*/ 3763222 h 6201622"/>
              <a:gd name="csX107" fmla="*/ 8254903 w 11034751"/>
              <a:gd name="csY107" fmla="*/ 3915622 h 6201622"/>
              <a:gd name="csX108" fmla="*/ 8169559 w 11034751"/>
              <a:gd name="csY108" fmla="*/ 4104598 h 6201622"/>
              <a:gd name="csX109" fmla="*/ 7944007 w 11034751"/>
              <a:gd name="csY109" fmla="*/ 4214326 h 6201622"/>
              <a:gd name="csX110" fmla="*/ 7566055 w 11034751"/>
              <a:gd name="csY110" fmla="*/ 4293574 h 6201622"/>
              <a:gd name="csX111" fmla="*/ 7255159 w 11034751"/>
              <a:gd name="csY111" fmla="*/ 4470358 h 6201622"/>
              <a:gd name="csX112" fmla="*/ 6822343 w 11034751"/>
              <a:gd name="csY112" fmla="*/ 4476454 h 6201622"/>
              <a:gd name="csX113" fmla="*/ 6499255 w 11034751"/>
              <a:gd name="csY113" fmla="*/ 4592278 h 6201622"/>
              <a:gd name="csX114" fmla="*/ 6115207 w 11034751"/>
              <a:gd name="csY114" fmla="*/ 4622758 h 6201622"/>
              <a:gd name="csX115" fmla="*/ 5999383 w 11034751"/>
              <a:gd name="csY115" fmla="*/ 4744678 h 6201622"/>
              <a:gd name="csX116" fmla="*/ 5786023 w 11034751"/>
              <a:gd name="csY116" fmla="*/ 4756870 h 6201622"/>
              <a:gd name="csX117" fmla="*/ 5597047 w 11034751"/>
              <a:gd name="csY117" fmla="*/ 4756870 h 6201622"/>
              <a:gd name="csX118" fmla="*/ 5127655 w 11034751"/>
              <a:gd name="csY118" fmla="*/ 4769062 h 6201622"/>
              <a:gd name="csX119" fmla="*/ 4731415 w 11034751"/>
              <a:gd name="csY119" fmla="*/ 4756870 h 6201622"/>
              <a:gd name="csX120" fmla="*/ 4627783 w 11034751"/>
              <a:gd name="csY120" fmla="*/ 4860502 h 6201622"/>
              <a:gd name="csX121" fmla="*/ 4225447 w 11034751"/>
              <a:gd name="csY121" fmla="*/ 5061670 h 6201622"/>
              <a:gd name="csX122" fmla="*/ 3780439 w 11034751"/>
              <a:gd name="csY122" fmla="*/ 5171398 h 6201622"/>
              <a:gd name="csX123" fmla="*/ 4054759 w 11034751"/>
              <a:gd name="csY123" fmla="*/ 5579830 h 6201622"/>
              <a:gd name="csX124" fmla="*/ 4048663 w 11034751"/>
              <a:gd name="csY124" fmla="*/ 6018742 h 6201622"/>
              <a:gd name="csX125" fmla="*/ 4115719 w 11034751"/>
              <a:gd name="csY125" fmla="*/ 6201622 h 6201622"/>
              <a:gd name="csX0" fmla="*/ 162839 w 11034751"/>
              <a:gd name="csY0" fmla="*/ 4812988 h 6248035"/>
              <a:gd name="csX1" fmla="*/ 125261 w 11034751"/>
              <a:gd name="csY1" fmla="*/ 4762883 h 6248035"/>
              <a:gd name="csX2" fmla="*/ 37579 w 11034751"/>
              <a:gd name="csY2" fmla="*/ 4612571 h 6248035"/>
              <a:gd name="csX3" fmla="*/ 62631 w 11034751"/>
              <a:gd name="csY3" fmla="*/ 4524889 h 6248035"/>
              <a:gd name="csX4" fmla="*/ 37579 w 11034751"/>
              <a:gd name="csY4" fmla="*/ 4399629 h 6248035"/>
              <a:gd name="csX5" fmla="*/ 0 w 11034751"/>
              <a:gd name="csY5" fmla="*/ 4324473 h 6248035"/>
              <a:gd name="csX6" fmla="*/ 62631 w 11034751"/>
              <a:gd name="csY6" fmla="*/ 4174160 h 6248035"/>
              <a:gd name="csX7" fmla="*/ 112735 w 11034751"/>
              <a:gd name="csY7" fmla="*/ 4061426 h 6248035"/>
              <a:gd name="csX8" fmla="*/ 175365 w 11034751"/>
              <a:gd name="csY8" fmla="*/ 3961218 h 6248035"/>
              <a:gd name="csX9" fmla="*/ 175365 w 11034751"/>
              <a:gd name="csY9" fmla="*/ 3961218 h 6248035"/>
              <a:gd name="csX10" fmla="*/ 288099 w 11034751"/>
              <a:gd name="csY10" fmla="*/ 3835957 h 6248035"/>
              <a:gd name="csX11" fmla="*/ 413359 w 11034751"/>
              <a:gd name="csY11" fmla="*/ 3785853 h 6248035"/>
              <a:gd name="csX12" fmla="*/ 413359 w 11034751"/>
              <a:gd name="csY12" fmla="*/ 3785853 h 6248035"/>
              <a:gd name="csX13" fmla="*/ 400833 w 11034751"/>
              <a:gd name="csY13" fmla="*/ 3673119 h 6248035"/>
              <a:gd name="csX14" fmla="*/ 300625 w 11034751"/>
              <a:gd name="csY14" fmla="*/ 3635541 h 6248035"/>
              <a:gd name="csX15" fmla="*/ 288099 w 11034751"/>
              <a:gd name="csY15" fmla="*/ 3597963 h 6248035"/>
              <a:gd name="csX16" fmla="*/ 338203 w 11034751"/>
              <a:gd name="csY16" fmla="*/ 3472703 h 6248035"/>
              <a:gd name="csX17" fmla="*/ 388307 w 11034751"/>
              <a:gd name="csY17" fmla="*/ 3397547 h 6248035"/>
              <a:gd name="csX18" fmla="*/ 488515 w 11034751"/>
              <a:gd name="csY18" fmla="*/ 3222182 h 6248035"/>
              <a:gd name="csX19" fmla="*/ 513568 w 11034751"/>
              <a:gd name="csY19" fmla="*/ 3147026 h 6248035"/>
              <a:gd name="csX20" fmla="*/ 626302 w 11034751"/>
              <a:gd name="csY20" fmla="*/ 3046818 h 6248035"/>
              <a:gd name="csX21" fmla="*/ 701458 w 11034751"/>
              <a:gd name="csY21" fmla="*/ 2984188 h 6248035"/>
              <a:gd name="csX22" fmla="*/ 801666 w 11034751"/>
              <a:gd name="csY22" fmla="*/ 2934083 h 6248035"/>
              <a:gd name="csX23" fmla="*/ 876822 w 11034751"/>
              <a:gd name="csY23" fmla="*/ 2883979 h 6248035"/>
              <a:gd name="csX24" fmla="*/ 989557 w 11034751"/>
              <a:gd name="csY24" fmla="*/ 2821349 h 6248035"/>
              <a:gd name="csX25" fmla="*/ 1052187 w 11034751"/>
              <a:gd name="csY25" fmla="*/ 2758719 h 6248035"/>
              <a:gd name="csX26" fmla="*/ 1152395 w 11034751"/>
              <a:gd name="csY26" fmla="*/ 2671037 h 6248035"/>
              <a:gd name="csX27" fmla="*/ 1302707 w 11034751"/>
              <a:gd name="csY27" fmla="*/ 2620933 h 6248035"/>
              <a:gd name="csX28" fmla="*/ 1427968 w 11034751"/>
              <a:gd name="csY28" fmla="*/ 2658511 h 6248035"/>
              <a:gd name="csX29" fmla="*/ 1427968 w 11034751"/>
              <a:gd name="csY29" fmla="*/ 2658511 h 6248035"/>
              <a:gd name="csX30" fmla="*/ 1365337 w 11034751"/>
              <a:gd name="csY30" fmla="*/ 2595881 h 6248035"/>
              <a:gd name="csX31" fmla="*/ 1402915 w 11034751"/>
              <a:gd name="csY31" fmla="*/ 2407990 h 6248035"/>
              <a:gd name="csX32" fmla="*/ 1528176 w 11034751"/>
              <a:gd name="csY32" fmla="*/ 2307782 h 6248035"/>
              <a:gd name="csX33" fmla="*/ 1628384 w 11034751"/>
              <a:gd name="csY33" fmla="*/ 2245152 h 6248035"/>
              <a:gd name="csX34" fmla="*/ 1653436 w 11034751"/>
              <a:gd name="csY34" fmla="*/ 2207574 h 6248035"/>
              <a:gd name="csX35" fmla="*/ 1816274 w 11034751"/>
              <a:gd name="csY35" fmla="*/ 2195048 h 6248035"/>
              <a:gd name="csX36" fmla="*/ 1966587 w 11034751"/>
              <a:gd name="csY36" fmla="*/ 2245152 h 6248035"/>
              <a:gd name="csX37" fmla="*/ 1966587 w 11034751"/>
              <a:gd name="csY37" fmla="*/ 2245152 h 6248035"/>
              <a:gd name="csX38" fmla="*/ 1966587 w 11034751"/>
              <a:gd name="csY38" fmla="*/ 2245152 h 6248035"/>
              <a:gd name="csX39" fmla="*/ 2079321 w 11034751"/>
              <a:gd name="csY39" fmla="*/ 2195048 h 6248035"/>
              <a:gd name="csX40" fmla="*/ 2229633 w 11034751"/>
              <a:gd name="csY40" fmla="*/ 2094840 h 6248035"/>
              <a:gd name="csX41" fmla="*/ 2467628 w 11034751"/>
              <a:gd name="csY41" fmla="*/ 2057262 h 6248035"/>
              <a:gd name="csX42" fmla="*/ 2642992 w 11034751"/>
              <a:gd name="csY42" fmla="*/ 2082314 h 6248035"/>
              <a:gd name="csX43" fmla="*/ 2743200 w 11034751"/>
              <a:gd name="csY43" fmla="*/ 2169996 h 6248035"/>
              <a:gd name="csX44" fmla="*/ 2868461 w 11034751"/>
              <a:gd name="csY44" fmla="*/ 2195048 h 6248035"/>
              <a:gd name="csX45" fmla="*/ 2705622 w 11034751"/>
              <a:gd name="csY45" fmla="*/ 2082314 h 6248035"/>
              <a:gd name="csX46" fmla="*/ 2793305 w 11034751"/>
              <a:gd name="csY46" fmla="*/ 1957053 h 6248035"/>
              <a:gd name="csX47" fmla="*/ 2956143 w 11034751"/>
              <a:gd name="csY47" fmla="*/ 1957053 h 6248035"/>
              <a:gd name="csX48" fmla="*/ 3156559 w 11034751"/>
              <a:gd name="csY48" fmla="*/ 1957053 h 6248035"/>
              <a:gd name="csX49" fmla="*/ 3319398 w 11034751"/>
              <a:gd name="csY49" fmla="*/ 1969579 h 6248035"/>
              <a:gd name="csX50" fmla="*/ 3670126 w 11034751"/>
              <a:gd name="csY50" fmla="*/ 1919475 h 6248035"/>
              <a:gd name="csX51" fmla="*/ 3832965 w 11034751"/>
              <a:gd name="csY51" fmla="*/ 1919475 h 6248035"/>
              <a:gd name="csX52" fmla="*/ 4096011 w 11034751"/>
              <a:gd name="csY52" fmla="*/ 1894423 h 6248035"/>
              <a:gd name="csX53" fmla="*/ 4246324 w 11034751"/>
              <a:gd name="csY53" fmla="*/ 1906949 h 6248035"/>
              <a:gd name="csX54" fmla="*/ 4421688 w 11034751"/>
              <a:gd name="csY54" fmla="*/ 1994631 h 6248035"/>
              <a:gd name="csX55" fmla="*/ 4421688 w 11034751"/>
              <a:gd name="csY55" fmla="*/ 1994631 h 6248035"/>
              <a:gd name="csX56" fmla="*/ 4359058 w 11034751"/>
              <a:gd name="csY56" fmla="*/ 1844319 h 6248035"/>
              <a:gd name="csX57" fmla="*/ 4559474 w 11034751"/>
              <a:gd name="csY57" fmla="*/ 1844319 h 6248035"/>
              <a:gd name="csX58" fmla="*/ 4747365 w 11034751"/>
              <a:gd name="csY58" fmla="*/ 1869371 h 6248035"/>
              <a:gd name="csX59" fmla="*/ 4835047 w 11034751"/>
              <a:gd name="csY59" fmla="*/ 1869371 h 6248035"/>
              <a:gd name="csX60" fmla="*/ 5022937 w 11034751"/>
              <a:gd name="csY60" fmla="*/ 1769163 h 6248035"/>
              <a:gd name="csX61" fmla="*/ 5260932 w 11034751"/>
              <a:gd name="csY61" fmla="*/ 1794215 h 6248035"/>
              <a:gd name="csX62" fmla="*/ 5411244 w 11034751"/>
              <a:gd name="csY62" fmla="*/ 1819267 h 6248035"/>
              <a:gd name="csX63" fmla="*/ 5599135 w 11034751"/>
              <a:gd name="csY63" fmla="*/ 1781689 h 6248035"/>
              <a:gd name="csX64" fmla="*/ 5736921 w 11034751"/>
              <a:gd name="csY64" fmla="*/ 1794215 h 6248035"/>
              <a:gd name="csX65" fmla="*/ 5799551 w 11034751"/>
              <a:gd name="csY65" fmla="*/ 1794215 h 6248035"/>
              <a:gd name="csX66" fmla="*/ 6137754 w 11034751"/>
              <a:gd name="csY66" fmla="*/ 1631377 h 6248035"/>
              <a:gd name="csX67" fmla="*/ 6363222 w 11034751"/>
              <a:gd name="csY67" fmla="*/ 1593799 h 6248035"/>
              <a:gd name="csX68" fmla="*/ 6551113 w 11034751"/>
              <a:gd name="csY68" fmla="*/ 1481064 h 6248035"/>
              <a:gd name="csX69" fmla="*/ 6713951 w 11034751"/>
              <a:gd name="csY69" fmla="*/ 1493590 h 6248035"/>
              <a:gd name="csX70" fmla="*/ 6851737 w 11034751"/>
              <a:gd name="csY70" fmla="*/ 1481064 h 6248035"/>
              <a:gd name="csX71" fmla="*/ 7002050 w 11034751"/>
              <a:gd name="csY71" fmla="*/ 1355804 h 6248035"/>
              <a:gd name="csX72" fmla="*/ 7214992 w 11034751"/>
              <a:gd name="csY72" fmla="*/ 1230544 h 6248035"/>
              <a:gd name="csX73" fmla="*/ 7340252 w 11034751"/>
              <a:gd name="csY73" fmla="*/ 1243070 h 6248035"/>
              <a:gd name="csX74" fmla="*/ 7440461 w 11034751"/>
              <a:gd name="csY74" fmla="*/ 1255596 h 6248035"/>
              <a:gd name="csX75" fmla="*/ 7528143 w 11034751"/>
              <a:gd name="csY75" fmla="*/ 1255596 h 6248035"/>
              <a:gd name="csX76" fmla="*/ 7741085 w 11034751"/>
              <a:gd name="csY76" fmla="*/ 1218018 h 6248035"/>
              <a:gd name="csX77" fmla="*/ 7803715 w 11034751"/>
              <a:gd name="csY77" fmla="*/ 1167914 h 6248035"/>
              <a:gd name="csX78" fmla="*/ 7941502 w 11034751"/>
              <a:gd name="csY78" fmla="*/ 1180440 h 6248035"/>
              <a:gd name="csX79" fmla="*/ 7941502 w 11034751"/>
              <a:gd name="csY79" fmla="*/ 1180440 h 6248035"/>
              <a:gd name="csX80" fmla="*/ 8079288 w 11034751"/>
              <a:gd name="csY80" fmla="*/ 1130336 h 6248035"/>
              <a:gd name="csX81" fmla="*/ 8267179 w 11034751"/>
              <a:gd name="csY81" fmla="*/ 1042653 h 6248035"/>
              <a:gd name="csX82" fmla="*/ 8442543 w 11034751"/>
              <a:gd name="csY82" fmla="*/ 942445 h 6248035"/>
              <a:gd name="csX83" fmla="*/ 8517699 w 11034751"/>
              <a:gd name="csY83" fmla="*/ 854763 h 6248035"/>
              <a:gd name="csX84" fmla="*/ 8555277 w 11034751"/>
              <a:gd name="csY84" fmla="*/ 804659 h 6248035"/>
              <a:gd name="csX85" fmla="*/ 8705589 w 11034751"/>
              <a:gd name="csY85" fmla="*/ 779607 h 6248035"/>
              <a:gd name="csX86" fmla="*/ 8818324 w 11034751"/>
              <a:gd name="csY86" fmla="*/ 754555 h 6248035"/>
              <a:gd name="csX87" fmla="*/ 8931058 w 11034751"/>
              <a:gd name="csY87" fmla="*/ 716977 h 6248035"/>
              <a:gd name="csX88" fmla="*/ 8981162 w 11034751"/>
              <a:gd name="csY88" fmla="*/ 691925 h 6248035"/>
              <a:gd name="csX89" fmla="*/ 9228008 w 11034751"/>
              <a:gd name="csY89" fmla="*/ 691925 h 6248035"/>
              <a:gd name="csX90" fmla="*/ 9461911 w 11034751"/>
              <a:gd name="csY90" fmla="*/ 410423 h 6248035"/>
              <a:gd name="csX91" fmla="*/ 9955687 w 11034751"/>
              <a:gd name="csY91" fmla="*/ 123911 h 6248035"/>
              <a:gd name="csX92" fmla="*/ 10443367 w 11034751"/>
              <a:gd name="csY92" fmla="*/ 1991 h 6248035"/>
              <a:gd name="csX93" fmla="*/ 10866413 w 11034751"/>
              <a:gd name="csY93" fmla="*/ 89089 h 6248035"/>
              <a:gd name="csX94" fmla="*/ 10998103 w 11034751"/>
              <a:gd name="csY94" fmla="*/ 251926 h 6248035"/>
              <a:gd name="csX95" fmla="*/ 11034679 w 11034751"/>
              <a:gd name="csY95" fmla="*/ 629879 h 6248035"/>
              <a:gd name="csX96" fmla="*/ 10924951 w 11034751"/>
              <a:gd name="csY96" fmla="*/ 898102 h 6248035"/>
              <a:gd name="csX97" fmla="*/ 10784743 w 11034751"/>
              <a:gd name="csY97" fmla="*/ 1355303 h 6248035"/>
              <a:gd name="csX98" fmla="*/ 10321447 w 11034751"/>
              <a:gd name="csY98" fmla="*/ 1690582 h 6248035"/>
              <a:gd name="csX99" fmla="*/ 10236103 w 11034751"/>
              <a:gd name="csY99" fmla="*/ 2001478 h 6248035"/>
              <a:gd name="csX100" fmla="*/ 10028839 w 11034751"/>
              <a:gd name="csY100" fmla="*/ 2190454 h 6248035"/>
              <a:gd name="csX101" fmla="*/ 9766711 w 11034751"/>
              <a:gd name="csY101" fmla="*/ 2580598 h 6248035"/>
              <a:gd name="csX102" fmla="*/ 9583831 w 11034751"/>
              <a:gd name="csY102" fmla="*/ 2934166 h 6248035"/>
              <a:gd name="csX103" fmla="*/ 9352183 w 11034751"/>
              <a:gd name="csY103" fmla="*/ 3092662 h 6248035"/>
              <a:gd name="csX104" fmla="*/ 9144919 w 11034751"/>
              <a:gd name="csY104" fmla="*/ 3299926 h 6248035"/>
              <a:gd name="csX105" fmla="*/ 8840119 w 11034751"/>
              <a:gd name="csY105" fmla="*/ 3452326 h 6248035"/>
              <a:gd name="csX106" fmla="*/ 8669431 w 11034751"/>
              <a:gd name="csY106" fmla="*/ 3763222 h 6248035"/>
              <a:gd name="csX107" fmla="*/ 8254903 w 11034751"/>
              <a:gd name="csY107" fmla="*/ 3915622 h 6248035"/>
              <a:gd name="csX108" fmla="*/ 8169559 w 11034751"/>
              <a:gd name="csY108" fmla="*/ 4104598 h 6248035"/>
              <a:gd name="csX109" fmla="*/ 7944007 w 11034751"/>
              <a:gd name="csY109" fmla="*/ 4214326 h 6248035"/>
              <a:gd name="csX110" fmla="*/ 7566055 w 11034751"/>
              <a:gd name="csY110" fmla="*/ 4293574 h 6248035"/>
              <a:gd name="csX111" fmla="*/ 7255159 w 11034751"/>
              <a:gd name="csY111" fmla="*/ 4470358 h 6248035"/>
              <a:gd name="csX112" fmla="*/ 6822343 w 11034751"/>
              <a:gd name="csY112" fmla="*/ 4476454 h 6248035"/>
              <a:gd name="csX113" fmla="*/ 6499255 w 11034751"/>
              <a:gd name="csY113" fmla="*/ 4592278 h 6248035"/>
              <a:gd name="csX114" fmla="*/ 6115207 w 11034751"/>
              <a:gd name="csY114" fmla="*/ 4622758 h 6248035"/>
              <a:gd name="csX115" fmla="*/ 5999383 w 11034751"/>
              <a:gd name="csY115" fmla="*/ 4744678 h 6248035"/>
              <a:gd name="csX116" fmla="*/ 5786023 w 11034751"/>
              <a:gd name="csY116" fmla="*/ 4756870 h 6248035"/>
              <a:gd name="csX117" fmla="*/ 5597047 w 11034751"/>
              <a:gd name="csY117" fmla="*/ 4756870 h 6248035"/>
              <a:gd name="csX118" fmla="*/ 5127655 w 11034751"/>
              <a:gd name="csY118" fmla="*/ 4769062 h 6248035"/>
              <a:gd name="csX119" fmla="*/ 4731415 w 11034751"/>
              <a:gd name="csY119" fmla="*/ 4756870 h 6248035"/>
              <a:gd name="csX120" fmla="*/ 4627783 w 11034751"/>
              <a:gd name="csY120" fmla="*/ 4860502 h 6248035"/>
              <a:gd name="csX121" fmla="*/ 4225447 w 11034751"/>
              <a:gd name="csY121" fmla="*/ 5061670 h 6248035"/>
              <a:gd name="csX122" fmla="*/ 3780439 w 11034751"/>
              <a:gd name="csY122" fmla="*/ 5171398 h 6248035"/>
              <a:gd name="csX123" fmla="*/ 4054759 w 11034751"/>
              <a:gd name="csY123" fmla="*/ 5579830 h 6248035"/>
              <a:gd name="csX124" fmla="*/ 4048663 w 11034751"/>
              <a:gd name="csY124" fmla="*/ 6018742 h 6248035"/>
              <a:gd name="csX125" fmla="*/ 4115719 w 11034751"/>
              <a:gd name="csY125" fmla="*/ 6201622 h 6248035"/>
              <a:gd name="csX0" fmla="*/ 0 w 11109656"/>
              <a:gd name="csY0" fmla="*/ 6294316 h 6294316"/>
              <a:gd name="csX1" fmla="*/ 200166 w 11109656"/>
              <a:gd name="csY1" fmla="*/ 4762883 h 6294316"/>
              <a:gd name="csX2" fmla="*/ 112484 w 11109656"/>
              <a:gd name="csY2" fmla="*/ 4612571 h 6294316"/>
              <a:gd name="csX3" fmla="*/ 137536 w 11109656"/>
              <a:gd name="csY3" fmla="*/ 4524889 h 6294316"/>
              <a:gd name="csX4" fmla="*/ 112484 w 11109656"/>
              <a:gd name="csY4" fmla="*/ 4399629 h 6294316"/>
              <a:gd name="csX5" fmla="*/ 74905 w 11109656"/>
              <a:gd name="csY5" fmla="*/ 4324473 h 6294316"/>
              <a:gd name="csX6" fmla="*/ 137536 w 11109656"/>
              <a:gd name="csY6" fmla="*/ 4174160 h 6294316"/>
              <a:gd name="csX7" fmla="*/ 187640 w 11109656"/>
              <a:gd name="csY7" fmla="*/ 4061426 h 6294316"/>
              <a:gd name="csX8" fmla="*/ 250270 w 11109656"/>
              <a:gd name="csY8" fmla="*/ 3961218 h 6294316"/>
              <a:gd name="csX9" fmla="*/ 250270 w 11109656"/>
              <a:gd name="csY9" fmla="*/ 3961218 h 6294316"/>
              <a:gd name="csX10" fmla="*/ 363004 w 11109656"/>
              <a:gd name="csY10" fmla="*/ 3835957 h 6294316"/>
              <a:gd name="csX11" fmla="*/ 488264 w 11109656"/>
              <a:gd name="csY11" fmla="*/ 3785853 h 6294316"/>
              <a:gd name="csX12" fmla="*/ 488264 w 11109656"/>
              <a:gd name="csY12" fmla="*/ 3785853 h 6294316"/>
              <a:gd name="csX13" fmla="*/ 475738 w 11109656"/>
              <a:gd name="csY13" fmla="*/ 3673119 h 6294316"/>
              <a:gd name="csX14" fmla="*/ 375530 w 11109656"/>
              <a:gd name="csY14" fmla="*/ 3635541 h 6294316"/>
              <a:gd name="csX15" fmla="*/ 363004 w 11109656"/>
              <a:gd name="csY15" fmla="*/ 3597963 h 6294316"/>
              <a:gd name="csX16" fmla="*/ 413108 w 11109656"/>
              <a:gd name="csY16" fmla="*/ 3472703 h 6294316"/>
              <a:gd name="csX17" fmla="*/ 463212 w 11109656"/>
              <a:gd name="csY17" fmla="*/ 3397547 h 6294316"/>
              <a:gd name="csX18" fmla="*/ 563420 w 11109656"/>
              <a:gd name="csY18" fmla="*/ 3222182 h 6294316"/>
              <a:gd name="csX19" fmla="*/ 588473 w 11109656"/>
              <a:gd name="csY19" fmla="*/ 3147026 h 6294316"/>
              <a:gd name="csX20" fmla="*/ 701207 w 11109656"/>
              <a:gd name="csY20" fmla="*/ 3046818 h 6294316"/>
              <a:gd name="csX21" fmla="*/ 776363 w 11109656"/>
              <a:gd name="csY21" fmla="*/ 2984188 h 6294316"/>
              <a:gd name="csX22" fmla="*/ 876571 w 11109656"/>
              <a:gd name="csY22" fmla="*/ 2934083 h 6294316"/>
              <a:gd name="csX23" fmla="*/ 951727 w 11109656"/>
              <a:gd name="csY23" fmla="*/ 2883979 h 6294316"/>
              <a:gd name="csX24" fmla="*/ 1064462 w 11109656"/>
              <a:gd name="csY24" fmla="*/ 2821349 h 6294316"/>
              <a:gd name="csX25" fmla="*/ 1127092 w 11109656"/>
              <a:gd name="csY25" fmla="*/ 2758719 h 6294316"/>
              <a:gd name="csX26" fmla="*/ 1227300 w 11109656"/>
              <a:gd name="csY26" fmla="*/ 2671037 h 6294316"/>
              <a:gd name="csX27" fmla="*/ 1377612 w 11109656"/>
              <a:gd name="csY27" fmla="*/ 2620933 h 6294316"/>
              <a:gd name="csX28" fmla="*/ 1502873 w 11109656"/>
              <a:gd name="csY28" fmla="*/ 2658511 h 6294316"/>
              <a:gd name="csX29" fmla="*/ 1502873 w 11109656"/>
              <a:gd name="csY29" fmla="*/ 2658511 h 6294316"/>
              <a:gd name="csX30" fmla="*/ 1440242 w 11109656"/>
              <a:gd name="csY30" fmla="*/ 2595881 h 6294316"/>
              <a:gd name="csX31" fmla="*/ 1477820 w 11109656"/>
              <a:gd name="csY31" fmla="*/ 2407990 h 6294316"/>
              <a:gd name="csX32" fmla="*/ 1603081 w 11109656"/>
              <a:gd name="csY32" fmla="*/ 2307782 h 6294316"/>
              <a:gd name="csX33" fmla="*/ 1703289 w 11109656"/>
              <a:gd name="csY33" fmla="*/ 2245152 h 6294316"/>
              <a:gd name="csX34" fmla="*/ 1728341 w 11109656"/>
              <a:gd name="csY34" fmla="*/ 2207574 h 6294316"/>
              <a:gd name="csX35" fmla="*/ 1891179 w 11109656"/>
              <a:gd name="csY35" fmla="*/ 2195048 h 6294316"/>
              <a:gd name="csX36" fmla="*/ 2041492 w 11109656"/>
              <a:gd name="csY36" fmla="*/ 2245152 h 6294316"/>
              <a:gd name="csX37" fmla="*/ 2041492 w 11109656"/>
              <a:gd name="csY37" fmla="*/ 2245152 h 6294316"/>
              <a:gd name="csX38" fmla="*/ 2041492 w 11109656"/>
              <a:gd name="csY38" fmla="*/ 2245152 h 6294316"/>
              <a:gd name="csX39" fmla="*/ 2154226 w 11109656"/>
              <a:gd name="csY39" fmla="*/ 2195048 h 6294316"/>
              <a:gd name="csX40" fmla="*/ 2304538 w 11109656"/>
              <a:gd name="csY40" fmla="*/ 2094840 h 6294316"/>
              <a:gd name="csX41" fmla="*/ 2542533 w 11109656"/>
              <a:gd name="csY41" fmla="*/ 2057262 h 6294316"/>
              <a:gd name="csX42" fmla="*/ 2717897 w 11109656"/>
              <a:gd name="csY42" fmla="*/ 2082314 h 6294316"/>
              <a:gd name="csX43" fmla="*/ 2818105 w 11109656"/>
              <a:gd name="csY43" fmla="*/ 2169996 h 6294316"/>
              <a:gd name="csX44" fmla="*/ 2943366 w 11109656"/>
              <a:gd name="csY44" fmla="*/ 2195048 h 6294316"/>
              <a:gd name="csX45" fmla="*/ 2780527 w 11109656"/>
              <a:gd name="csY45" fmla="*/ 2082314 h 6294316"/>
              <a:gd name="csX46" fmla="*/ 2868210 w 11109656"/>
              <a:gd name="csY46" fmla="*/ 1957053 h 6294316"/>
              <a:gd name="csX47" fmla="*/ 3031048 w 11109656"/>
              <a:gd name="csY47" fmla="*/ 1957053 h 6294316"/>
              <a:gd name="csX48" fmla="*/ 3231464 w 11109656"/>
              <a:gd name="csY48" fmla="*/ 1957053 h 6294316"/>
              <a:gd name="csX49" fmla="*/ 3394303 w 11109656"/>
              <a:gd name="csY49" fmla="*/ 1969579 h 6294316"/>
              <a:gd name="csX50" fmla="*/ 3745031 w 11109656"/>
              <a:gd name="csY50" fmla="*/ 1919475 h 6294316"/>
              <a:gd name="csX51" fmla="*/ 3907870 w 11109656"/>
              <a:gd name="csY51" fmla="*/ 1919475 h 6294316"/>
              <a:gd name="csX52" fmla="*/ 4170916 w 11109656"/>
              <a:gd name="csY52" fmla="*/ 1894423 h 6294316"/>
              <a:gd name="csX53" fmla="*/ 4321229 w 11109656"/>
              <a:gd name="csY53" fmla="*/ 1906949 h 6294316"/>
              <a:gd name="csX54" fmla="*/ 4496593 w 11109656"/>
              <a:gd name="csY54" fmla="*/ 1994631 h 6294316"/>
              <a:gd name="csX55" fmla="*/ 4496593 w 11109656"/>
              <a:gd name="csY55" fmla="*/ 1994631 h 6294316"/>
              <a:gd name="csX56" fmla="*/ 4433963 w 11109656"/>
              <a:gd name="csY56" fmla="*/ 1844319 h 6294316"/>
              <a:gd name="csX57" fmla="*/ 4634379 w 11109656"/>
              <a:gd name="csY57" fmla="*/ 1844319 h 6294316"/>
              <a:gd name="csX58" fmla="*/ 4822270 w 11109656"/>
              <a:gd name="csY58" fmla="*/ 1869371 h 6294316"/>
              <a:gd name="csX59" fmla="*/ 4909952 w 11109656"/>
              <a:gd name="csY59" fmla="*/ 1869371 h 6294316"/>
              <a:gd name="csX60" fmla="*/ 5097842 w 11109656"/>
              <a:gd name="csY60" fmla="*/ 1769163 h 6294316"/>
              <a:gd name="csX61" fmla="*/ 5335837 w 11109656"/>
              <a:gd name="csY61" fmla="*/ 1794215 h 6294316"/>
              <a:gd name="csX62" fmla="*/ 5486149 w 11109656"/>
              <a:gd name="csY62" fmla="*/ 1819267 h 6294316"/>
              <a:gd name="csX63" fmla="*/ 5674040 w 11109656"/>
              <a:gd name="csY63" fmla="*/ 1781689 h 6294316"/>
              <a:gd name="csX64" fmla="*/ 5811826 w 11109656"/>
              <a:gd name="csY64" fmla="*/ 1794215 h 6294316"/>
              <a:gd name="csX65" fmla="*/ 5874456 w 11109656"/>
              <a:gd name="csY65" fmla="*/ 1794215 h 6294316"/>
              <a:gd name="csX66" fmla="*/ 6212659 w 11109656"/>
              <a:gd name="csY66" fmla="*/ 1631377 h 6294316"/>
              <a:gd name="csX67" fmla="*/ 6438127 w 11109656"/>
              <a:gd name="csY67" fmla="*/ 1593799 h 6294316"/>
              <a:gd name="csX68" fmla="*/ 6626018 w 11109656"/>
              <a:gd name="csY68" fmla="*/ 1481064 h 6294316"/>
              <a:gd name="csX69" fmla="*/ 6788856 w 11109656"/>
              <a:gd name="csY69" fmla="*/ 1493590 h 6294316"/>
              <a:gd name="csX70" fmla="*/ 6926642 w 11109656"/>
              <a:gd name="csY70" fmla="*/ 1481064 h 6294316"/>
              <a:gd name="csX71" fmla="*/ 7076955 w 11109656"/>
              <a:gd name="csY71" fmla="*/ 1355804 h 6294316"/>
              <a:gd name="csX72" fmla="*/ 7289897 w 11109656"/>
              <a:gd name="csY72" fmla="*/ 1230544 h 6294316"/>
              <a:gd name="csX73" fmla="*/ 7415157 w 11109656"/>
              <a:gd name="csY73" fmla="*/ 1243070 h 6294316"/>
              <a:gd name="csX74" fmla="*/ 7515366 w 11109656"/>
              <a:gd name="csY74" fmla="*/ 1255596 h 6294316"/>
              <a:gd name="csX75" fmla="*/ 7603048 w 11109656"/>
              <a:gd name="csY75" fmla="*/ 1255596 h 6294316"/>
              <a:gd name="csX76" fmla="*/ 7815990 w 11109656"/>
              <a:gd name="csY76" fmla="*/ 1218018 h 6294316"/>
              <a:gd name="csX77" fmla="*/ 7878620 w 11109656"/>
              <a:gd name="csY77" fmla="*/ 1167914 h 6294316"/>
              <a:gd name="csX78" fmla="*/ 8016407 w 11109656"/>
              <a:gd name="csY78" fmla="*/ 1180440 h 6294316"/>
              <a:gd name="csX79" fmla="*/ 8016407 w 11109656"/>
              <a:gd name="csY79" fmla="*/ 1180440 h 6294316"/>
              <a:gd name="csX80" fmla="*/ 8154193 w 11109656"/>
              <a:gd name="csY80" fmla="*/ 1130336 h 6294316"/>
              <a:gd name="csX81" fmla="*/ 8342084 w 11109656"/>
              <a:gd name="csY81" fmla="*/ 1042653 h 6294316"/>
              <a:gd name="csX82" fmla="*/ 8517448 w 11109656"/>
              <a:gd name="csY82" fmla="*/ 942445 h 6294316"/>
              <a:gd name="csX83" fmla="*/ 8592604 w 11109656"/>
              <a:gd name="csY83" fmla="*/ 854763 h 6294316"/>
              <a:gd name="csX84" fmla="*/ 8630182 w 11109656"/>
              <a:gd name="csY84" fmla="*/ 804659 h 6294316"/>
              <a:gd name="csX85" fmla="*/ 8780494 w 11109656"/>
              <a:gd name="csY85" fmla="*/ 779607 h 6294316"/>
              <a:gd name="csX86" fmla="*/ 8893229 w 11109656"/>
              <a:gd name="csY86" fmla="*/ 754555 h 6294316"/>
              <a:gd name="csX87" fmla="*/ 9005963 w 11109656"/>
              <a:gd name="csY87" fmla="*/ 716977 h 6294316"/>
              <a:gd name="csX88" fmla="*/ 9056067 w 11109656"/>
              <a:gd name="csY88" fmla="*/ 691925 h 6294316"/>
              <a:gd name="csX89" fmla="*/ 9302913 w 11109656"/>
              <a:gd name="csY89" fmla="*/ 691925 h 6294316"/>
              <a:gd name="csX90" fmla="*/ 9536816 w 11109656"/>
              <a:gd name="csY90" fmla="*/ 410423 h 6294316"/>
              <a:gd name="csX91" fmla="*/ 10030592 w 11109656"/>
              <a:gd name="csY91" fmla="*/ 123911 h 6294316"/>
              <a:gd name="csX92" fmla="*/ 10518272 w 11109656"/>
              <a:gd name="csY92" fmla="*/ 1991 h 6294316"/>
              <a:gd name="csX93" fmla="*/ 10941318 w 11109656"/>
              <a:gd name="csY93" fmla="*/ 89089 h 6294316"/>
              <a:gd name="csX94" fmla="*/ 11073008 w 11109656"/>
              <a:gd name="csY94" fmla="*/ 251926 h 6294316"/>
              <a:gd name="csX95" fmla="*/ 11109584 w 11109656"/>
              <a:gd name="csY95" fmla="*/ 629879 h 6294316"/>
              <a:gd name="csX96" fmla="*/ 10999856 w 11109656"/>
              <a:gd name="csY96" fmla="*/ 898102 h 6294316"/>
              <a:gd name="csX97" fmla="*/ 10859648 w 11109656"/>
              <a:gd name="csY97" fmla="*/ 1355303 h 6294316"/>
              <a:gd name="csX98" fmla="*/ 10396352 w 11109656"/>
              <a:gd name="csY98" fmla="*/ 1690582 h 6294316"/>
              <a:gd name="csX99" fmla="*/ 10311008 w 11109656"/>
              <a:gd name="csY99" fmla="*/ 2001478 h 6294316"/>
              <a:gd name="csX100" fmla="*/ 10103744 w 11109656"/>
              <a:gd name="csY100" fmla="*/ 2190454 h 6294316"/>
              <a:gd name="csX101" fmla="*/ 9841616 w 11109656"/>
              <a:gd name="csY101" fmla="*/ 2580598 h 6294316"/>
              <a:gd name="csX102" fmla="*/ 9658736 w 11109656"/>
              <a:gd name="csY102" fmla="*/ 2934166 h 6294316"/>
              <a:gd name="csX103" fmla="*/ 9427088 w 11109656"/>
              <a:gd name="csY103" fmla="*/ 3092662 h 6294316"/>
              <a:gd name="csX104" fmla="*/ 9219824 w 11109656"/>
              <a:gd name="csY104" fmla="*/ 3299926 h 6294316"/>
              <a:gd name="csX105" fmla="*/ 8915024 w 11109656"/>
              <a:gd name="csY105" fmla="*/ 3452326 h 6294316"/>
              <a:gd name="csX106" fmla="*/ 8744336 w 11109656"/>
              <a:gd name="csY106" fmla="*/ 3763222 h 6294316"/>
              <a:gd name="csX107" fmla="*/ 8329808 w 11109656"/>
              <a:gd name="csY107" fmla="*/ 3915622 h 6294316"/>
              <a:gd name="csX108" fmla="*/ 8244464 w 11109656"/>
              <a:gd name="csY108" fmla="*/ 4104598 h 6294316"/>
              <a:gd name="csX109" fmla="*/ 8018912 w 11109656"/>
              <a:gd name="csY109" fmla="*/ 4214326 h 6294316"/>
              <a:gd name="csX110" fmla="*/ 7640960 w 11109656"/>
              <a:gd name="csY110" fmla="*/ 4293574 h 6294316"/>
              <a:gd name="csX111" fmla="*/ 7330064 w 11109656"/>
              <a:gd name="csY111" fmla="*/ 4470358 h 6294316"/>
              <a:gd name="csX112" fmla="*/ 6897248 w 11109656"/>
              <a:gd name="csY112" fmla="*/ 4476454 h 6294316"/>
              <a:gd name="csX113" fmla="*/ 6574160 w 11109656"/>
              <a:gd name="csY113" fmla="*/ 4592278 h 6294316"/>
              <a:gd name="csX114" fmla="*/ 6190112 w 11109656"/>
              <a:gd name="csY114" fmla="*/ 4622758 h 6294316"/>
              <a:gd name="csX115" fmla="*/ 6074288 w 11109656"/>
              <a:gd name="csY115" fmla="*/ 4744678 h 6294316"/>
              <a:gd name="csX116" fmla="*/ 5860928 w 11109656"/>
              <a:gd name="csY116" fmla="*/ 4756870 h 6294316"/>
              <a:gd name="csX117" fmla="*/ 5671952 w 11109656"/>
              <a:gd name="csY117" fmla="*/ 4756870 h 6294316"/>
              <a:gd name="csX118" fmla="*/ 5202560 w 11109656"/>
              <a:gd name="csY118" fmla="*/ 4769062 h 6294316"/>
              <a:gd name="csX119" fmla="*/ 4806320 w 11109656"/>
              <a:gd name="csY119" fmla="*/ 4756870 h 6294316"/>
              <a:gd name="csX120" fmla="*/ 4702688 w 11109656"/>
              <a:gd name="csY120" fmla="*/ 4860502 h 6294316"/>
              <a:gd name="csX121" fmla="*/ 4300352 w 11109656"/>
              <a:gd name="csY121" fmla="*/ 5061670 h 6294316"/>
              <a:gd name="csX122" fmla="*/ 3855344 w 11109656"/>
              <a:gd name="csY122" fmla="*/ 5171398 h 6294316"/>
              <a:gd name="csX123" fmla="*/ 4129664 w 11109656"/>
              <a:gd name="csY123" fmla="*/ 5579830 h 6294316"/>
              <a:gd name="csX124" fmla="*/ 4123568 w 11109656"/>
              <a:gd name="csY124" fmla="*/ 6018742 h 6294316"/>
              <a:gd name="csX125" fmla="*/ 4190624 w 11109656"/>
              <a:gd name="csY125" fmla="*/ 6201622 h 6294316"/>
              <a:gd name="csX0" fmla="*/ 0 w 11109656"/>
              <a:gd name="csY0" fmla="*/ 6294316 h 6294316"/>
              <a:gd name="csX1" fmla="*/ 51440 w 11109656"/>
              <a:gd name="csY1" fmla="*/ 5372565 h 6294316"/>
              <a:gd name="csX2" fmla="*/ 200166 w 11109656"/>
              <a:gd name="csY2" fmla="*/ 4762883 h 6294316"/>
              <a:gd name="csX3" fmla="*/ 112484 w 11109656"/>
              <a:gd name="csY3" fmla="*/ 4612571 h 6294316"/>
              <a:gd name="csX4" fmla="*/ 137536 w 11109656"/>
              <a:gd name="csY4" fmla="*/ 4524889 h 6294316"/>
              <a:gd name="csX5" fmla="*/ 112484 w 11109656"/>
              <a:gd name="csY5" fmla="*/ 4399629 h 6294316"/>
              <a:gd name="csX6" fmla="*/ 74905 w 11109656"/>
              <a:gd name="csY6" fmla="*/ 4324473 h 6294316"/>
              <a:gd name="csX7" fmla="*/ 137536 w 11109656"/>
              <a:gd name="csY7" fmla="*/ 4174160 h 6294316"/>
              <a:gd name="csX8" fmla="*/ 187640 w 11109656"/>
              <a:gd name="csY8" fmla="*/ 4061426 h 6294316"/>
              <a:gd name="csX9" fmla="*/ 250270 w 11109656"/>
              <a:gd name="csY9" fmla="*/ 3961218 h 6294316"/>
              <a:gd name="csX10" fmla="*/ 250270 w 11109656"/>
              <a:gd name="csY10" fmla="*/ 3961218 h 6294316"/>
              <a:gd name="csX11" fmla="*/ 363004 w 11109656"/>
              <a:gd name="csY11" fmla="*/ 3835957 h 6294316"/>
              <a:gd name="csX12" fmla="*/ 488264 w 11109656"/>
              <a:gd name="csY12" fmla="*/ 3785853 h 6294316"/>
              <a:gd name="csX13" fmla="*/ 488264 w 11109656"/>
              <a:gd name="csY13" fmla="*/ 3785853 h 6294316"/>
              <a:gd name="csX14" fmla="*/ 475738 w 11109656"/>
              <a:gd name="csY14" fmla="*/ 3673119 h 6294316"/>
              <a:gd name="csX15" fmla="*/ 375530 w 11109656"/>
              <a:gd name="csY15" fmla="*/ 3635541 h 6294316"/>
              <a:gd name="csX16" fmla="*/ 363004 w 11109656"/>
              <a:gd name="csY16" fmla="*/ 3597963 h 6294316"/>
              <a:gd name="csX17" fmla="*/ 413108 w 11109656"/>
              <a:gd name="csY17" fmla="*/ 3472703 h 6294316"/>
              <a:gd name="csX18" fmla="*/ 463212 w 11109656"/>
              <a:gd name="csY18" fmla="*/ 3397547 h 6294316"/>
              <a:gd name="csX19" fmla="*/ 563420 w 11109656"/>
              <a:gd name="csY19" fmla="*/ 3222182 h 6294316"/>
              <a:gd name="csX20" fmla="*/ 588473 w 11109656"/>
              <a:gd name="csY20" fmla="*/ 3147026 h 6294316"/>
              <a:gd name="csX21" fmla="*/ 701207 w 11109656"/>
              <a:gd name="csY21" fmla="*/ 3046818 h 6294316"/>
              <a:gd name="csX22" fmla="*/ 776363 w 11109656"/>
              <a:gd name="csY22" fmla="*/ 2984188 h 6294316"/>
              <a:gd name="csX23" fmla="*/ 876571 w 11109656"/>
              <a:gd name="csY23" fmla="*/ 2934083 h 6294316"/>
              <a:gd name="csX24" fmla="*/ 951727 w 11109656"/>
              <a:gd name="csY24" fmla="*/ 2883979 h 6294316"/>
              <a:gd name="csX25" fmla="*/ 1064462 w 11109656"/>
              <a:gd name="csY25" fmla="*/ 2821349 h 6294316"/>
              <a:gd name="csX26" fmla="*/ 1127092 w 11109656"/>
              <a:gd name="csY26" fmla="*/ 2758719 h 6294316"/>
              <a:gd name="csX27" fmla="*/ 1227300 w 11109656"/>
              <a:gd name="csY27" fmla="*/ 2671037 h 6294316"/>
              <a:gd name="csX28" fmla="*/ 1377612 w 11109656"/>
              <a:gd name="csY28" fmla="*/ 2620933 h 6294316"/>
              <a:gd name="csX29" fmla="*/ 1502873 w 11109656"/>
              <a:gd name="csY29" fmla="*/ 2658511 h 6294316"/>
              <a:gd name="csX30" fmla="*/ 1502873 w 11109656"/>
              <a:gd name="csY30" fmla="*/ 2658511 h 6294316"/>
              <a:gd name="csX31" fmla="*/ 1440242 w 11109656"/>
              <a:gd name="csY31" fmla="*/ 2595881 h 6294316"/>
              <a:gd name="csX32" fmla="*/ 1477820 w 11109656"/>
              <a:gd name="csY32" fmla="*/ 2407990 h 6294316"/>
              <a:gd name="csX33" fmla="*/ 1603081 w 11109656"/>
              <a:gd name="csY33" fmla="*/ 2307782 h 6294316"/>
              <a:gd name="csX34" fmla="*/ 1703289 w 11109656"/>
              <a:gd name="csY34" fmla="*/ 2245152 h 6294316"/>
              <a:gd name="csX35" fmla="*/ 1728341 w 11109656"/>
              <a:gd name="csY35" fmla="*/ 2207574 h 6294316"/>
              <a:gd name="csX36" fmla="*/ 1891179 w 11109656"/>
              <a:gd name="csY36" fmla="*/ 2195048 h 6294316"/>
              <a:gd name="csX37" fmla="*/ 2041492 w 11109656"/>
              <a:gd name="csY37" fmla="*/ 2245152 h 6294316"/>
              <a:gd name="csX38" fmla="*/ 2041492 w 11109656"/>
              <a:gd name="csY38" fmla="*/ 2245152 h 6294316"/>
              <a:gd name="csX39" fmla="*/ 2041492 w 11109656"/>
              <a:gd name="csY39" fmla="*/ 2245152 h 6294316"/>
              <a:gd name="csX40" fmla="*/ 2154226 w 11109656"/>
              <a:gd name="csY40" fmla="*/ 2195048 h 6294316"/>
              <a:gd name="csX41" fmla="*/ 2304538 w 11109656"/>
              <a:gd name="csY41" fmla="*/ 2094840 h 6294316"/>
              <a:gd name="csX42" fmla="*/ 2542533 w 11109656"/>
              <a:gd name="csY42" fmla="*/ 2057262 h 6294316"/>
              <a:gd name="csX43" fmla="*/ 2717897 w 11109656"/>
              <a:gd name="csY43" fmla="*/ 2082314 h 6294316"/>
              <a:gd name="csX44" fmla="*/ 2818105 w 11109656"/>
              <a:gd name="csY44" fmla="*/ 2169996 h 6294316"/>
              <a:gd name="csX45" fmla="*/ 2943366 w 11109656"/>
              <a:gd name="csY45" fmla="*/ 2195048 h 6294316"/>
              <a:gd name="csX46" fmla="*/ 2780527 w 11109656"/>
              <a:gd name="csY46" fmla="*/ 2082314 h 6294316"/>
              <a:gd name="csX47" fmla="*/ 2868210 w 11109656"/>
              <a:gd name="csY47" fmla="*/ 1957053 h 6294316"/>
              <a:gd name="csX48" fmla="*/ 3031048 w 11109656"/>
              <a:gd name="csY48" fmla="*/ 1957053 h 6294316"/>
              <a:gd name="csX49" fmla="*/ 3231464 w 11109656"/>
              <a:gd name="csY49" fmla="*/ 1957053 h 6294316"/>
              <a:gd name="csX50" fmla="*/ 3394303 w 11109656"/>
              <a:gd name="csY50" fmla="*/ 1969579 h 6294316"/>
              <a:gd name="csX51" fmla="*/ 3745031 w 11109656"/>
              <a:gd name="csY51" fmla="*/ 1919475 h 6294316"/>
              <a:gd name="csX52" fmla="*/ 3907870 w 11109656"/>
              <a:gd name="csY52" fmla="*/ 1919475 h 6294316"/>
              <a:gd name="csX53" fmla="*/ 4170916 w 11109656"/>
              <a:gd name="csY53" fmla="*/ 1894423 h 6294316"/>
              <a:gd name="csX54" fmla="*/ 4321229 w 11109656"/>
              <a:gd name="csY54" fmla="*/ 1906949 h 6294316"/>
              <a:gd name="csX55" fmla="*/ 4496593 w 11109656"/>
              <a:gd name="csY55" fmla="*/ 1994631 h 6294316"/>
              <a:gd name="csX56" fmla="*/ 4496593 w 11109656"/>
              <a:gd name="csY56" fmla="*/ 1994631 h 6294316"/>
              <a:gd name="csX57" fmla="*/ 4433963 w 11109656"/>
              <a:gd name="csY57" fmla="*/ 1844319 h 6294316"/>
              <a:gd name="csX58" fmla="*/ 4634379 w 11109656"/>
              <a:gd name="csY58" fmla="*/ 1844319 h 6294316"/>
              <a:gd name="csX59" fmla="*/ 4822270 w 11109656"/>
              <a:gd name="csY59" fmla="*/ 1869371 h 6294316"/>
              <a:gd name="csX60" fmla="*/ 4909952 w 11109656"/>
              <a:gd name="csY60" fmla="*/ 1869371 h 6294316"/>
              <a:gd name="csX61" fmla="*/ 5097842 w 11109656"/>
              <a:gd name="csY61" fmla="*/ 1769163 h 6294316"/>
              <a:gd name="csX62" fmla="*/ 5335837 w 11109656"/>
              <a:gd name="csY62" fmla="*/ 1794215 h 6294316"/>
              <a:gd name="csX63" fmla="*/ 5486149 w 11109656"/>
              <a:gd name="csY63" fmla="*/ 1819267 h 6294316"/>
              <a:gd name="csX64" fmla="*/ 5674040 w 11109656"/>
              <a:gd name="csY64" fmla="*/ 1781689 h 6294316"/>
              <a:gd name="csX65" fmla="*/ 5811826 w 11109656"/>
              <a:gd name="csY65" fmla="*/ 1794215 h 6294316"/>
              <a:gd name="csX66" fmla="*/ 5874456 w 11109656"/>
              <a:gd name="csY66" fmla="*/ 1794215 h 6294316"/>
              <a:gd name="csX67" fmla="*/ 6212659 w 11109656"/>
              <a:gd name="csY67" fmla="*/ 1631377 h 6294316"/>
              <a:gd name="csX68" fmla="*/ 6438127 w 11109656"/>
              <a:gd name="csY68" fmla="*/ 1593799 h 6294316"/>
              <a:gd name="csX69" fmla="*/ 6626018 w 11109656"/>
              <a:gd name="csY69" fmla="*/ 1481064 h 6294316"/>
              <a:gd name="csX70" fmla="*/ 6788856 w 11109656"/>
              <a:gd name="csY70" fmla="*/ 1493590 h 6294316"/>
              <a:gd name="csX71" fmla="*/ 6926642 w 11109656"/>
              <a:gd name="csY71" fmla="*/ 1481064 h 6294316"/>
              <a:gd name="csX72" fmla="*/ 7076955 w 11109656"/>
              <a:gd name="csY72" fmla="*/ 1355804 h 6294316"/>
              <a:gd name="csX73" fmla="*/ 7289897 w 11109656"/>
              <a:gd name="csY73" fmla="*/ 1230544 h 6294316"/>
              <a:gd name="csX74" fmla="*/ 7415157 w 11109656"/>
              <a:gd name="csY74" fmla="*/ 1243070 h 6294316"/>
              <a:gd name="csX75" fmla="*/ 7515366 w 11109656"/>
              <a:gd name="csY75" fmla="*/ 1255596 h 6294316"/>
              <a:gd name="csX76" fmla="*/ 7603048 w 11109656"/>
              <a:gd name="csY76" fmla="*/ 1255596 h 6294316"/>
              <a:gd name="csX77" fmla="*/ 7815990 w 11109656"/>
              <a:gd name="csY77" fmla="*/ 1218018 h 6294316"/>
              <a:gd name="csX78" fmla="*/ 7878620 w 11109656"/>
              <a:gd name="csY78" fmla="*/ 1167914 h 6294316"/>
              <a:gd name="csX79" fmla="*/ 8016407 w 11109656"/>
              <a:gd name="csY79" fmla="*/ 1180440 h 6294316"/>
              <a:gd name="csX80" fmla="*/ 8016407 w 11109656"/>
              <a:gd name="csY80" fmla="*/ 1180440 h 6294316"/>
              <a:gd name="csX81" fmla="*/ 8154193 w 11109656"/>
              <a:gd name="csY81" fmla="*/ 1130336 h 6294316"/>
              <a:gd name="csX82" fmla="*/ 8342084 w 11109656"/>
              <a:gd name="csY82" fmla="*/ 1042653 h 6294316"/>
              <a:gd name="csX83" fmla="*/ 8517448 w 11109656"/>
              <a:gd name="csY83" fmla="*/ 942445 h 6294316"/>
              <a:gd name="csX84" fmla="*/ 8592604 w 11109656"/>
              <a:gd name="csY84" fmla="*/ 854763 h 6294316"/>
              <a:gd name="csX85" fmla="*/ 8630182 w 11109656"/>
              <a:gd name="csY85" fmla="*/ 804659 h 6294316"/>
              <a:gd name="csX86" fmla="*/ 8780494 w 11109656"/>
              <a:gd name="csY86" fmla="*/ 779607 h 6294316"/>
              <a:gd name="csX87" fmla="*/ 8893229 w 11109656"/>
              <a:gd name="csY87" fmla="*/ 754555 h 6294316"/>
              <a:gd name="csX88" fmla="*/ 9005963 w 11109656"/>
              <a:gd name="csY88" fmla="*/ 716977 h 6294316"/>
              <a:gd name="csX89" fmla="*/ 9056067 w 11109656"/>
              <a:gd name="csY89" fmla="*/ 691925 h 6294316"/>
              <a:gd name="csX90" fmla="*/ 9302913 w 11109656"/>
              <a:gd name="csY90" fmla="*/ 691925 h 6294316"/>
              <a:gd name="csX91" fmla="*/ 9536816 w 11109656"/>
              <a:gd name="csY91" fmla="*/ 410423 h 6294316"/>
              <a:gd name="csX92" fmla="*/ 10030592 w 11109656"/>
              <a:gd name="csY92" fmla="*/ 123911 h 6294316"/>
              <a:gd name="csX93" fmla="*/ 10518272 w 11109656"/>
              <a:gd name="csY93" fmla="*/ 1991 h 6294316"/>
              <a:gd name="csX94" fmla="*/ 10941318 w 11109656"/>
              <a:gd name="csY94" fmla="*/ 89089 h 6294316"/>
              <a:gd name="csX95" fmla="*/ 11073008 w 11109656"/>
              <a:gd name="csY95" fmla="*/ 251926 h 6294316"/>
              <a:gd name="csX96" fmla="*/ 11109584 w 11109656"/>
              <a:gd name="csY96" fmla="*/ 629879 h 6294316"/>
              <a:gd name="csX97" fmla="*/ 10999856 w 11109656"/>
              <a:gd name="csY97" fmla="*/ 898102 h 6294316"/>
              <a:gd name="csX98" fmla="*/ 10859648 w 11109656"/>
              <a:gd name="csY98" fmla="*/ 1355303 h 6294316"/>
              <a:gd name="csX99" fmla="*/ 10396352 w 11109656"/>
              <a:gd name="csY99" fmla="*/ 1690582 h 6294316"/>
              <a:gd name="csX100" fmla="*/ 10311008 w 11109656"/>
              <a:gd name="csY100" fmla="*/ 2001478 h 6294316"/>
              <a:gd name="csX101" fmla="*/ 10103744 w 11109656"/>
              <a:gd name="csY101" fmla="*/ 2190454 h 6294316"/>
              <a:gd name="csX102" fmla="*/ 9841616 w 11109656"/>
              <a:gd name="csY102" fmla="*/ 2580598 h 6294316"/>
              <a:gd name="csX103" fmla="*/ 9658736 w 11109656"/>
              <a:gd name="csY103" fmla="*/ 2934166 h 6294316"/>
              <a:gd name="csX104" fmla="*/ 9427088 w 11109656"/>
              <a:gd name="csY104" fmla="*/ 3092662 h 6294316"/>
              <a:gd name="csX105" fmla="*/ 9219824 w 11109656"/>
              <a:gd name="csY105" fmla="*/ 3299926 h 6294316"/>
              <a:gd name="csX106" fmla="*/ 8915024 w 11109656"/>
              <a:gd name="csY106" fmla="*/ 3452326 h 6294316"/>
              <a:gd name="csX107" fmla="*/ 8744336 w 11109656"/>
              <a:gd name="csY107" fmla="*/ 3763222 h 6294316"/>
              <a:gd name="csX108" fmla="*/ 8329808 w 11109656"/>
              <a:gd name="csY108" fmla="*/ 3915622 h 6294316"/>
              <a:gd name="csX109" fmla="*/ 8244464 w 11109656"/>
              <a:gd name="csY109" fmla="*/ 4104598 h 6294316"/>
              <a:gd name="csX110" fmla="*/ 8018912 w 11109656"/>
              <a:gd name="csY110" fmla="*/ 4214326 h 6294316"/>
              <a:gd name="csX111" fmla="*/ 7640960 w 11109656"/>
              <a:gd name="csY111" fmla="*/ 4293574 h 6294316"/>
              <a:gd name="csX112" fmla="*/ 7330064 w 11109656"/>
              <a:gd name="csY112" fmla="*/ 4470358 h 6294316"/>
              <a:gd name="csX113" fmla="*/ 6897248 w 11109656"/>
              <a:gd name="csY113" fmla="*/ 4476454 h 6294316"/>
              <a:gd name="csX114" fmla="*/ 6574160 w 11109656"/>
              <a:gd name="csY114" fmla="*/ 4592278 h 6294316"/>
              <a:gd name="csX115" fmla="*/ 6190112 w 11109656"/>
              <a:gd name="csY115" fmla="*/ 4622758 h 6294316"/>
              <a:gd name="csX116" fmla="*/ 6074288 w 11109656"/>
              <a:gd name="csY116" fmla="*/ 4744678 h 6294316"/>
              <a:gd name="csX117" fmla="*/ 5860928 w 11109656"/>
              <a:gd name="csY117" fmla="*/ 4756870 h 6294316"/>
              <a:gd name="csX118" fmla="*/ 5671952 w 11109656"/>
              <a:gd name="csY118" fmla="*/ 4756870 h 6294316"/>
              <a:gd name="csX119" fmla="*/ 5202560 w 11109656"/>
              <a:gd name="csY119" fmla="*/ 4769062 h 6294316"/>
              <a:gd name="csX120" fmla="*/ 4806320 w 11109656"/>
              <a:gd name="csY120" fmla="*/ 4756870 h 6294316"/>
              <a:gd name="csX121" fmla="*/ 4702688 w 11109656"/>
              <a:gd name="csY121" fmla="*/ 4860502 h 6294316"/>
              <a:gd name="csX122" fmla="*/ 4300352 w 11109656"/>
              <a:gd name="csY122" fmla="*/ 5061670 h 6294316"/>
              <a:gd name="csX123" fmla="*/ 3855344 w 11109656"/>
              <a:gd name="csY123" fmla="*/ 5171398 h 6294316"/>
              <a:gd name="csX124" fmla="*/ 4129664 w 11109656"/>
              <a:gd name="csY124" fmla="*/ 5579830 h 6294316"/>
              <a:gd name="csX125" fmla="*/ 4123568 w 11109656"/>
              <a:gd name="csY125" fmla="*/ 6018742 h 6294316"/>
              <a:gd name="csX126" fmla="*/ 4190624 w 11109656"/>
              <a:gd name="csY126" fmla="*/ 6201622 h 6294316"/>
              <a:gd name="csX0" fmla="*/ 52958 w 11162614"/>
              <a:gd name="csY0" fmla="*/ 6294316 h 6294316"/>
              <a:gd name="csX1" fmla="*/ 766 w 11162614"/>
              <a:gd name="csY1" fmla="*/ 5604213 h 6294316"/>
              <a:gd name="csX2" fmla="*/ 104398 w 11162614"/>
              <a:gd name="csY2" fmla="*/ 5372565 h 6294316"/>
              <a:gd name="csX3" fmla="*/ 253124 w 11162614"/>
              <a:gd name="csY3" fmla="*/ 4762883 h 6294316"/>
              <a:gd name="csX4" fmla="*/ 165442 w 11162614"/>
              <a:gd name="csY4" fmla="*/ 4612571 h 6294316"/>
              <a:gd name="csX5" fmla="*/ 190494 w 11162614"/>
              <a:gd name="csY5" fmla="*/ 4524889 h 6294316"/>
              <a:gd name="csX6" fmla="*/ 165442 w 11162614"/>
              <a:gd name="csY6" fmla="*/ 4399629 h 6294316"/>
              <a:gd name="csX7" fmla="*/ 127863 w 11162614"/>
              <a:gd name="csY7" fmla="*/ 4324473 h 6294316"/>
              <a:gd name="csX8" fmla="*/ 190494 w 11162614"/>
              <a:gd name="csY8" fmla="*/ 4174160 h 6294316"/>
              <a:gd name="csX9" fmla="*/ 240598 w 11162614"/>
              <a:gd name="csY9" fmla="*/ 4061426 h 6294316"/>
              <a:gd name="csX10" fmla="*/ 303228 w 11162614"/>
              <a:gd name="csY10" fmla="*/ 3961218 h 6294316"/>
              <a:gd name="csX11" fmla="*/ 303228 w 11162614"/>
              <a:gd name="csY11" fmla="*/ 3961218 h 6294316"/>
              <a:gd name="csX12" fmla="*/ 415962 w 11162614"/>
              <a:gd name="csY12" fmla="*/ 3835957 h 6294316"/>
              <a:gd name="csX13" fmla="*/ 541222 w 11162614"/>
              <a:gd name="csY13" fmla="*/ 3785853 h 6294316"/>
              <a:gd name="csX14" fmla="*/ 541222 w 11162614"/>
              <a:gd name="csY14" fmla="*/ 3785853 h 6294316"/>
              <a:gd name="csX15" fmla="*/ 528696 w 11162614"/>
              <a:gd name="csY15" fmla="*/ 3673119 h 6294316"/>
              <a:gd name="csX16" fmla="*/ 428488 w 11162614"/>
              <a:gd name="csY16" fmla="*/ 3635541 h 6294316"/>
              <a:gd name="csX17" fmla="*/ 415962 w 11162614"/>
              <a:gd name="csY17" fmla="*/ 3597963 h 6294316"/>
              <a:gd name="csX18" fmla="*/ 466066 w 11162614"/>
              <a:gd name="csY18" fmla="*/ 3472703 h 6294316"/>
              <a:gd name="csX19" fmla="*/ 516170 w 11162614"/>
              <a:gd name="csY19" fmla="*/ 3397547 h 6294316"/>
              <a:gd name="csX20" fmla="*/ 616378 w 11162614"/>
              <a:gd name="csY20" fmla="*/ 3222182 h 6294316"/>
              <a:gd name="csX21" fmla="*/ 641431 w 11162614"/>
              <a:gd name="csY21" fmla="*/ 3147026 h 6294316"/>
              <a:gd name="csX22" fmla="*/ 754165 w 11162614"/>
              <a:gd name="csY22" fmla="*/ 3046818 h 6294316"/>
              <a:gd name="csX23" fmla="*/ 829321 w 11162614"/>
              <a:gd name="csY23" fmla="*/ 2984188 h 6294316"/>
              <a:gd name="csX24" fmla="*/ 929529 w 11162614"/>
              <a:gd name="csY24" fmla="*/ 2934083 h 6294316"/>
              <a:gd name="csX25" fmla="*/ 1004685 w 11162614"/>
              <a:gd name="csY25" fmla="*/ 2883979 h 6294316"/>
              <a:gd name="csX26" fmla="*/ 1117420 w 11162614"/>
              <a:gd name="csY26" fmla="*/ 2821349 h 6294316"/>
              <a:gd name="csX27" fmla="*/ 1180050 w 11162614"/>
              <a:gd name="csY27" fmla="*/ 2758719 h 6294316"/>
              <a:gd name="csX28" fmla="*/ 1280258 w 11162614"/>
              <a:gd name="csY28" fmla="*/ 2671037 h 6294316"/>
              <a:gd name="csX29" fmla="*/ 1430570 w 11162614"/>
              <a:gd name="csY29" fmla="*/ 2620933 h 6294316"/>
              <a:gd name="csX30" fmla="*/ 1555831 w 11162614"/>
              <a:gd name="csY30" fmla="*/ 2658511 h 6294316"/>
              <a:gd name="csX31" fmla="*/ 1555831 w 11162614"/>
              <a:gd name="csY31" fmla="*/ 2658511 h 6294316"/>
              <a:gd name="csX32" fmla="*/ 1493200 w 11162614"/>
              <a:gd name="csY32" fmla="*/ 2595881 h 6294316"/>
              <a:gd name="csX33" fmla="*/ 1530778 w 11162614"/>
              <a:gd name="csY33" fmla="*/ 2407990 h 6294316"/>
              <a:gd name="csX34" fmla="*/ 1656039 w 11162614"/>
              <a:gd name="csY34" fmla="*/ 2307782 h 6294316"/>
              <a:gd name="csX35" fmla="*/ 1756247 w 11162614"/>
              <a:gd name="csY35" fmla="*/ 2245152 h 6294316"/>
              <a:gd name="csX36" fmla="*/ 1781299 w 11162614"/>
              <a:gd name="csY36" fmla="*/ 2207574 h 6294316"/>
              <a:gd name="csX37" fmla="*/ 1944137 w 11162614"/>
              <a:gd name="csY37" fmla="*/ 2195048 h 6294316"/>
              <a:gd name="csX38" fmla="*/ 2094450 w 11162614"/>
              <a:gd name="csY38" fmla="*/ 2245152 h 6294316"/>
              <a:gd name="csX39" fmla="*/ 2094450 w 11162614"/>
              <a:gd name="csY39" fmla="*/ 2245152 h 6294316"/>
              <a:gd name="csX40" fmla="*/ 2094450 w 11162614"/>
              <a:gd name="csY40" fmla="*/ 2245152 h 6294316"/>
              <a:gd name="csX41" fmla="*/ 2207184 w 11162614"/>
              <a:gd name="csY41" fmla="*/ 2195048 h 6294316"/>
              <a:gd name="csX42" fmla="*/ 2357496 w 11162614"/>
              <a:gd name="csY42" fmla="*/ 2094840 h 6294316"/>
              <a:gd name="csX43" fmla="*/ 2595491 w 11162614"/>
              <a:gd name="csY43" fmla="*/ 2057262 h 6294316"/>
              <a:gd name="csX44" fmla="*/ 2770855 w 11162614"/>
              <a:gd name="csY44" fmla="*/ 2082314 h 6294316"/>
              <a:gd name="csX45" fmla="*/ 2871063 w 11162614"/>
              <a:gd name="csY45" fmla="*/ 2169996 h 6294316"/>
              <a:gd name="csX46" fmla="*/ 2996324 w 11162614"/>
              <a:gd name="csY46" fmla="*/ 2195048 h 6294316"/>
              <a:gd name="csX47" fmla="*/ 2833485 w 11162614"/>
              <a:gd name="csY47" fmla="*/ 2082314 h 6294316"/>
              <a:gd name="csX48" fmla="*/ 2921168 w 11162614"/>
              <a:gd name="csY48" fmla="*/ 1957053 h 6294316"/>
              <a:gd name="csX49" fmla="*/ 3084006 w 11162614"/>
              <a:gd name="csY49" fmla="*/ 1957053 h 6294316"/>
              <a:gd name="csX50" fmla="*/ 3284422 w 11162614"/>
              <a:gd name="csY50" fmla="*/ 1957053 h 6294316"/>
              <a:gd name="csX51" fmla="*/ 3447261 w 11162614"/>
              <a:gd name="csY51" fmla="*/ 1969579 h 6294316"/>
              <a:gd name="csX52" fmla="*/ 3797989 w 11162614"/>
              <a:gd name="csY52" fmla="*/ 1919475 h 6294316"/>
              <a:gd name="csX53" fmla="*/ 3960828 w 11162614"/>
              <a:gd name="csY53" fmla="*/ 1919475 h 6294316"/>
              <a:gd name="csX54" fmla="*/ 4223874 w 11162614"/>
              <a:gd name="csY54" fmla="*/ 1894423 h 6294316"/>
              <a:gd name="csX55" fmla="*/ 4374187 w 11162614"/>
              <a:gd name="csY55" fmla="*/ 1906949 h 6294316"/>
              <a:gd name="csX56" fmla="*/ 4549551 w 11162614"/>
              <a:gd name="csY56" fmla="*/ 1994631 h 6294316"/>
              <a:gd name="csX57" fmla="*/ 4549551 w 11162614"/>
              <a:gd name="csY57" fmla="*/ 1994631 h 6294316"/>
              <a:gd name="csX58" fmla="*/ 4486921 w 11162614"/>
              <a:gd name="csY58" fmla="*/ 1844319 h 6294316"/>
              <a:gd name="csX59" fmla="*/ 4687337 w 11162614"/>
              <a:gd name="csY59" fmla="*/ 1844319 h 6294316"/>
              <a:gd name="csX60" fmla="*/ 4875228 w 11162614"/>
              <a:gd name="csY60" fmla="*/ 1869371 h 6294316"/>
              <a:gd name="csX61" fmla="*/ 4962910 w 11162614"/>
              <a:gd name="csY61" fmla="*/ 1869371 h 6294316"/>
              <a:gd name="csX62" fmla="*/ 5150800 w 11162614"/>
              <a:gd name="csY62" fmla="*/ 1769163 h 6294316"/>
              <a:gd name="csX63" fmla="*/ 5388795 w 11162614"/>
              <a:gd name="csY63" fmla="*/ 1794215 h 6294316"/>
              <a:gd name="csX64" fmla="*/ 5539107 w 11162614"/>
              <a:gd name="csY64" fmla="*/ 1819267 h 6294316"/>
              <a:gd name="csX65" fmla="*/ 5726998 w 11162614"/>
              <a:gd name="csY65" fmla="*/ 1781689 h 6294316"/>
              <a:gd name="csX66" fmla="*/ 5864784 w 11162614"/>
              <a:gd name="csY66" fmla="*/ 1794215 h 6294316"/>
              <a:gd name="csX67" fmla="*/ 5927414 w 11162614"/>
              <a:gd name="csY67" fmla="*/ 1794215 h 6294316"/>
              <a:gd name="csX68" fmla="*/ 6265617 w 11162614"/>
              <a:gd name="csY68" fmla="*/ 1631377 h 6294316"/>
              <a:gd name="csX69" fmla="*/ 6491085 w 11162614"/>
              <a:gd name="csY69" fmla="*/ 1593799 h 6294316"/>
              <a:gd name="csX70" fmla="*/ 6678976 w 11162614"/>
              <a:gd name="csY70" fmla="*/ 1481064 h 6294316"/>
              <a:gd name="csX71" fmla="*/ 6841814 w 11162614"/>
              <a:gd name="csY71" fmla="*/ 1493590 h 6294316"/>
              <a:gd name="csX72" fmla="*/ 6979600 w 11162614"/>
              <a:gd name="csY72" fmla="*/ 1481064 h 6294316"/>
              <a:gd name="csX73" fmla="*/ 7129913 w 11162614"/>
              <a:gd name="csY73" fmla="*/ 1355804 h 6294316"/>
              <a:gd name="csX74" fmla="*/ 7342855 w 11162614"/>
              <a:gd name="csY74" fmla="*/ 1230544 h 6294316"/>
              <a:gd name="csX75" fmla="*/ 7468115 w 11162614"/>
              <a:gd name="csY75" fmla="*/ 1243070 h 6294316"/>
              <a:gd name="csX76" fmla="*/ 7568324 w 11162614"/>
              <a:gd name="csY76" fmla="*/ 1255596 h 6294316"/>
              <a:gd name="csX77" fmla="*/ 7656006 w 11162614"/>
              <a:gd name="csY77" fmla="*/ 1255596 h 6294316"/>
              <a:gd name="csX78" fmla="*/ 7868948 w 11162614"/>
              <a:gd name="csY78" fmla="*/ 1218018 h 6294316"/>
              <a:gd name="csX79" fmla="*/ 7931578 w 11162614"/>
              <a:gd name="csY79" fmla="*/ 1167914 h 6294316"/>
              <a:gd name="csX80" fmla="*/ 8069365 w 11162614"/>
              <a:gd name="csY80" fmla="*/ 1180440 h 6294316"/>
              <a:gd name="csX81" fmla="*/ 8069365 w 11162614"/>
              <a:gd name="csY81" fmla="*/ 1180440 h 6294316"/>
              <a:gd name="csX82" fmla="*/ 8207151 w 11162614"/>
              <a:gd name="csY82" fmla="*/ 1130336 h 6294316"/>
              <a:gd name="csX83" fmla="*/ 8395042 w 11162614"/>
              <a:gd name="csY83" fmla="*/ 1042653 h 6294316"/>
              <a:gd name="csX84" fmla="*/ 8570406 w 11162614"/>
              <a:gd name="csY84" fmla="*/ 942445 h 6294316"/>
              <a:gd name="csX85" fmla="*/ 8645562 w 11162614"/>
              <a:gd name="csY85" fmla="*/ 854763 h 6294316"/>
              <a:gd name="csX86" fmla="*/ 8683140 w 11162614"/>
              <a:gd name="csY86" fmla="*/ 804659 h 6294316"/>
              <a:gd name="csX87" fmla="*/ 8833452 w 11162614"/>
              <a:gd name="csY87" fmla="*/ 779607 h 6294316"/>
              <a:gd name="csX88" fmla="*/ 8946187 w 11162614"/>
              <a:gd name="csY88" fmla="*/ 754555 h 6294316"/>
              <a:gd name="csX89" fmla="*/ 9058921 w 11162614"/>
              <a:gd name="csY89" fmla="*/ 716977 h 6294316"/>
              <a:gd name="csX90" fmla="*/ 9109025 w 11162614"/>
              <a:gd name="csY90" fmla="*/ 691925 h 6294316"/>
              <a:gd name="csX91" fmla="*/ 9355871 w 11162614"/>
              <a:gd name="csY91" fmla="*/ 691925 h 6294316"/>
              <a:gd name="csX92" fmla="*/ 9589774 w 11162614"/>
              <a:gd name="csY92" fmla="*/ 410423 h 6294316"/>
              <a:gd name="csX93" fmla="*/ 10083550 w 11162614"/>
              <a:gd name="csY93" fmla="*/ 123911 h 6294316"/>
              <a:gd name="csX94" fmla="*/ 10571230 w 11162614"/>
              <a:gd name="csY94" fmla="*/ 1991 h 6294316"/>
              <a:gd name="csX95" fmla="*/ 10994276 w 11162614"/>
              <a:gd name="csY95" fmla="*/ 89089 h 6294316"/>
              <a:gd name="csX96" fmla="*/ 11125966 w 11162614"/>
              <a:gd name="csY96" fmla="*/ 251926 h 6294316"/>
              <a:gd name="csX97" fmla="*/ 11162542 w 11162614"/>
              <a:gd name="csY97" fmla="*/ 629879 h 6294316"/>
              <a:gd name="csX98" fmla="*/ 11052814 w 11162614"/>
              <a:gd name="csY98" fmla="*/ 898102 h 6294316"/>
              <a:gd name="csX99" fmla="*/ 10912606 w 11162614"/>
              <a:gd name="csY99" fmla="*/ 1355303 h 6294316"/>
              <a:gd name="csX100" fmla="*/ 10449310 w 11162614"/>
              <a:gd name="csY100" fmla="*/ 1690582 h 6294316"/>
              <a:gd name="csX101" fmla="*/ 10363966 w 11162614"/>
              <a:gd name="csY101" fmla="*/ 2001478 h 6294316"/>
              <a:gd name="csX102" fmla="*/ 10156702 w 11162614"/>
              <a:gd name="csY102" fmla="*/ 2190454 h 6294316"/>
              <a:gd name="csX103" fmla="*/ 9894574 w 11162614"/>
              <a:gd name="csY103" fmla="*/ 2580598 h 6294316"/>
              <a:gd name="csX104" fmla="*/ 9711694 w 11162614"/>
              <a:gd name="csY104" fmla="*/ 2934166 h 6294316"/>
              <a:gd name="csX105" fmla="*/ 9480046 w 11162614"/>
              <a:gd name="csY105" fmla="*/ 3092662 h 6294316"/>
              <a:gd name="csX106" fmla="*/ 9272782 w 11162614"/>
              <a:gd name="csY106" fmla="*/ 3299926 h 6294316"/>
              <a:gd name="csX107" fmla="*/ 8967982 w 11162614"/>
              <a:gd name="csY107" fmla="*/ 3452326 h 6294316"/>
              <a:gd name="csX108" fmla="*/ 8797294 w 11162614"/>
              <a:gd name="csY108" fmla="*/ 3763222 h 6294316"/>
              <a:gd name="csX109" fmla="*/ 8382766 w 11162614"/>
              <a:gd name="csY109" fmla="*/ 3915622 h 6294316"/>
              <a:gd name="csX110" fmla="*/ 8297422 w 11162614"/>
              <a:gd name="csY110" fmla="*/ 4104598 h 6294316"/>
              <a:gd name="csX111" fmla="*/ 8071870 w 11162614"/>
              <a:gd name="csY111" fmla="*/ 4214326 h 6294316"/>
              <a:gd name="csX112" fmla="*/ 7693918 w 11162614"/>
              <a:gd name="csY112" fmla="*/ 4293574 h 6294316"/>
              <a:gd name="csX113" fmla="*/ 7383022 w 11162614"/>
              <a:gd name="csY113" fmla="*/ 4470358 h 6294316"/>
              <a:gd name="csX114" fmla="*/ 6950206 w 11162614"/>
              <a:gd name="csY114" fmla="*/ 4476454 h 6294316"/>
              <a:gd name="csX115" fmla="*/ 6627118 w 11162614"/>
              <a:gd name="csY115" fmla="*/ 4592278 h 6294316"/>
              <a:gd name="csX116" fmla="*/ 6243070 w 11162614"/>
              <a:gd name="csY116" fmla="*/ 4622758 h 6294316"/>
              <a:gd name="csX117" fmla="*/ 6127246 w 11162614"/>
              <a:gd name="csY117" fmla="*/ 4744678 h 6294316"/>
              <a:gd name="csX118" fmla="*/ 5913886 w 11162614"/>
              <a:gd name="csY118" fmla="*/ 4756870 h 6294316"/>
              <a:gd name="csX119" fmla="*/ 5724910 w 11162614"/>
              <a:gd name="csY119" fmla="*/ 4756870 h 6294316"/>
              <a:gd name="csX120" fmla="*/ 5255518 w 11162614"/>
              <a:gd name="csY120" fmla="*/ 4769062 h 6294316"/>
              <a:gd name="csX121" fmla="*/ 4859278 w 11162614"/>
              <a:gd name="csY121" fmla="*/ 4756870 h 6294316"/>
              <a:gd name="csX122" fmla="*/ 4755646 w 11162614"/>
              <a:gd name="csY122" fmla="*/ 4860502 h 6294316"/>
              <a:gd name="csX123" fmla="*/ 4353310 w 11162614"/>
              <a:gd name="csY123" fmla="*/ 5061670 h 6294316"/>
              <a:gd name="csX124" fmla="*/ 3908302 w 11162614"/>
              <a:gd name="csY124" fmla="*/ 5171398 h 6294316"/>
              <a:gd name="csX125" fmla="*/ 4182622 w 11162614"/>
              <a:gd name="csY125" fmla="*/ 5579830 h 6294316"/>
              <a:gd name="csX126" fmla="*/ 4176526 w 11162614"/>
              <a:gd name="csY126" fmla="*/ 6018742 h 6294316"/>
              <a:gd name="csX127" fmla="*/ 4243582 w 11162614"/>
              <a:gd name="csY127" fmla="*/ 6201622 h 6294316"/>
              <a:gd name="csX0" fmla="*/ 53271 w 11162927"/>
              <a:gd name="csY0" fmla="*/ 6294316 h 6294316"/>
              <a:gd name="csX1" fmla="*/ 92519 w 11162927"/>
              <a:gd name="csY1" fmla="*/ 5927301 h 6294316"/>
              <a:gd name="csX2" fmla="*/ 1079 w 11162927"/>
              <a:gd name="csY2" fmla="*/ 5604213 h 6294316"/>
              <a:gd name="csX3" fmla="*/ 104711 w 11162927"/>
              <a:gd name="csY3" fmla="*/ 5372565 h 6294316"/>
              <a:gd name="csX4" fmla="*/ 253437 w 11162927"/>
              <a:gd name="csY4" fmla="*/ 4762883 h 6294316"/>
              <a:gd name="csX5" fmla="*/ 165755 w 11162927"/>
              <a:gd name="csY5" fmla="*/ 4612571 h 6294316"/>
              <a:gd name="csX6" fmla="*/ 190807 w 11162927"/>
              <a:gd name="csY6" fmla="*/ 4524889 h 6294316"/>
              <a:gd name="csX7" fmla="*/ 165755 w 11162927"/>
              <a:gd name="csY7" fmla="*/ 4399629 h 6294316"/>
              <a:gd name="csX8" fmla="*/ 128176 w 11162927"/>
              <a:gd name="csY8" fmla="*/ 4324473 h 6294316"/>
              <a:gd name="csX9" fmla="*/ 190807 w 11162927"/>
              <a:gd name="csY9" fmla="*/ 4174160 h 6294316"/>
              <a:gd name="csX10" fmla="*/ 240911 w 11162927"/>
              <a:gd name="csY10" fmla="*/ 4061426 h 6294316"/>
              <a:gd name="csX11" fmla="*/ 303541 w 11162927"/>
              <a:gd name="csY11" fmla="*/ 3961218 h 6294316"/>
              <a:gd name="csX12" fmla="*/ 303541 w 11162927"/>
              <a:gd name="csY12" fmla="*/ 3961218 h 6294316"/>
              <a:gd name="csX13" fmla="*/ 416275 w 11162927"/>
              <a:gd name="csY13" fmla="*/ 3835957 h 6294316"/>
              <a:gd name="csX14" fmla="*/ 541535 w 11162927"/>
              <a:gd name="csY14" fmla="*/ 3785853 h 6294316"/>
              <a:gd name="csX15" fmla="*/ 541535 w 11162927"/>
              <a:gd name="csY15" fmla="*/ 3785853 h 6294316"/>
              <a:gd name="csX16" fmla="*/ 529009 w 11162927"/>
              <a:gd name="csY16" fmla="*/ 3673119 h 6294316"/>
              <a:gd name="csX17" fmla="*/ 428801 w 11162927"/>
              <a:gd name="csY17" fmla="*/ 3635541 h 6294316"/>
              <a:gd name="csX18" fmla="*/ 416275 w 11162927"/>
              <a:gd name="csY18" fmla="*/ 3597963 h 6294316"/>
              <a:gd name="csX19" fmla="*/ 466379 w 11162927"/>
              <a:gd name="csY19" fmla="*/ 3472703 h 6294316"/>
              <a:gd name="csX20" fmla="*/ 516483 w 11162927"/>
              <a:gd name="csY20" fmla="*/ 3397547 h 6294316"/>
              <a:gd name="csX21" fmla="*/ 616691 w 11162927"/>
              <a:gd name="csY21" fmla="*/ 3222182 h 6294316"/>
              <a:gd name="csX22" fmla="*/ 641744 w 11162927"/>
              <a:gd name="csY22" fmla="*/ 3147026 h 6294316"/>
              <a:gd name="csX23" fmla="*/ 754478 w 11162927"/>
              <a:gd name="csY23" fmla="*/ 3046818 h 6294316"/>
              <a:gd name="csX24" fmla="*/ 829634 w 11162927"/>
              <a:gd name="csY24" fmla="*/ 2984188 h 6294316"/>
              <a:gd name="csX25" fmla="*/ 929842 w 11162927"/>
              <a:gd name="csY25" fmla="*/ 2934083 h 6294316"/>
              <a:gd name="csX26" fmla="*/ 1004998 w 11162927"/>
              <a:gd name="csY26" fmla="*/ 2883979 h 6294316"/>
              <a:gd name="csX27" fmla="*/ 1117733 w 11162927"/>
              <a:gd name="csY27" fmla="*/ 2821349 h 6294316"/>
              <a:gd name="csX28" fmla="*/ 1180363 w 11162927"/>
              <a:gd name="csY28" fmla="*/ 2758719 h 6294316"/>
              <a:gd name="csX29" fmla="*/ 1280571 w 11162927"/>
              <a:gd name="csY29" fmla="*/ 2671037 h 6294316"/>
              <a:gd name="csX30" fmla="*/ 1430883 w 11162927"/>
              <a:gd name="csY30" fmla="*/ 2620933 h 6294316"/>
              <a:gd name="csX31" fmla="*/ 1556144 w 11162927"/>
              <a:gd name="csY31" fmla="*/ 2658511 h 6294316"/>
              <a:gd name="csX32" fmla="*/ 1556144 w 11162927"/>
              <a:gd name="csY32" fmla="*/ 2658511 h 6294316"/>
              <a:gd name="csX33" fmla="*/ 1493513 w 11162927"/>
              <a:gd name="csY33" fmla="*/ 2595881 h 6294316"/>
              <a:gd name="csX34" fmla="*/ 1531091 w 11162927"/>
              <a:gd name="csY34" fmla="*/ 2407990 h 6294316"/>
              <a:gd name="csX35" fmla="*/ 1656352 w 11162927"/>
              <a:gd name="csY35" fmla="*/ 2307782 h 6294316"/>
              <a:gd name="csX36" fmla="*/ 1756560 w 11162927"/>
              <a:gd name="csY36" fmla="*/ 2245152 h 6294316"/>
              <a:gd name="csX37" fmla="*/ 1781612 w 11162927"/>
              <a:gd name="csY37" fmla="*/ 2207574 h 6294316"/>
              <a:gd name="csX38" fmla="*/ 1944450 w 11162927"/>
              <a:gd name="csY38" fmla="*/ 2195048 h 6294316"/>
              <a:gd name="csX39" fmla="*/ 2094763 w 11162927"/>
              <a:gd name="csY39" fmla="*/ 2245152 h 6294316"/>
              <a:gd name="csX40" fmla="*/ 2094763 w 11162927"/>
              <a:gd name="csY40" fmla="*/ 2245152 h 6294316"/>
              <a:gd name="csX41" fmla="*/ 2094763 w 11162927"/>
              <a:gd name="csY41" fmla="*/ 2245152 h 6294316"/>
              <a:gd name="csX42" fmla="*/ 2207497 w 11162927"/>
              <a:gd name="csY42" fmla="*/ 2195048 h 6294316"/>
              <a:gd name="csX43" fmla="*/ 2357809 w 11162927"/>
              <a:gd name="csY43" fmla="*/ 2094840 h 6294316"/>
              <a:gd name="csX44" fmla="*/ 2595804 w 11162927"/>
              <a:gd name="csY44" fmla="*/ 2057262 h 6294316"/>
              <a:gd name="csX45" fmla="*/ 2771168 w 11162927"/>
              <a:gd name="csY45" fmla="*/ 2082314 h 6294316"/>
              <a:gd name="csX46" fmla="*/ 2871376 w 11162927"/>
              <a:gd name="csY46" fmla="*/ 2169996 h 6294316"/>
              <a:gd name="csX47" fmla="*/ 2996637 w 11162927"/>
              <a:gd name="csY47" fmla="*/ 2195048 h 6294316"/>
              <a:gd name="csX48" fmla="*/ 2833798 w 11162927"/>
              <a:gd name="csY48" fmla="*/ 2082314 h 6294316"/>
              <a:gd name="csX49" fmla="*/ 2921481 w 11162927"/>
              <a:gd name="csY49" fmla="*/ 1957053 h 6294316"/>
              <a:gd name="csX50" fmla="*/ 3084319 w 11162927"/>
              <a:gd name="csY50" fmla="*/ 1957053 h 6294316"/>
              <a:gd name="csX51" fmla="*/ 3284735 w 11162927"/>
              <a:gd name="csY51" fmla="*/ 1957053 h 6294316"/>
              <a:gd name="csX52" fmla="*/ 3447574 w 11162927"/>
              <a:gd name="csY52" fmla="*/ 1969579 h 6294316"/>
              <a:gd name="csX53" fmla="*/ 3798302 w 11162927"/>
              <a:gd name="csY53" fmla="*/ 1919475 h 6294316"/>
              <a:gd name="csX54" fmla="*/ 3961141 w 11162927"/>
              <a:gd name="csY54" fmla="*/ 1919475 h 6294316"/>
              <a:gd name="csX55" fmla="*/ 4224187 w 11162927"/>
              <a:gd name="csY55" fmla="*/ 1894423 h 6294316"/>
              <a:gd name="csX56" fmla="*/ 4374500 w 11162927"/>
              <a:gd name="csY56" fmla="*/ 1906949 h 6294316"/>
              <a:gd name="csX57" fmla="*/ 4549864 w 11162927"/>
              <a:gd name="csY57" fmla="*/ 1994631 h 6294316"/>
              <a:gd name="csX58" fmla="*/ 4549864 w 11162927"/>
              <a:gd name="csY58" fmla="*/ 1994631 h 6294316"/>
              <a:gd name="csX59" fmla="*/ 4487234 w 11162927"/>
              <a:gd name="csY59" fmla="*/ 1844319 h 6294316"/>
              <a:gd name="csX60" fmla="*/ 4687650 w 11162927"/>
              <a:gd name="csY60" fmla="*/ 1844319 h 6294316"/>
              <a:gd name="csX61" fmla="*/ 4875541 w 11162927"/>
              <a:gd name="csY61" fmla="*/ 1869371 h 6294316"/>
              <a:gd name="csX62" fmla="*/ 4963223 w 11162927"/>
              <a:gd name="csY62" fmla="*/ 1869371 h 6294316"/>
              <a:gd name="csX63" fmla="*/ 5151113 w 11162927"/>
              <a:gd name="csY63" fmla="*/ 1769163 h 6294316"/>
              <a:gd name="csX64" fmla="*/ 5389108 w 11162927"/>
              <a:gd name="csY64" fmla="*/ 1794215 h 6294316"/>
              <a:gd name="csX65" fmla="*/ 5539420 w 11162927"/>
              <a:gd name="csY65" fmla="*/ 1819267 h 6294316"/>
              <a:gd name="csX66" fmla="*/ 5727311 w 11162927"/>
              <a:gd name="csY66" fmla="*/ 1781689 h 6294316"/>
              <a:gd name="csX67" fmla="*/ 5865097 w 11162927"/>
              <a:gd name="csY67" fmla="*/ 1794215 h 6294316"/>
              <a:gd name="csX68" fmla="*/ 5927727 w 11162927"/>
              <a:gd name="csY68" fmla="*/ 1794215 h 6294316"/>
              <a:gd name="csX69" fmla="*/ 6265930 w 11162927"/>
              <a:gd name="csY69" fmla="*/ 1631377 h 6294316"/>
              <a:gd name="csX70" fmla="*/ 6491398 w 11162927"/>
              <a:gd name="csY70" fmla="*/ 1593799 h 6294316"/>
              <a:gd name="csX71" fmla="*/ 6679289 w 11162927"/>
              <a:gd name="csY71" fmla="*/ 1481064 h 6294316"/>
              <a:gd name="csX72" fmla="*/ 6842127 w 11162927"/>
              <a:gd name="csY72" fmla="*/ 1493590 h 6294316"/>
              <a:gd name="csX73" fmla="*/ 6979913 w 11162927"/>
              <a:gd name="csY73" fmla="*/ 1481064 h 6294316"/>
              <a:gd name="csX74" fmla="*/ 7130226 w 11162927"/>
              <a:gd name="csY74" fmla="*/ 1355804 h 6294316"/>
              <a:gd name="csX75" fmla="*/ 7343168 w 11162927"/>
              <a:gd name="csY75" fmla="*/ 1230544 h 6294316"/>
              <a:gd name="csX76" fmla="*/ 7468428 w 11162927"/>
              <a:gd name="csY76" fmla="*/ 1243070 h 6294316"/>
              <a:gd name="csX77" fmla="*/ 7568637 w 11162927"/>
              <a:gd name="csY77" fmla="*/ 1255596 h 6294316"/>
              <a:gd name="csX78" fmla="*/ 7656319 w 11162927"/>
              <a:gd name="csY78" fmla="*/ 1255596 h 6294316"/>
              <a:gd name="csX79" fmla="*/ 7869261 w 11162927"/>
              <a:gd name="csY79" fmla="*/ 1218018 h 6294316"/>
              <a:gd name="csX80" fmla="*/ 7931891 w 11162927"/>
              <a:gd name="csY80" fmla="*/ 1167914 h 6294316"/>
              <a:gd name="csX81" fmla="*/ 8069678 w 11162927"/>
              <a:gd name="csY81" fmla="*/ 1180440 h 6294316"/>
              <a:gd name="csX82" fmla="*/ 8069678 w 11162927"/>
              <a:gd name="csY82" fmla="*/ 1180440 h 6294316"/>
              <a:gd name="csX83" fmla="*/ 8207464 w 11162927"/>
              <a:gd name="csY83" fmla="*/ 1130336 h 6294316"/>
              <a:gd name="csX84" fmla="*/ 8395355 w 11162927"/>
              <a:gd name="csY84" fmla="*/ 1042653 h 6294316"/>
              <a:gd name="csX85" fmla="*/ 8570719 w 11162927"/>
              <a:gd name="csY85" fmla="*/ 942445 h 6294316"/>
              <a:gd name="csX86" fmla="*/ 8645875 w 11162927"/>
              <a:gd name="csY86" fmla="*/ 854763 h 6294316"/>
              <a:gd name="csX87" fmla="*/ 8683453 w 11162927"/>
              <a:gd name="csY87" fmla="*/ 804659 h 6294316"/>
              <a:gd name="csX88" fmla="*/ 8833765 w 11162927"/>
              <a:gd name="csY88" fmla="*/ 779607 h 6294316"/>
              <a:gd name="csX89" fmla="*/ 8946500 w 11162927"/>
              <a:gd name="csY89" fmla="*/ 754555 h 6294316"/>
              <a:gd name="csX90" fmla="*/ 9059234 w 11162927"/>
              <a:gd name="csY90" fmla="*/ 716977 h 6294316"/>
              <a:gd name="csX91" fmla="*/ 9109338 w 11162927"/>
              <a:gd name="csY91" fmla="*/ 691925 h 6294316"/>
              <a:gd name="csX92" fmla="*/ 9356184 w 11162927"/>
              <a:gd name="csY92" fmla="*/ 691925 h 6294316"/>
              <a:gd name="csX93" fmla="*/ 9590087 w 11162927"/>
              <a:gd name="csY93" fmla="*/ 410423 h 6294316"/>
              <a:gd name="csX94" fmla="*/ 10083863 w 11162927"/>
              <a:gd name="csY94" fmla="*/ 123911 h 6294316"/>
              <a:gd name="csX95" fmla="*/ 10571543 w 11162927"/>
              <a:gd name="csY95" fmla="*/ 1991 h 6294316"/>
              <a:gd name="csX96" fmla="*/ 10994589 w 11162927"/>
              <a:gd name="csY96" fmla="*/ 89089 h 6294316"/>
              <a:gd name="csX97" fmla="*/ 11126279 w 11162927"/>
              <a:gd name="csY97" fmla="*/ 251926 h 6294316"/>
              <a:gd name="csX98" fmla="*/ 11162855 w 11162927"/>
              <a:gd name="csY98" fmla="*/ 629879 h 6294316"/>
              <a:gd name="csX99" fmla="*/ 11053127 w 11162927"/>
              <a:gd name="csY99" fmla="*/ 898102 h 6294316"/>
              <a:gd name="csX100" fmla="*/ 10912919 w 11162927"/>
              <a:gd name="csY100" fmla="*/ 1355303 h 6294316"/>
              <a:gd name="csX101" fmla="*/ 10449623 w 11162927"/>
              <a:gd name="csY101" fmla="*/ 1690582 h 6294316"/>
              <a:gd name="csX102" fmla="*/ 10364279 w 11162927"/>
              <a:gd name="csY102" fmla="*/ 2001478 h 6294316"/>
              <a:gd name="csX103" fmla="*/ 10157015 w 11162927"/>
              <a:gd name="csY103" fmla="*/ 2190454 h 6294316"/>
              <a:gd name="csX104" fmla="*/ 9894887 w 11162927"/>
              <a:gd name="csY104" fmla="*/ 2580598 h 6294316"/>
              <a:gd name="csX105" fmla="*/ 9712007 w 11162927"/>
              <a:gd name="csY105" fmla="*/ 2934166 h 6294316"/>
              <a:gd name="csX106" fmla="*/ 9480359 w 11162927"/>
              <a:gd name="csY106" fmla="*/ 3092662 h 6294316"/>
              <a:gd name="csX107" fmla="*/ 9273095 w 11162927"/>
              <a:gd name="csY107" fmla="*/ 3299926 h 6294316"/>
              <a:gd name="csX108" fmla="*/ 8968295 w 11162927"/>
              <a:gd name="csY108" fmla="*/ 3452326 h 6294316"/>
              <a:gd name="csX109" fmla="*/ 8797607 w 11162927"/>
              <a:gd name="csY109" fmla="*/ 3763222 h 6294316"/>
              <a:gd name="csX110" fmla="*/ 8383079 w 11162927"/>
              <a:gd name="csY110" fmla="*/ 3915622 h 6294316"/>
              <a:gd name="csX111" fmla="*/ 8297735 w 11162927"/>
              <a:gd name="csY111" fmla="*/ 4104598 h 6294316"/>
              <a:gd name="csX112" fmla="*/ 8072183 w 11162927"/>
              <a:gd name="csY112" fmla="*/ 4214326 h 6294316"/>
              <a:gd name="csX113" fmla="*/ 7694231 w 11162927"/>
              <a:gd name="csY113" fmla="*/ 4293574 h 6294316"/>
              <a:gd name="csX114" fmla="*/ 7383335 w 11162927"/>
              <a:gd name="csY114" fmla="*/ 4470358 h 6294316"/>
              <a:gd name="csX115" fmla="*/ 6950519 w 11162927"/>
              <a:gd name="csY115" fmla="*/ 4476454 h 6294316"/>
              <a:gd name="csX116" fmla="*/ 6627431 w 11162927"/>
              <a:gd name="csY116" fmla="*/ 4592278 h 6294316"/>
              <a:gd name="csX117" fmla="*/ 6243383 w 11162927"/>
              <a:gd name="csY117" fmla="*/ 4622758 h 6294316"/>
              <a:gd name="csX118" fmla="*/ 6127559 w 11162927"/>
              <a:gd name="csY118" fmla="*/ 4744678 h 6294316"/>
              <a:gd name="csX119" fmla="*/ 5914199 w 11162927"/>
              <a:gd name="csY119" fmla="*/ 4756870 h 6294316"/>
              <a:gd name="csX120" fmla="*/ 5725223 w 11162927"/>
              <a:gd name="csY120" fmla="*/ 4756870 h 6294316"/>
              <a:gd name="csX121" fmla="*/ 5255831 w 11162927"/>
              <a:gd name="csY121" fmla="*/ 4769062 h 6294316"/>
              <a:gd name="csX122" fmla="*/ 4859591 w 11162927"/>
              <a:gd name="csY122" fmla="*/ 4756870 h 6294316"/>
              <a:gd name="csX123" fmla="*/ 4755959 w 11162927"/>
              <a:gd name="csY123" fmla="*/ 4860502 h 6294316"/>
              <a:gd name="csX124" fmla="*/ 4353623 w 11162927"/>
              <a:gd name="csY124" fmla="*/ 5061670 h 6294316"/>
              <a:gd name="csX125" fmla="*/ 3908615 w 11162927"/>
              <a:gd name="csY125" fmla="*/ 5171398 h 6294316"/>
              <a:gd name="csX126" fmla="*/ 4182935 w 11162927"/>
              <a:gd name="csY126" fmla="*/ 5579830 h 6294316"/>
              <a:gd name="csX127" fmla="*/ 4176839 w 11162927"/>
              <a:gd name="csY127" fmla="*/ 6018742 h 6294316"/>
              <a:gd name="csX128" fmla="*/ 4243895 w 11162927"/>
              <a:gd name="csY128" fmla="*/ 6201622 h 6294316"/>
              <a:gd name="csX0" fmla="*/ 70587 w 11180243"/>
              <a:gd name="csY0" fmla="*/ 6294316 h 6294316"/>
              <a:gd name="csX1" fmla="*/ 109835 w 11180243"/>
              <a:gd name="csY1" fmla="*/ 5927301 h 6294316"/>
              <a:gd name="csX2" fmla="*/ 6204 w 11180243"/>
              <a:gd name="csY2" fmla="*/ 5793189 h 6294316"/>
              <a:gd name="csX3" fmla="*/ 18395 w 11180243"/>
              <a:gd name="csY3" fmla="*/ 5604213 h 6294316"/>
              <a:gd name="csX4" fmla="*/ 122027 w 11180243"/>
              <a:gd name="csY4" fmla="*/ 5372565 h 6294316"/>
              <a:gd name="csX5" fmla="*/ 270753 w 11180243"/>
              <a:gd name="csY5" fmla="*/ 4762883 h 6294316"/>
              <a:gd name="csX6" fmla="*/ 183071 w 11180243"/>
              <a:gd name="csY6" fmla="*/ 4612571 h 6294316"/>
              <a:gd name="csX7" fmla="*/ 208123 w 11180243"/>
              <a:gd name="csY7" fmla="*/ 4524889 h 6294316"/>
              <a:gd name="csX8" fmla="*/ 183071 w 11180243"/>
              <a:gd name="csY8" fmla="*/ 4399629 h 6294316"/>
              <a:gd name="csX9" fmla="*/ 145492 w 11180243"/>
              <a:gd name="csY9" fmla="*/ 4324473 h 6294316"/>
              <a:gd name="csX10" fmla="*/ 208123 w 11180243"/>
              <a:gd name="csY10" fmla="*/ 4174160 h 6294316"/>
              <a:gd name="csX11" fmla="*/ 258227 w 11180243"/>
              <a:gd name="csY11" fmla="*/ 4061426 h 6294316"/>
              <a:gd name="csX12" fmla="*/ 320857 w 11180243"/>
              <a:gd name="csY12" fmla="*/ 3961218 h 6294316"/>
              <a:gd name="csX13" fmla="*/ 320857 w 11180243"/>
              <a:gd name="csY13" fmla="*/ 3961218 h 6294316"/>
              <a:gd name="csX14" fmla="*/ 433591 w 11180243"/>
              <a:gd name="csY14" fmla="*/ 3835957 h 6294316"/>
              <a:gd name="csX15" fmla="*/ 558851 w 11180243"/>
              <a:gd name="csY15" fmla="*/ 3785853 h 6294316"/>
              <a:gd name="csX16" fmla="*/ 558851 w 11180243"/>
              <a:gd name="csY16" fmla="*/ 3785853 h 6294316"/>
              <a:gd name="csX17" fmla="*/ 546325 w 11180243"/>
              <a:gd name="csY17" fmla="*/ 3673119 h 6294316"/>
              <a:gd name="csX18" fmla="*/ 446117 w 11180243"/>
              <a:gd name="csY18" fmla="*/ 3635541 h 6294316"/>
              <a:gd name="csX19" fmla="*/ 433591 w 11180243"/>
              <a:gd name="csY19" fmla="*/ 3597963 h 6294316"/>
              <a:gd name="csX20" fmla="*/ 483695 w 11180243"/>
              <a:gd name="csY20" fmla="*/ 3472703 h 6294316"/>
              <a:gd name="csX21" fmla="*/ 533799 w 11180243"/>
              <a:gd name="csY21" fmla="*/ 3397547 h 6294316"/>
              <a:gd name="csX22" fmla="*/ 634007 w 11180243"/>
              <a:gd name="csY22" fmla="*/ 3222182 h 6294316"/>
              <a:gd name="csX23" fmla="*/ 659060 w 11180243"/>
              <a:gd name="csY23" fmla="*/ 3147026 h 6294316"/>
              <a:gd name="csX24" fmla="*/ 771794 w 11180243"/>
              <a:gd name="csY24" fmla="*/ 3046818 h 6294316"/>
              <a:gd name="csX25" fmla="*/ 846950 w 11180243"/>
              <a:gd name="csY25" fmla="*/ 2984188 h 6294316"/>
              <a:gd name="csX26" fmla="*/ 947158 w 11180243"/>
              <a:gd name="csY26" fmla="*/ 2934083 h 6294316"/>
              <a:gd name="csX27" fmla="*/ 1022314 w 11180243"/>
              <a:gd name="csY27" fmla="*/ 2883979 h 6294316"/>
              <a:gd name="csX28" fmla="*/ 1135049 w 11180243"/>
              <a:gd name="csY28" fmla="*/ 2821349 h 6294316"/>
              <a:gd name="csX29" fmla="*/ 1197679 w 11180243"/>
              <a:gd name="csY29" fmla="*/ 2758719 h 6294316"/>
              <a:gd name="csX30" fmla="*/ 1297887 w 11180243"/>
              <a:gd name="csY30" fmla="*/ 2671037 h 6294316"/>
              <a:gd name="csX31" fmla="*/ 1448199 w 11180243"/>
              <a:gd name="csY31" fmla="*/ 2620933 h 6294316"/>
              <a:gd name="csX32" fmla="*/ 1573460 w 11180243"/>
              <a:gd name="csY32" fmla="*/ 2658511 h 6294316"/>
              <a:gd name="csX33" fmla="*/ 1573460 w 11180243"/>
              <a:gd name="csY33" fmla="*/ 2658511 h 6294316"/>
              <a:gd name="csX34" fmla="*/ 1510829 w 11180243"/>
              <a:gd name="csY34" fmla="*/ 2595881 h 6294316"/>
              <a:gd name="csX35" fmla="*/ 1548407 w 11180243"/>
              <a:gd name="csY35" fmla="*/ 2407990 h 6294316"/>
              <a:gd name="csX36" fmla="*/ 1673668 w 11180243"/>
              <a:gd name="csY36" fmla="*/ 2307782 h 6294316"/>
              <a:gd name="csX37" fmla="*/ 1773876 w 11180243"/>
              <a:gd name="csY37" fmla="*/ 2245152 h 6294316"/>
              <a:gd name="csX38" fmla="*/ 1798928 w 11180243"/>
              <a:gd name="csY38" fmla="*/ 2207574 h 6294316"/>
              <a:gd name="csX39" fmla="*/ 1961766 w 11180243"/>
              <a:gd name="csY39" fmla="*/ 2195048 h 6294316"/>
              <a:gd name="csX40" fmla="*/ 2112079 w 11180243"/>
              <a:gd name="csY40" fmla="*/ 2245152 h 6294316"/>
              <a:gd name="csX41" fmla="*/ 2112079 w 11180243"/>
              <a:gd name="csY41" fmla="*/ 2245152 h 6294316"/>
              <a:gd name="csX42" fmla="*/ 2112079 w 11180243"/>
              <a:gd name="csY42" fmla="*/ 2245152 h 6294316"/>
              <a:gd name="csX43" fmla="*/ 2224813 w 11180243"/>
              <a:gd name="csY43" fmla="*/ 2195048 h 6294316"/>
              <a:gd name="csX44" fmla="*/ 2375125 w 11180243"/>
              <a:gd name="csY44" fmla="*/ 2094840 h 6294316"/>
              <a:gd name="csX45" fmla="*/ 2613120 w 11180243"/>
              <a:gd name="csY45" fmla="*/ 2057262 h 6294316"/>
              <a:gd name="csX46" fmla="*/ 2788484 w 11180243"/>
              <a:gd name="csY46" fmla="*/ 2082314 h 6294316"/>
              <a:gd name="csX47" fmla="*/ 2888692 w 11180243"/>
              <a:gd name="csY47" fmla="*/ 2169996 h 6294316"/>
              <a:gd name="csX48" fmla="*/ 3013953 w 11180243"/>
              <a:gd name="csY48" fmla="*/ 2195048 h 6294316"/>
              <a:gd name="csX49" fmla="*/ 2851114 w 11180243"/>
              <a:gd name="csY49" fmla="*/ 2082314 h 6294316"/>
              <a:gd name="csX50" fmla="*/ 2938797 w 11180243"/>
              <a:gd name="csY50" fmla="*/ 1957053 h 6294316"/>
              <a:gd name="csX51" fmla="*/ 3101635 w 11180243"/>
              <a:gd name="csY51" fmla="*/ 1957053 h 6294316"/>
              <a:gd name="csX52" fmla="*/ 3302051 w 11180243"/>
              <a:gd name="csY52" fmla="*/ 1957053 h 6294316"/>
              <a:gd name="csX53" fmla="*/ 3464890 w 11180243"/>
              <a:gd name="csY53" fmla="*/ 1969579 h 6294316"/>
              <a:gd name="csX54" fmla="*/ 3815618 w 11180243"/>
              <a:gd name="csY54" fmla="*/ 1919475 h 6294316"/>
              <a:gd name="csX55" fmla="*/ 3978457 w 11180243"/>
              <a:gd name="csY55" fmla="*/ 1919475 h 6294316"/>
              <a:gd name="csX56" fmla="*/ 4241503 w 11180243"/>
              <a:gd name="csY56" fmla="*/ 1894423 h 6294316"/>
              <a:gd name="csX57" fmla="*/ 4391816 w 11180243"/>
              <a:gd name="csY57" fmla="*/ 1906949 h 6294316"/>
              <a:gd name="csX58" fmla="*/ 4567180 w 11180243"/>
              <a:gd name="csY58" fmla="*/ 1994631 h 6294316"/>
              <a:gd name="csX59" fmla="*/ 4567180 w 11180243"/>
              <a:gd name="csY59" fmla="*/ 1994631 h 6294316"/>
              <a:gd name="csX60" fmla="*/ 4504550 w 11180243"/>
              <a:gd name="csY60" fmla="*/ 1844319 h 6294316"/>
              <a:gd name="csX61" fmla="*/ 4704966 w 11180243"/>
              <a:gd name="csY61" fmla="*/ 1844319 h 6294316"/>
              <a:gd name="csX62" fmla="*/ 4892857 w 11180243"/>
              <a:gd name="csY62" fmla="*/ 1869371 h 6294316"/>
              <a:gd name="csX63" fmla="*/ 4980539 w 11180243"/>
              <a:gd name="csY63" fmla="*/ 1869371 h 6294316"/>
              <a:gd name="csX64" fmla="*/ 5168429 w 11180243"/>
              <a:gd name="csY64" fmla="*/ 1769163 h 6294316"/>
              <a:gd name="csX65" fmla="*/ 5406424 w 11180243"/>
              <a:gd name="csY65" fmla="*/ 1794215 h 6294316"/>
              <a:gd name="csX66" fmla="*/ 5556736 w 11180243"/>
              <a:gd name="csY66" fmla="*/ 1819267 h 6294316"/>
              <a:gd name="csX67" fmla="*/ 5744627 w 11180243"/>
              <a:gd name="csY67" fmla="*/ 1781689 h 6294316"/>
              <a:gd name="csX68" fmla="*/ 5882413 w 11180243"/>
              <a:gd name="csY68" fmla="*/ 1794215 h 6294316"/>
              <a:gd name="csX69" fmla="*/ 5945043 w 11180243"/>
              <a:gd name="csY69" fmla="*/ 1794215 h 6294316"/>
              <a:gd name="csX70" fmla="*/ 6283246 w 11180243"/>
              <a:gd name="csY70" fmla="*/ 1631377 h 6294316"/>
              <a:gd name="csX71" fmla="*/ 6508714 w 11180243"/>
              <a:gd name="csY71" fmla="*/ 1593799 h 6294316"/>
              <a:gd name="csX72" fmla="*/ 6696605 w 11180243"/>
              <a:gd name="csY72" fmla="*/ 1481064 h 6294316"/>
              <a:gd name="csX73" fmla="*/ 6859443 w 11180243"/>
              <a:gd name="csY73" fmla="*/ 1493590 h 6294316"/>
              <a:gd name="csX74" fmla="*/ 6997229 w 11180243"/>
              <a:gd name="csY74" fmla="*/ 1481064 h 6294316"/>
              <a:gd name="csX75" fmla="*/ 7147542 w 11180243"/>
              <a:gd name="csY75" fmla="*/ 1355804 h 6294316"/>
              <a:gd name="csX76" fmla="*/ 7360484 w 11180243"/>
              <a:gd name="csY76" fmla="*/ 1230544 h 6294316"/>
              <a:gd name="csX77" fmla="*/ 7485744 w 11180243"/>
              <a:gd name="csY77" fmla="*/ 1243070 h 6294316"/>
              <a:gd name="csX78" fmla="*/ 7585953 w 11180243"/>
              <a:gd name="csY78" fmla="*/ 1255596 h 6294316"/>
              <a:gd name="csX79" fmla="*/ 7673635 w 11180243"/>
              <a:gd name="csY79" fmla="*/ 1255596 h 6294316"/>
              <a:gd name="csX80" fmla="*/ 7886577 w 11180243"/>
              <a:gd name="csY80" fmla="*/ 1218018 h 6294316"/>
              <a:gd name="csX81" fmla="*/ 7949207 w 11180243"/>
              <a:gd name="csY81" fmla="*/ 1167914 h 6294316"/>
              <a:gd name="csX82" fmla="*/ 8086994 w 11180243"/>
              <a:gd name="csY82" fmla="*/ 1180440 h 6294316"/>
              <a:gd name="csX83" fmla="*/ 8086994 w 11180243"/>
              <a:gd name="csY83" fmla="*/ 1180440 h 6294316"/>
              <a:gd name="csX84" fmla="*/ 8224780 w 11180243"/>
              <a:gd name="csY84" fmla="*/ 1130336 h 6294316"/>
              <a:gd name="csX85" fmla="*/ 8412671 w 11180243"/>
              <a:gd name="csY85" fmla="*/ 1042653 h 6294316"/>
              <a:gd name="csX86" fmla="*/ 8588035 w 11180243"/>
              <a:gd name="csY86" fmla="*/ 942445 h 6294316"/>
              <a:gd name="csX87" fmla="*/ 8663191 w 11180243"/>
              <a:gd name="csY87" fmla="*/ 854763 h 6294316"/>
              <a:gd name="csX88" fmla="*/ 8700769 w 11180243"/>
              <a:gd name="csY88" fmla="*/ 804659 h 6294316"/>
              <a:gd name="csX89" fmla="*/ 8851081 w 11180243"/>
              <a:gd name="csY89" fmla="*/ 779607 h 6294316"/>
              <a:gd name="csX90" fmla="*/ 8963816 w 11180243"/>
              <a:gd name="csY90" fmla="*/ 754555 h 6294316"/>
              <a:gd name="csX91" fmla="*/ 9076550 w 11180243"/>
              <a:gd name="csY91" fmla="*/ 716977 h 6294316"/>
              <a:gd name="csX92" fmla="*/ 9126654 w 11180243"/>
              <a:gd name="csY92" fmla="*/ 691925 h 6294316"/>
              <a:gd name="csX93" fmla="*/ 9373500 w 11180243"/>
              <a:gd name="csY93" fmla="*/ 691925 h 6294316"/>
              <a:gd name="csX94" fmla="*/ 9607403 w 11180243"/>
              <a:gd name="csY94" fmla="*/ 410423 h 6294316"/>
              <a:gd name="csX95" fmla="*/ 10101179 w 11180243"/>
              <a:gd name="csY95" fmla="*/ 123911 h 6294316"/>
              <a:gd name="csX96" fmla="*/ 10588859 w 11180243"/>
              <a:gd name="csY96" fmla="*/ 1991 h 6294316"/>
              <a:gd name="csX97" fmla="*/ 11011905 w 11180243"/>
              <a:gd name="csY97" fmla="*/ 89089 h 6294316"/>
              <a:gd name="csX98" fmla="*/ 11143595 w 11180243"/>
              <a:gd name="csY98" fmla="*/ 251926 h 6294316"/>
              <a:gd name="csX99" fmla="*/ 11180171 w 11180243"/>
              <a:gd name="csY99" fmla="*/ 629879 h 6294316"/>
              <a:gd name="csX100" fmla="*/ 11070443 w 11180243"/>
              <a:gd name="csY100" fmla="*/ 898102 h 6294316"/>
              <a:gd name="csX101" fmla="*/ 10930235 w 11180243"/>
              <a:gd name="csY101" fmla="*/ 1355303 h 6294316"/>
              <a:gd name="csX102" fmla="*/ 10466939 w 11180243"/>
              <a:gd name="csY102" fmla="*/ 1690582 h 6294316"/>
              <a:gd name="csX103" fmla="*/ 10381595 w 11180243"/>
              <a:gd name="csY103" fmla="*/ 2001478 h 6294316"/>
              <a:gd name="csX104" fmla="*/ 10174331 w 11180243"/>
              <a:gd name="csY104" fmla="*/ 2190454 h 6294316"/>
              <a:gd name="csX105" fmla="*/ 9912203 w 11180243"/>
              <a:gd name="csY105" fmla="*/ 2580598 h 6294316"/>
              <a:gd name="csX106" fmla="*/ 9729323 w 11180243"/>
              <a:gd name="csY106" fmla="*/ 2934166 h 6294316"/>
              <a:gd name="csX107" fmla="*/ 9497675 w 11180243"/>
              <a:gd name="csY107" fmla="*/ 3092662 h 6294316"/>
              <a:gd name="csX108" fmla="*/ 9290411 w 11180243"/>
              <a:gd name="csY108" fmla="*/ 3299926 h 6294316"/>
              <a:gd name="csX109" fmla="*/ 8985611 w 11180243"/>
              <a:gd name="csY109" fmla="*/ 3452326 h 6294316"/>
              <a:gd name="csX110" fmla="*/ 8814923 w 11180243"/>
              <a:gd name="csY110" fmla="*/ 3763222 h 6294316"/>
              <a:gd name="csX111" fmla="*/ 8400395 w 11180243"/>
              <a:gd name="csY111" fmla="*/ 3915622 h 6294316"/>
              <a:gd name="csX112" fmla="*/ 8315051 w 11180243"/>
              <a:gd name="csY112" fmla="*/ 4104598 h 6294316"/>
              <a:gd name="csX113" fmla="*/ 8089499 w 11180243"/>
              <a:gd name="csY113" fmla="*/ 4214326 h 6294316"/>
              <a:gd name="csX114" fmla="*/ 7711547 w 11180243"/>
              <a:gd name="csY114" fmla="*/ 4293574 h 6294316"/>
              <a:gd name="csX115" fmla="*/ 7400651 w 11180243"/>
              <a:gd name="csY115" fmla="*/ 4470358 h 6294316"/>
              <a:gd name="csX116" fmla="*/ 6967835 w 11180243"/>
              <a:gd name="csY116" fmla="*/ 4476454 h 6294316"/>
              <a:gd name="csX117" fmla="*/ 6644747 w 11180243"/>
              <a:gd name="csY117" fmla="*/ 4592278 h 6294316"/>
              <a:gd name="csX118" fmla="*/ 6260699 w 11180243"/>
              <a:gd name="csY118" fmla="*/ 4622758 h 6294316"/>
              <a:gd name="csX119" fmla="*/ 6144875 w 11180243"/>
              <a:gd name="csY119" fmla="*/ 4744678 h 6294316"/>
              <a:gd name="csX120" fmla="*/ 5931515 w 11180243"/>
              <a:gd name="csY120" fmla="*/ 4756870 h 6294316"/>
              <a:gd name="csX121" fmla="*/ 5742539 w 11180243"/>
              <a:gd name="csY121" fmla="*/ 4756870 h 6294316"/>
              <a:gd name="csX122" fmla="*/ 5273147 w 11180243"/>
              <a:gd name="csY122" fmla="*/ 4769062 h 6294316"/>
              <a:gd name="csX123" fmla="*/ 4876907 w 11180243"/>
              <a:gd name="csY123" fmla="*/ 4756870 h 6294316"/>
              <a:gd name="csX124" fmla="*/ 4773275 w 11180243"/>
              <a:gd name="csY124" fmla="*/ 4860502 h 6294316"/>
              <a:gd name="csX125" fmla="*/ 4370939 w 11180243"/>
              <a:gd name="csY125" fmla="*/ 5061670 h 6294316"/>
              <a:gd name="csX126" fmla="*/ 3925931 w 11180243"/>
              <a:gd name="csY126" fmla="*/ 5171398 h 6294316"/>
              <a:gd name="csX127" fmla="*/ 4200251 w 11180243"/>
              <a:gd name="csY127" fmla="*/ 5579830 h 6294316"/>
              <a:gd name="csX128" fmla="*/ 4194155 w 11180243"/>
              <a:gd name="csY128" fmla="*/ 6018742 h 6294316"/>
              <a:gd name="csX129" fmla="*/ 4261211 w 11180243"/>
              <a:gd name="csY129" fmla="*/ 6201622 h 6294316"/>
              <a:gd name="csX0" fmla="*/ 582651 w 11180243"/>
              <a:gd name="csY0" fmla="*/ 6690556 h 6690556"/>
              <a:gd name="csX1" fmla="*/ 109835 w 11180243"/>
              <a:gd name="csY1" fmla="*/ 5927301 h 6690556"/>
              <a:gd name="csX2" fmla="*/ 6204 w 11180243"/>
              <a:gd name="csY2" fmla="*/ 5793189 h 6690556"/>
              <a:gd name="csX3" fmla="*/ 18395 w 11180243"/>
              <a:gd name="csY3" fmla="*/ 5604213 h 6690556"/>
              <a:gd name="csX4" fmla="*/ 122027 w 11180243"/>
              <a:gd name="csY4" fmla="*/ 5372565 h 6690556"/>
              <a:gd name="csX5" fmla="*/ 270753 w 11180243"/>
              <a:gd name="csY5" fmla="*/ 4762883 h 6690556"/>
              <a:gd name="csX6" fmla="*/ 183071 w 11180243"/>
              <a:gd name="csY6" fmla="*/ 4612571 h 6690556"/>
              <a:gd name="csX7" fmla="*/ 208123 w 11180243"/>
              <a:gd name="csY7" fmla="*/ 4524889 h 6690556"/>
              <a:gd name="csX8" fmla="*/ 183071 w 11180243"/>
              <a:gd name="csY8" fmla="*/ 4399629 h 6690556"/>
              <a:gd name="csX9" fmla="*/ 145492 w 11180243"/>
              <a:gd name="csY9" fmla="*/ 4324473 h 6690556"/>
              <a:gd name="csX10" fmla="*/ 208123 w 11180243"/>
              <a:gd name="csY10" fmla="*/ 4174160 h 6690556"/>
              <a:gd name="csX11" fmla="*/ 258227 w 11180243"/>
              <a:gd name="csY11" fmla="*/ 4061426 h 6690556"/>
              <a:gd name="csX12" fmla="*/ 320857 w 11180243"/>
              <a:gd name="csY12" fmla="*/ 3961218 h 6690556"/>
              <a:gd name="csX13" fmla="*/ 320857 w 11180243"/>
              <a:gd name="csY13" fmla="*/ 3961218 h 6690556"/>
              <a:gd name="csX14" fmla="*/ 433591 w 11180243"/>
              <a:gd name="csY14" fmla="*/ 3835957 h 6690556"/>
              <a:gd name="csX15" fmla="*/ 558851 w 11180243"/>
              <a:gd name="csY15" fmla="*/ 3785853 h 6690556"/>
              <a:gd name="csX16" fmla="*/ 558851 w 11180243"/>
              <a:gd name="csY16" fmla="*/ 3785853 h 6690556"/>
              <a:gd name="csX17" fmla="*/ 546325 w 11180243"/>
              <a:gd name="csY17" fmla="*/ 3673119 h 6690556"/>
              <a:gd name="csX18" fmla="*/ 446117 w 11180243"/>
              <a:gd name="csY18" fmla="*/ 3635541 h 6690556"/>
              <a:gd name="csX19" fmla="*/ 433591 w 11180243"/>
              <a:gd name="csY19" fmla="*/ 3597963 h 6690556"/>
              <a:gd name="csX20" fmla="*/ 483695 w 11180243"/>
              <a:gd name="csY20" fmla="*/ 3472703 h 6690556"/>
              <a:gd name="csX21" fmla="*/ 533799 w 11180243"/>
              <a:gd name="csY21" fmla="*/ 3397547 h 6690556"/>
              <a:gd name="csX22" fmla="*/ 634007 w 11180243"/>
              <a:gd name="csY22" fmla="*/ 3222182 h 6690556"/>
              <a:gd name="csX23" fmla="*/ 659060 w 11180243"/>
              <a:gd name="csY23" fmla="*/ 3147026 h 6690556"/>
              <a:gd name="csX24" fmla="*/ 771794 w 11180243"/>
              <a:gd name="csY24" fmla="*/ 3046818 h 6690556"/>
              <a:gd name="csX25" fmla="*/ 846950 w 11180243"/>
              <a:gd name="csY25" fmla="*/ 2984188 h 6690556"/>
              <a:gd name="csX26" fmla="*/ 947158 w 11180243"/>
              <a:gd name="csY26" fmla="*/ 2934083 h 6690556"/>
              <a:gd name="csX27" fmla="*/ 1022314 w 11180243"/>
              <a:gd name="csY27" fmla="*/ 2883979 h 6690556"/>
              <a:gd name="csX28" fmla="*/ 1135049 w 11180243"/>
              <a:gd name="csY28" fmla="*/ 2821349 h 6690556"/>
              <a:gd name="csX29" fmla="*/ 1197679 w 11180243"/>
              <a:gd name="csY29" fmla="*/ 2758719 h 6690556"/>
              <a:gd name="csX30" fmla="*/ 1297887 w 11180243"/>
              <a:gd name="csY30" fmla="*/ 2671037 h 6690556"/>
              <a:gd name="csX31" fmla="*/ 1448199 w 11180243"/>
              <a:gd name="csY31" fmla="*/ 2620933 h 6690556"/>
              <a:gd name="csX32" fmla="*/ 1573460 w 11180243"/>
              <a:gd name="csY32" fmla="*/ 2658511 h 6690556"/>
              <a:gd name="csX33" fmla="*/ 1573460 w 11180243"/>
              <a:gd name="csY33" fmla="*/ 2658511 h 6690556"/>
              <a:gd name="csX34" fmla="*/ 1510829 w 11180243"/>
              <a:gd name="csY34" fmla="*/ 2595881 h 6690556"/>
              <a:gd name="csX35" fmla="*/ 1548407 w 11180243"/>
              <a:gd name="csY35" fmla="*/ 2407990 h 6690556"/>
              <a:gd name="csX36" fmla="*/ 1673668 w 11180243"/>
              <a:gd name="csY36" fmla="*/ 2307782 h 6690556"/>
              <a:gd name="csX37" fmla="*/ 1773876 w 11180243"/>
              <a:gd name="csY37" fmla="*/ 2245152 h 6690556"/>
              <a:gd name="csX38" fmla="*/ 1798928 w 11180243"/>
              <a:gd name="csY38" fmla="*/ 2207574 h 6690556"/>
              <a:gd name="csX39" fmla="*/ 1961766 w 11180243"/>
              <a:gd name="csY39" fmla="*/ 2195048 h 6690556"/>
              <a:gd name="csX40" fmla="*/ 2112079 w 11180243"/>
              <a:gd name="csY40" fmla="*/ 2245152 h 6690556"/>
              <a:gd name="csX41" fmla="*/ 2112079 w 11180243"/>
              <a:gd name="csY41" fmla="*/ 2245152 h 6690556"/>
              <a:gd name="csX42" fmla="*/ 2112079 w 11180243"/>
              <a:gd name="csY42" fmla="*/ 2245152 h 6690556"/>
              <a:gd name="csX43" fmla="*/ 2224813 w 11180243"/>
              <a:gd name="csY43" fmla="*/ 2195048 h 6690556"/>
              <a:gd name="csX44" fmla="*/ 2375125 w 11180243"/>
              <a:gd name="csY44" fmla="*/ 2094840 h 6690556"/>
              <a:gd name="csX45" fmla="*/ 2613120 w 11180243"/>
              <a:gd name="csY45" fmla="*/ 2057262 h 6690556"/>
              <a:gd name="csX46" fmla="*/ 2788484 w 11180243"/>
              <a:gd name="csY46" fmla="*/ 2082314 h 6690556"/>
              <a:gd name="csX47" fmla="*/ 2888692 w 11180243"/>
              <a:gd name="csY47" fmla="*/ 2169996 h 6690556"/>
              <a:gd name="csX48" fmla="*/ 3013953 w 11180243"/>
              <a:gd name="csY48" fmla="*/ 2195048 h 6690556"/>
              <a:gd name="csX49" fmla="*/ 2851114 w 11180243"/>
              <a:gd name="csY49" fmla="*/ 2082314 h 6690556"/>
              <a:gd name="csX50" fmla="*/ 2938797 w 11180243"/>
              <a:gd name="csY50" fmla="*/ 1957053 h 6690556"/>
              <a:gd name="csX51" fmla="*/ 3101635 w 11180243"/>
              <a:gd name="csY51" fmla="*/ 1957053 h 6690556"/>
              <a:gd name="csX52" fmla="*/ 3302051 w 11180243"/>
              <a:gd name="csY52" fmla="*/ 1957053 h 6690556"/>
              <a:gd name="csX53" fmla="*/ 3464890 w 11180243"/>
              <a:gd name="csY53" fmla="*/ 1969579 h 6690556"/>
              <a:gd name="csX54" fmla="*/ 3815618 w 11180243"/>
              <a:gd name="csY54" fmla="*/ 1919475 h 6690556"/>
              <a:gd name="csX55" fmla="*/ 3978457 w 11180243"/>
              <a:gd name="csY55" fmla="*/ 1919475 h 6690556"/>
              <a:gd name="csX56" fmla="*/ 4241503 w 11180243"/>
              <a:gd name="csY56" fmla="*/ 1894423 h 6690556"/>
              <a:gd name="csX57" fmla="*/ 4391816 w 11180243"/>
              <a:gd name="csY57" fmla="*/ 1906949 h 6690556"/>
              <a:gd name="csX58" fmla="*/ 4567180 w 11180243"/>
              <a:gd name="csY58" fmla="*/ 1994631 h 6690556"/>
              <a:gd name="csX59" fmla="*/ 4567180 w 11180243"/>
              <a:gd name="csY59" fmla="*/ 1994631 h 6690556"/>
              <a:gd name="csX60" fmla="*/ 4504550 w 11180243"/>
              <a:gd name="csY60" fmla="*/ 1844319 h 6690556"/>
              <a:gd name="csX61" fmla="*/ 4704966 w 11180243"/>
              <a:gd name="csY61" fmla="*/ 1844319 h 6690556"/>
              <a:gd name="csX62" fmla="*/ 4892857 w 11180243"/>
              <a:gd name="csY62" fmla="*/ 1869371 h 6690556"/>
              <a:gd name="csX63" fmla="*/ 4980539 w 11180243"/>
              <a:gd name="csY63" fmla="*/ 1869371 h 6690556"/>
              <a:gd name="csX64" fmla="*/ 5168429 w 11180243"/>
              <a:gd name="csY64" fmla="*/ 1769163 h 6690556"/>
              <a:gd name="csX65" fmla="*/ 5406424 w 11180243"/>
              <a:gd name="csY65" fmla="*/ 1794215 h 6690556"/>
              <a:gd name="csX66" fmla="*/ 5556736 w 11180243"/>
              <a:gd name="csY66" fmla="*/ 1819267 h 6690556"/>
              <a:gd name="csX67" fmla="*/ 5744627 w 11180243"/>
              <a:gd name="csY67" fmla="*/ 1781689 h 6690556"/>
              <a:gd name="csX68" fmla="*/ 5882413 w 11180243"/>
              <a:gd name="csY68" fmla="*/ 1794215 h 6690556"/>
              <a:gd name="csX69" fmla="*/ 5945043 w 11180243"/>
              <a:gd name="csY69" fmla="*/ 1794215 h 6690556"/>
              <a:gd name="csX70" fmla="*/ 6283246 w 11180243"/>
              <a:gd name="csY70" fmla="*/ 1631377 h 6690556"/>
              <a:gd name="csX71" fmla="*/ 6508714 w 11180243"/>
              <a:gd name="csY71" fmla="*/ 1593799 h 6690556"/>
              <a:gd name="csX72" fmla="*/ 6696605 w 11180243"/>
              <a:gd name="csY72" fmla="*/ 1481064 h 6690556"/>
              <a:gd name="csX73" fmla="*/ 6859443 w 11180243"/>
              <a:gd name="csY73" fmla="*/ 1493590 h 6690556"/>
              <a:gd name="csX74" fmla="*/ 6997229 w 11180243"/>
              <a:gd name="csY74" fmla="*/ 1481064 h 6690556"/>
              <a:gd name="csX75" fmla="*/ 7147542 w 11180243"/>
              <a:gd name="csY75" fmla="*/ 1355804 h 6690556"/>
              <a:gd name="csX76" fmla="*/ 7360484 w 11180243"/>
              <a:gd name="csY76" fmla="*/ 1230544 h 6690556"/>
              <a:gd name="csX77" fmla="*/ 7485744 w 11180243"/>
              <a:gd name="csY77" fmla="*/ 1243070 h 6690556"/>
              <a:gd name="csX78" fmla="*/ 7585953 w 11180243"/>
              <a:gd name="csY78" fmla="*/ 1255596 h 6690556"/>
              <a:gd name="csX79" fmla="*/ 7673635 w 11180243"/>
              <a:gd name="csY79" fmla="*/ 1255596 h 6690556"/>
              <a:gd name="csX80" fmla="*/ 7886577 w 11180243"/>
              <a:gd name="csY80" fmla="*/ 1218018 h 6690556"/>
              <a:gd name="csX81" fmla="*/ 7949207 w 11180243"/>
              <a:gd name="csY81" fmla="*/ 1167914 h 6690556"/>
              <a:gd name="csX82" fmla="*/ 8086994 w 11180243"/>
              <a:gd name="csY82" fmla="*/ 1180440 h 6690556"/>
              <a:gd name="csX83" fmla="*/ 8086994 w 11180243"/>
              <a:gd name="csY83" fmla="*/ 1180440 h 6690556"/>
              <a:gd name="csX84" fmla="*/ 8224780 w 11180243"/>
              <a:gd name="csY84" fmla="*/ 1130336 h 6690556"/>
              <a:gd name="csX85" fmla="*/ 8412671 w 11180243"/>
              <a:gd name="csY85" fmla="*/ 1042653 h 6690556"/>
              <a:gd name="csX86" fmla="*/ 8588035 w 11180243"/>
              <a:gd name="csY86" fmla="*/ 942445 h 6690556"/>
              <a:gd name="csX87" fmla="*/ 8663191 w 11180243"/>
              <a:gd name="csY87" fmla="*/ 854763 h 6690556"/>
              <a:gd name="csX88" fmla="*/ 8700769 w 11180243"/>
              <a:gd name="csY88" fmla="*/ 804659 h 6690556"/>
              <a:gd name="csX89" fmla="*/ 8851081 w 11180243"/>
              <a:gd name="csY89" fmla="*/ 779607 h 6690556"/>
              <a:gd name="csX90" fmla="*/ 8963816 w 11180243"/>
              <a:gd name="csY90" fmla="*/ 754555 h 6690556"/>
              <a:gd name="csX91" fmla="*/ 9076550 w 11180243"/>
              <a:gd name="csY91" fmla="*/ 716977 h 6690556"/>
              <a:gd name="csX92" fmla="*/ 9126654 w 11180243"/>
              <a:gd name="csY92" fmla="*/ 691925 h 6690556"/>
              <a:gd name="csX93" fmla="*/ 9373500 w 11180243"/>
              <a:gd name="csY93" fmla="*/ 691925 h 6690556"/>
              <a:gd name="csX94" fmla="*/ 9607403 w 11180243"/>
              <a:gd name="csY94" fmla="*/ 410423 h 6690556"/>
              <a:gd name="csX95" fmla="*/ 10101179 w 11180243"/>
              <a:gd name="csY95" fmla="*/ 123911 h 6690556"/>
              <a:gd name="csX96" fmla="*/ 10588859 w 11180243"/>
              <a:gd name="csY96" fmla="*/ 1991 h 6690556"/>
              <a:gd name="csX97" fmla="*/ 11011905 w 11180243"/>
              <a:gd name="csY97" fmla="*/ 89089 h 6690556"/>
              <a:gd name="csX98" fmla="*/ 11143595 w 11180243"/>
              <a:gd name="csY98" fmla="*/ 251926 h 6690556"/>
              <a:gd name="csX99" fmla="*/ 11180171 w 11180243"/>
              <a:gd name="csY99" fmla="*/ 629879 h 6690556"/>
              <a:gd name="csX100" fmla="*/ 11070443 w 11180243"/>
              <a:gd name="csY100" fmla="*/ 898102 h 6690556"/>
              <a:gd name="csX101" fmla="*/ 10930235 w 11180243"/>
              <a:gd name="csY101" fmla="*/ 1355303 h 6690556"/>
              <a:gd name="csX102" fmla="*/ 10466939 w 11180243"/>
              <a:gd name="csY102" fmla="*/ 1690582 h 6690556"/>
              <a:gd name="csX103" fmla="*/ 10381595 w 11180243"/>
              <a:gd name="csY103" fmla="*/ 2001478 h 6690556"/>
              <a:gd name="csX104" fmla="*/ 10174331 w 11180243"/>
              <a:gd name="csY104" fmla="*/ 2190454 h 6690556"/>
              <a:gd name="csX105" fmla="*/ 9912203 w 11180243"/>
              <a:gd name="csY105" fmla="*/ 2580598 h 6690556"/>
              <a:gd name="csX106" fmla="*/ 9729323 w 11180243"/>
              <a:gd name="csY106" fmla="*/ 2934166 h 6690556"/>
              <a:gd name="csX107" fmla="*/ 9497675 w 11180243"/>
              <a:gd name="csY107" fmla="*/ 3092662 h 6690556"/>
              <a:gd name="csX108" fmla="*/ 9290411 w 11180243"/>
              <a:gd name="csY108" fmla="*/ 3299926 h 6690556"/>
              <a:gd name="csX109" fmla="*/ 8985611 w 11180243"/>
              <a:gd name="csY109" fmla="*/ 3452326 h 6690556"/>
              <a:gd name="csX110" fmla="*/ 8814923 w 11180243"/>
              <a:gd name="csY110" fmla="*/ 3763222 h 6690556"/>
              <a:gd name="csX111" fmla="*/ 8400395 w 11180243"/>
              <a:gd name="csY111" fmla="*/ 3915622 h 6690556"/>
              <a:gd name="csX112" fmla="*/ 8315051 w 11180243"/>
              <a:gd name="csY112" fmla="*/ 4104598 h 6690556"/>
              <a:gd name="csX113" fmla="*/ 8089499 w 11180243"/>
              <a:gd name="csY113" fmla="*/ 4214326 h 6690556"/>
              <a:gd name="csX114" fmla="*/ 7711547 w 11180243"/>
              <a:gd name="csY114" fmla="*/ 4293574 h 6690556"/>
              <a:gd name="csX115" fmla="*/ 7400651 w 11180243"/>
              <a:gd name="csY115" fmla="*/ 4470358 h 6690556"/>
              <a:gd name="csX116" fmla="*/ 6967835 w 11180243"/>
              <a:gd name="csY116" fmla="*/ 4476454 h 6690556"/>
              <a:gd name="csX117" fmla="*/ 6644747 w 11180243"/>
              <a:gd name="csY117" fmla="*/ 4592278 h 6690556"/>
              <a:gd name="csX118" fmla="*/ 6260699 w 11180243"/>
              <a:gd name="csY118" fmla="*/ 4622758 h 6690556"/>
              <a:gd name="csX119" fmla="*/ 6144875 w 11180243"/>
              <a:gd name="csY119" fmla="*/ 4744678 h 6690556"/>
              <a:gd name="csX120" fmla="*/ 5931515 w 11180243"/>
              <a:gd name="csY120" fmla="*/ 4756870 h 6690556"/>
              <a:gd name="csX121" fmla="*/ 5742539 w 11180243"/>
              <a:gd name="csY121" fmla="*/ 4756870 h 6690556"/>
              <a:gd name="csX122" fmla="*/ 5273147 w 11180243"/>
              <a:gd name="csY122" fmla="*/ 4769062 h 6690556"/>
              <a:gd name="csX123" fmla="*/ 4876907 w 11180243"/>
              <a:gd name="csY123" fmla="*/ 4756870 h 6690556"/>
              <a:gd name="csX124" fmla="*/ 4773275 w 11180243"/>
              <a:gd name="csY124" fmla="*/ 4860502 h 6690556"/>
              <a:gd name="csX125" fmla="*/ 4370939 w 11180243"/>
              <a:gd name="csY125" fmla="*/ 5061670 h 6690556"/>
              <a:gd name="csX126" fmla="*/ 3925931 w 11180243"/>
              <a:gd name="csY126" fmla="*/ 5171398 h 6690556"/>
              <a:gd name="csX127" fmla="*/ 4200251 w 11180243"/>
              <a:gd name="csY127" fmla="*/ 5579830 h 6690556"/>
              <a:gd name="csX128" fmla="*/ 4194155 w 11180243"/>
              <a:gd name="csY128" fmla="*/ 6018742 h 6690556"/>
              <a:gd name="csX129" fmla="*/ 4261211 w 11180243"/>
              <a:gd name="csY129" fmla="*/ 6201622 h 6690556"/>
              <a:gd name="csX0" fmla="*/ 582651 w 11180243"/>
              <a:gd name="csY0" fmla="*/ 6690556 h 6690556"/>
              <a:gd name="csX1" fmla="*/ 128124 w 11180243"/>
              <a:gd name="csY1" fmla="*/ 6390597 h 6690556"/>
              <a:gd name="csX2" fmla="*/ 109835 w 11180243"/>
              <a:gd name="csY2" fmla="*/ 5927301 h 6690556"/>
              <a:gd name="csX3" fmla="*/ 6204 w 11180243"/>
              <a:gd name="csY3" fmla="*/ 5793189 h 6690556"/>
              <a:gd name="csX4" fmla="*/ 18395 w 11180243"/>
              <a:gd name="csY4" fmla="*/ 5604213 h 6690556"/>
              <a:gd name="csX5" fmla="*/ 122027 w 11180243"/>
              <a:gd name="csY5" fmla="*/ 5372565 h 6690556"/>
              <a:gd name="csX6" fmla="*/ 270753 w 11180243"/>
              <a:gd name="csY6" fmla="*/ 4762883 h 6690556"/>
              <a:gd name="csX7" fmla="*/ 183071 w 11180243"/>
              <a:gd name="csY7" fmla="*/ 4612571 h 6690556"/>
              <a:gd name="csX8" fmla="*/ 208123 w 11180243"/>
              <a:gd name="csY8" fmla="*/ 4524889 h 6690556"/>
              <a:gd name="csX9" fmla="*/ 183071 w 11180243"/>
              <a:gd name="csY9" fmla="*/ 4399629 h 6690556"/>
              <a:gd name="csX10" fmla="*/ 145492 w 11180243"/>
              <a:gd name="csY10" fmla="*/ 4324473 h 6690556"/>
              <a:gd name="csX11" fmla="*/ 208123 w 11180243"/>
              <a:gd name="csY11" fmla="*/ 4174160 h 6690556"/>
              <a:gd name="csX12" fmla="*/ 258227 w 11180243"/>
              <a:gd name="csY12" fmla="*/ 4061426 h 6690556"/>
              <a:gd name="csX13" fmla="*/ 320857 w 11180243"/>
              <a:gd name="csY13" fmla="*/ 3961218 h 6690556"/>
              <a:gd name="csX14" fmla="*/ 320857 w 11180243"/>
              <a:gd name="csY14" fmla="*/ 3961218 h 6690556"/>
              <a:gd name="csX15" fmla="*/ 433591 w 11180243"/>
              <a:gd name="csY15" fmla="*/ 3835957 h 6690556"/>
              <a:gd name="csX16" fmla="*/ 558851 w 11180243"/>
              <a:gd name="csY16" fmla="*/ 3785853 h 6690556"/>
              <a:gd name="csX17" fmla="*/ 558851 w 11180243"/>
              <a:gd name="csY17" fmla="*/ 3785853 h 6690556"/>
              <a:gd name="csX18" fmla="*/ 546325 w 11180243"/>
              <a:gd name="csY18" fmla="*/ 3673119 h 6690556"/>
              <a:gd name="csX19" fmla="*/ 446117 w 11180243"/>
              <a:gd name="csY19" fmla="*/ 3635541 h 6690556"/>
              <a:gd name="csX20" fmla="*/ 433591 w 11180243"/>
              <a:gd name="csY20" fmla="*/ 3597963 h 6690556"/>
              <a:gd name="csX21" fmla="*/ 483695 w 11180243"/>
              <a:gd name="csY21" fmla="*/ 3472703 h 6690556"/>
              <a:gd name="csX22" fmla="*/ 533799 w 11180243"/>
              <a:gd name="csY22" fmla="*/ 3397547 h 6690556"/>
              <a:gd name="csX23" fmla="*/ 634007 w 11180243"/>
              <a:gd name="csY23" fmla="*/ 3222182 h 6690556"/>
              <a:gd name="csX24" fmla="*/ 659060 w 11180243"/>
              <a:gd name="csY24" fmla="*/ 3147026 h 6690556"/>
              <a:gd name="csX25" fmla="*/ 771794 w 11180243"/>
              <a:gd name="csY25" fmla="*/ 3046818 h 6690556"/>
              <a:gd name="csX26" fmla="*/ 846950 w 11180243"/>
              <a:gd name="csY26" fmla="*/ 2984188 h 6690556"/>
              <a:gd name="csX27" fmla="*/ 947158 w 11180243"/>
              <a:gd name="csY27" fmla="*/ 2934083 h 6690556"/>
              <a:gd name="csX28" fmla="*/ 1022314 w 11180243"/>
              <a:gd name="csY28" fmla="*/ 2883979 h 6690556"/>
              <a:gd name="csX29" fmla="*/ 1135049 w 11180243"/>
              <a:gd name="csY29" fmla="*/ 2821349 h 6690556"/>
              <a:gd name="csX30" fmla="*/ 1197679 w 11180243"/>
              <a:gd name="csY30" fmla="*/ 2758719 h 6690556"/>
              <a:gd name="csX31" fmla="*/ 1297887 w 11180243"/>
              <a:gd name="csY31" fmla="*/ 2671037 h 6690556"/>
              <a:gd name="csX32" fmla="*/ 1448199 w 11180243"/>
              <a:gd name="csY32" fmla="*/ 2620933 h 6690556"/>
              <a:gd name="csX33" fmla="*/ 1573460 w 11180243"/>
              <a:gd name="csY33" fmla="*/ 2658511 h 6690556"/>
              <a:gd name="csX34" fmla="*/ 1573460 w 11180243"/>
              <a:gd name="csY34" fmla="*/ 2658511 h 6690556"/>
              <a:gd name="csX35" fmla="*/ 1510829 w 11180243"/>
              <a:gd name="csY35" fmla="*/ 2595881 h 6690556"/>
              <a:gd name="csX36" fmla="*/ 1548407 w 11180243"/>
              <a:gd name="csY36" fmla="*/ 2407990 h 6690556"/>
              <a:gd name="csX37" fmla="*/ 1673668 w 11180243"/>
              <a:gd name="csY37" fmla="*/ 2307782 h 6690556"/>
              <a:gd name="csX38" fmla="*/ 1773876 w 11180243"/>
              <a:gd name="csY38" fmla="*/ 2245152 h 6690556"/>
              <a:gd name="csX39" fmla="*/ 1798928 w 11180243"/>
              <a:gd name="csY39" fmla="*/ 2207574 h 6690556"/>
              <a:gd name="csX40" fmla="*/ 1961766 w 11180243"/>
              <a:gd name="csY40" fmla="*/ 2195048 h 6690556"/>
              <a:gd name="csX41" fmla="*/ 2112079 w 11180243"/>
              <a:gd name="csY41" fmla="*/ 2245152 h 6690556"/>
              <a:gd name="csX42" fmla="*/ 2112079 w 11180243"/>
              <a:gd name="csY42" fmla="*/ 2245152 h 6690556"/>
              <a:gd name="csX43" fmla="*/ 2112079 w 11180243"/>
              <a:gd name="csY43" fmla="*/ 2245152 h 6690556"/>
              <a:gd name="csX44" fmla="*/ 2224813 w 11180243"/>
              <a:gd name="csY44" fmla="*/ 2195048 h 6690556"/>
              <a:gd name="csX45" fmla="*/ 2375125 w 11180243"/>
              <a:gd name="csY45" fmla="*/ 2094840 h 6690556"/>
              <a:gd name="csX46" fmla="*/ 2613120 w 11180243"/>
              <a:gd name="csY46" fmla="*/ 2057262 h 6690556"/>
              <a:gd name="csX47" fmla="*/ 2788484 w 11180243"/>
              <a:gd name="csY47" fmla="*/ 2082314 h 6690556"/>
              <a:gd name="csX48" fmla="*/ 2888692 w 11180243"/>
              <a:gd name="csY48" fmla="*/ 2169996 h 6690556"/>
              <a:gd name="csX49" fmla="*/ 3013953 w 11180243"/>
              <a:gd name="csY49" fmla="*/ 2195048 h 6690556"/>
              <a:gd name="csX50" fmla="*/ 2851114 w 11180243"/>
              <a:gd name="csY50" fmla="*/ 2082314 h 6690556"/>
              <a:gd name="csX51" fmla="*/ 2938797 w 11180243"/>
              <a:gd name="csY51" fmla="*/ 1957053 h 6690556"/>
              <a:gd name="csX52" fmla="*/ 3101635 w 11180243"/>
              <a:gd name="csY52" fmla="*/ 1957053 h 6690556"/>
              <a:gd name="csX53" fmla="*/ 3302051 w 11180243"/>
              <a:gd name="csY53" fmla="*/ 1957053 h 6690556"/>
              <a:gd name="csX54" fmla="*/ 3464890 w 11180243"/>
              <a:gd name="csY54" fmla="*/ 1969579 h 6690556"/>
              <a:gd name="csX55" fmla="*/ 3815618 w 11180243"/>
              <a:gd name="csY55" fmla="*/ 1919475 h 6690556"/>
              <a:gd name="csX56" fmla="*/ 3978457 w 11180243"/>
              <a:gd name="csY56" fmla="*/ 1919475 h 6690556"/>
              <a:gd name="csX57" fmla="*/ 4241503 w 11180243"/>
              <a:gd name="csY57" fmla="*/ 1894423 h 6690556"/>
              <a:gd name="csX58" fmla="*/ 4391816 w 11180243"/>
              <a:gd name="csY58" fmla="*/ 1906949 h 6690556"/>
              <a:gd name="csX59" fmla="*/ 4567180 w 11180243"/>
              <a:gd name="csY59" fmla="*/ 1994631 h 6690556"/>
              <a:gd name="csX60" fmla="*/ 4567180 w 11180243"/>
              <a:gd name="csY60" fmla="*/ 1994631 h 6690556"/>
              <a:gd name="csX61" fmla="*/ 4504550 w 11180243"/>
              <a:gd name="csY61" fmla="*/ 1844319 h 6690556"/>
              <a:gd name="csX62" fmla="*/ 4704966 w 11180243"/>
              <a:gd name="csY62" fmla="*/ 1844319 h 6690556"/>
              <a:gd name="csX63" fmla="*/ 4892857 w 11180243"/>
              <a:gd name="csY63" fmla="*/ 1869371 h 6690556"/>
              <a:gd name="csX64" fmla="*/ 4980539 w 11180243"/>
              <a:gd name="csY64" fmla="*/ 1869371 h 6690556"/>
              <a:gd name="csX65" fmla="*/ 5168429 w 11180243"/>
              <a:gd name="csY65" fmla="*/ 1769163 h 6690556"/>
              <a:gd name="csX66" fmla="*/ 5406424 w 11180243"/>
              <a:gd name="csY66" fmla="*/ 1794215 h 6690556"/>
              <a:gd name="csX67" fmla="*/ 5556736 w 11180243"/>
              <a:gd name="csY67" fmla="*/ 1819267 h 6690556"/>
              <a:gd name="csX68" fmla="*/ 5744627 w 11180243"/>
              <a:gd name="csY68" fmla="*/ 1781689 h 6690556"/>
              <a:gd name="csX69" fmla="*/ 5882413 w 11180243"/>
              <a:gd name="csY69" fmla="*/ 1794215 h 6690556"/>
              <a:gd name="csX70" fmla="*/ 5945043 w 11180243"/>
              <a:gd name="csY70" fmla="*/ 1794215 h 6690556"/>
              <a:gd name="csX71" fmla="*/ 6283246 w 11180243"/>
              <a:gd name="csY71" fmla="*/ 1631377 h 6690556"/>
              <a:gd name="csX72" fmla="*/ 6508714 w 11180243"/>
              <a:gd name="csY72" fmla="*/ 1593799 h 6690556"/>
              <a:gd name="csX73" fmla="*/ 6696605 w 11180243"/>
              <a:gd name="csY73" fmla="*/ 1481064 h 6690556"/>
              <a:gd name="csX74" fmla="*/ 6859443 w 11180243"/>
              <a:gd name="csY74" fmla="*/ 1493590 h 6690556"/>
              <a:gd name="csX75" fmla="*/ 6997229 w 11180243"/>
              <a:gd name="csY75" fmla="*/ 1481064 h 6690556"/>
              <a:gd name="csX76" fmla="*/ 7147542 w 11180243"/>
              <a:gd name="csY76" fmla="*/ 1355804 h 6690556"/>
              <a:gd name="csX77" fmla="*/ 7360484 w 11180243"/>
              <a:gd name="csY77" fmla="*/ 1230544 h 6690556"/>
              <a:gd name="csX78" fmla="*/ 7485744 w 11180243"/>
              <a:gd name="csY78" fmla="*/ 1243070 h 6690556"/>
              <a:gd name="csX79" fmla="*/ 7585953 w 11180243"/>
              <a:gd name="csY79" fmla="*/ 1255596 h 6690556"/>
              <a:gd name="csX80" fmla="*/ 7673635 w 11180243"/>
              <a:gd name="csY80" fmla="*/ 1255596 h 6690556"/>
              <a:gd name="csX81" fmla="*/ 7886577 w 11180243"/>
              <a:gd name="csY81" fmla="*/ 1218018 h 6690556"/>
              <a:gd name="csX82" fmla="*/ 7949207 w 11180243"/>
              <a:gd name="csY82" fmla="*/ 1167914 h 6690556"/>
              <a:gd name="csX83" fmla="*/ 8086994 w 11180243"/>
              <a:gd name="csY83" fmla="*/ 1180440 h 6690556"/>
              <a:gd name="csX84" fmla="*/ 8086994 w 11180243"/>
              <a:gd name="csY84" fmla="*/ 1180440 h 6690556"/>
              <a:gd name="csX85" fmla="*/ 8224780 w 11180243"/>
              <a:gd name="csY85" fmla="*/ 1130336 h 6690556"/>
              <a:gd name="csX86" fmla="*/ 8412671 w 11180243"/>
              <a:gd name="csY86" fmla="*/ 1042653 h 6690556"/>
              <a:gd name="csX87" fmla="*/ 8588035 w 11180243"/>
              <a:gd name="csY87" fmla="*/ 942445 h 6690556"/>
              <a:gd name="csX88" fmla="*/ 8663191 w 11180243"/>
              <a:gd name="csY88" fmla="*/ 854763 h 6690556"/>
              <a:gd name="csX89" fmla="*/ 8700769 w 11180243"/>
              <a:gd name="csY89" fmla="*/ 804659 h 6690556"/>
              <a:gd name="csX90" fmla="*/ 8851081 w 11180243"/>
              <a:gd name="csY90" fmla="*/ 779607 h 6690556"/>
              <a:gd name="csX91" fmla="*/ 8963816 w 11180243"/>
              <a:gd name="csY91" fmla="*/ 754555 h 6690556"/>
              <a:gd name="csX92" fmla="*/ 9076550 w 11180243"/>
              <a:gd name="csY92" fmla="*/ 716977 h 6690556"/>
              <a:gd name="csX93" fmla="*/ 9126654 w 11180243"/>
              <a:gd name="csY93" fmla="*/ 691925 h 6690556"/>
              <a:gd name="csX94" fmla="*/ 9373500 w 11180243"/>
              <a:gd name="csY94" fmla="*/ 691925 h 6690556"/>
              <a:gd name="csX95" fmla="*/ 9607403 w 11180243"/>
              <a:gd name="csY95" fmla="*/ 410423 h 6690556"/>
              <a:gd name="csX96" fmla="*/ 10101179 w 11180243"/>
              <a:gd name="csY96" fmla="*/ 123911 h 6690556"/>
              <a:gd name="csX97" fmla="*/ 10588859 w 11180243"/>
              <a:gd name="csY97" fmla="*/ 1991 h 6690556"/>
              <a:gd name="csX98" fmla="*/ 11011905 w 11180243"/>
              <a:gd name="csY98" fmla="*/ 89089 h 6690556"/>
              <a:gd name="csX99" fmla="*/ 11143595 w 11180243"/>
              <a:gd name="csY99" fmla="*/ 251926 h 6690556"/>
              <a:gd name="csX100" fmla="*/ 11180171 w 11180243"/>
              <a:gd name="csY100" fmla="*/ 629879 h 6690556"/>
              <a:gd name="csX101" fmla="*/ 11070443 w 11180243"/>
              <a:gd name="csY101" fmla="*/ 898102 h 6690556"/>
              <a:gd name="csX102" fmla="*/ 10930235 w 11180243"/>
              <a:gd name="csY102" fmla="*/ 1355303 h 6690556"/>
              <a:gd name="csX103" fmla="*/ 10466939 w 11180243"/>
              <a:gd name="csY103" fmla="*/ 1690582 h 6690556"/>
              <a:gd name="csX104" fmla="*/ 10381595 w 11180243"/>
              <a:gd name="csY104" fmla="*/ 2001478 h 6690556"/>
              <a:gd name="csX105" fmla="*/ 10174331 w 11180243"/>
              <a:gd name="csY105" fmla="*/ 2190454 h 6690556"/>
              <a:gd name="csX106" fmla="*/ 9912203 w 11180243"/>
              <a:gd name="csY106" fmla="*/ 2580598 h 6690556"/>
              <a:gd name="csX107" fmla="*/ 9729323 w 11180243"/>
              <a:gd name="csY107" fmla="*/ 2934166 h 6690556"/>
              <a:gd name="csX108" fmla="*/ 9497675 w 11180243"/>
              <a:gd name="csY108" fmla="*/ 3092662 h 6690556"/>
              <a:gd name="csX109" fmla="*/ 9290411 w 11180243"/>
              <a:gd name="csY109" fmla="*/ 3299926 h 6690556"/>
              <a:gd name="csX110" fmla="*/ 8985611 w 11180243"/>
              <a:gd name="csY110" fmla="*/ 3452326 h 6690556"/>
              <a:gd name="csX111" fmla="*/ 8814923 w 11180243"/>
              <a:gd name="csY111" fmla="*/ 3763222 h 6690556"/>
              <a:gd name="csX112" fmla="*/ 8400395 w 11180243"/>
              <a:gd name="csY112" fmla="*/ 3915622 h 6690556"/>
              <a:gd name="csX113" fmla="*/ 8315051 w 11180243"/>
              <a:gd name="csY113" fmla="*/ 4104598 h 6690556"/>
              <a:gd name="csX114" fmla="*/ 8089499 w 11180243"/>
              <a:gd name="csY114" fmla="*/ 4214326 h 6690556"/>
              <a:gd name="csX115" fmla="*/ 7711547 w 11180243"/>
              <a:gd name="csY115" fmla="*/ 4293574 h 6690556"/>
              <a:gd name="csX116" fmla="*/ 7400651 w 11180243"/>
              <a:gd name="csY116" fmla="*/ 4470358 h 6690556"/>
              <a:gd name="csX117" fmla="*/ 6967835 w 11180243"/>
              <a:gd name="csY117" fmla="*/ 4476454 h 6690556"/>
              <a:gd name="csX118" fmla="*/ 6644747 w 11180243"/>
              <a:gd name="csY118" fmla="*/ 4592278 h 6690556"/>
              <a:gd name="csX119" fmla="*/ 6260699 w 11180243"/>
              <a:gd name="csY119" fmla="*/ 4622758 h 6690556"/>
              <a:gd name="csX120" fmla="*/ 6144875 w 11180243"/>
              <a:gd name="csY120" fmla="*/ 4744678 h 6690556"/>
              <a:gd name="csX121" fmla="*/ 5931515 w 11180243"/>
              <a:gd name="csY121" fmla="*/ 4756870 h 6690556"/>
              <a:gd name="csX122" fmla="*/ 5742539 w 11180243"/>
              <a:gd name="csY122" fmla="*/ 4756870 h 6690556"/>
              <a:gd name="csX123" fmla="*/ 5273147 w 11180243"/>
              <a:gd name="csY123" fmla="*/ 4769062 h 6690556"/>
              <a:gd name="csX124" fmla="*/ 4876907 w 11180243"/>
              <a:gd name="csY124" fmla="*/ 4756870 h 6690556"/>
              <a:gd name="csX125" fmla="*/ 4773275 w 11180243"/>
              <a:gd name="csY125" fmla="*/ 4860502 h 6690556"/>
              <a:gd name="csX126" fmla="*/ 4370939 w 11180243"/>
              <a:gd name="csY126" fmla="*/ 5061670 h 6690556"/>
              <a:gd name="csX127" fmla="*/ 3925931 w 11180243"/>
              <a:gd name="csY127" fmla="*/ 5171398 h 6690556"/>
              <a:gd name="csX128" fmla="*/ 4200251 w 11180243"/>
              <a:gd name="csY128" fmla="*/ 5579830 h 6690556"/>
              <a:gd name="csX129" fmla="*/ 4194155 w 11180243"/>
              <a:gd name="csY129" fmla="*/ 6018742 h 6690556"/>
              <a:gd name="csX130" fmla="*/ 4261211 w 11180243"/>
              <a:gd name="csY130" fmla="*/ 6201622 h 6690556"/>
              <a:gd name="csX0" fmla="*/ 582651 w 11180243"/>
              <a:gd name="csY0" fmla="*/ 6690556 h 6690556"/>
              <a:gd name="csX1" fmla="*/ 128124 w 11180243"/>
              <a:gd name="csY1" fmla="*/ 6390597 h 6690556"/>
              <a:gd name="csX2" fmla="*/ 61068 w 11180243"/>
              <a:gd name="csY2" fmla="*/ 6116277 h 6690556"/>
              <a:gd name="csX3" fmla="*/ 109835 w 11180243"/>
              <a:gd name="csY3" fmla="*/ 5927301 h 6690556"/>
              <a:gd name="csX4" fmla="*/ 6204 w 11180243"/>
              <a:gd name="csY4" fmla="*/ 5793189 h 6690556"/>
              <a:gd name="csX5" fmla="*/ 18395 w 11180243"/>
              <a:gd name="csY5" fmla="*/ 5604213 h 6690556"/>
              <a:gd name="csX6" fmla="*/ 122027 w 11180243"/>
              <a:gd name="csY6" fmla="*/ 5372565 h 6690556"/>
              <a:gd name="csX7" fmla="*/ 270753 w 11180243"/>
              <a:gd name="csY7" fmla="*/ 4762883 h 6690556"/>
              <a:gd name="csX8" fmla="*/ 183071 w 11180243"/>
              <a:gd name="csY8" fmla="*/ 4612571 h 6690556"/>
              <a:gd name="csX9" fmla="*/ 208123 w 11180243"/>
              <a:gd name="csY9" fmla="*/ 4524889 h 6690556"/>
              <a:gd name="csX10" fmla="*/ 183071 w 11180243"/>
              <a:gd name="csY10" fmla="*/ 4399629 h 6690556"/>
              <a:gd name="csX11" fmla="*/ 145492 w 11180243"/>
              <a:gd name="csY11" fmla="*/ 4324473 h 6690556"/>
              <a:gd name="csX12" fmla="*/ 208123 w 11180243"/>
              <a:gd name="csY12" fmla="*/ 4174160 h 6690556"/>
              <a:gd name="csX13" fmla="*/ 258227 w 11180243"/>
              <a:gd name="csY13" fmla="*/ 4061426 h 6690556"/>
              <a:gd name="csX14" fmla="*/ 320857 w 11180243"/>
              <a:gd name="csY14" fmla="*/ 3961218 h 6690556"/>
              <a:gd name="csX15" fmla="*/ 320857 w 11180243"/>
              <a:gd name="csY15" fmla="*/ 3961218 h 6690556"/>
              <a:gd name="csX16" fmla="*/ 433591 w 11180243"/>
              <a:gd name="csY16" fmla="*/ 3835957 h 6690556"/>
              <a:gd name="csX17" fmla="*/ 558851 w 11180243"/>
              <a:gd name="csY17" fmla="*/ 3785853 h 6690556"/>
              <a:gd name="csX18" fmla="*/ 558851 w 11180243"/>
              <a:gd name="csY18" fmla="*/ 3785853 h 6690556"/>
              <a:gd name="csX19" fmla="*/ 546325 w 11180243"/>
              <a:gd name="csY19" fmla="*/ 3673119 h 6690556"/>
              <a:gd name="csX20" fmla="*/ 446117 w 11180243"/>
              <a:gd name="csY20" fmla="*/ 3635541 h 6690556"/>
              <a:gd name="csX21" fmla="*/ 433591 w 11180243"/>
              <a:gd name="csY21" fmla="*/ 3597963 h 6690556"/>
              <a:gd name="csX22" fmla="*/ 483695 w 11180243"/>
              <a:gd name="csY22" fmla="*/ 3472703 h 6690556"/>
              <a:gd name="csX23" fmla="*/ 533799 w 11180243"/>
              <a:gd name="csY23" fmla="*/ 3397547 h 6690556"/>
              <a:gd name="csX24" fmla="*/ 634007 w 11180243"/>
              <a:gd name="csY24" fmla="*/ 3222182 h 6690556"/>
              <a:gd name="csX25" fmla="*/ 659060 w 11180243"/>
              <a:gd name="csY25" fmla="*/ 3147026 h 6690556"/>
              <a:gd name="csX26" fmla="*/ 771794 w 11180243"/>
              <a:gd name="csY26" fmla="*/ 3046818 h 6690556"/>
              <a:gd name="csX27" fmla="*/ 846950 w 11180243"/>
              <a:gd name="csY27" fmla="*/ 2984188 h 6690556"/>
              <a:gd name="csX28" fmla="*/ 947158 w 11180243"/>
              <a:gd name="csY28" fmla="*/ 2934083 h 6690556"/>
              <a:gd name="csX29" fmla="*/ 1022314 w 11180243"/>
              <a:gd name="csY29" fmla="*/ 2883979 h 6690556"/>
              <a:gd name="csX30" fmla="*/ 1135049 w 11180243"/>
              <a:gd name="csY30" fmla="*/ 2821349 h 6690556"/>
              <a:gd name="csX31" fmla="*/ 1197679 w 11180243"/>
              <a:gd name="csY31" fmla="*/ 2758719 h 6690556"/>
              <a:gd name="csX32" fmla="*/ 1297887 w 11180243"/>
              <a:gd name="csY32" fmla="*/ 2671037 h 6690556"/>
              <a:gd name="csX33" fmla="*/ 1448199 w 11180243"/>
              <a:gd name="csY33" fmla="*/ 2620933 h 6690556"/>
              <a:gd name="csX34" fmla="*/ 1573460 w 11180243"/>
              <a:gd name="csY34" fmla="*/ 2658511 h 6690556"/>
              <a:gd name="csX35" fmla="*/ 1573460 w 11180243"/>
              <a:gd name="csY35" fmla="*/ 2658511 h 6690556"/>
              <a:gd name="csX36" fmla="*/ 1510829 w 11180243"/>
              <a:gd name="csY36" fmla="*/ 2595881 h 6690556"/>
              <a:gd name="csX37" fmla="*/ 1548407 w 11180243"/>
              <a:gd name="csY37" fmla="*/ 2407990 h 6690556"/>
              <a:gd name="csX38" fmla="*/ 1673668 w 11180243"/>
              <a:gd name="csY38" fmla="*/ 2307782 h 6690556"/>
              <a:gd name="csX39" fmla="*/ 1773876 w 11180243"/>
              <a:gd name="csY39" fmla="*/ 2245152 h 6690556"/>
              <a:gd name="csX40" fmla="*/ 1798928 w 11180243"/>
              <a:gd name="csY40" fmla="*/ 2207574 h 6690556"/>
              <a:gd name="csX41" fmla="*/ 1961766 w 11180243"/>
              <a:gd name="csY41" fmla="*/ 2195048 h 6690556"/>
              <a:gd name="csX42" fmla="*/ 2112079 w 11180243"/>
              <a:gd name="csY42" fmla="*/ 2245152 h 6690556"/>
              <a:gd name="csX43" fmla="*/ 2112079 w 11180243"/>
              <a:gd name="csY43" fmla="*/ 2245152 h 6690556"/>
              <a:gd name="csX44" fmla="*/ 2112079 w 11180243"/>
              <a:gd name="csY44" fmla="*/ 2245152 h 6690556"/>
              <a:gd name="csX45" fmla="*/ 2224813 w 11180243"/>
              <a:gd name="csY45" fmla="*/ 2195048 h 6690556"/>
              <a:gd name="csX46" fmla="*/ 2375125 w 11180243"/>
              <a:gd name="csY46" fmla="*/ 2094840 h 6690556"/>
              <a:gd name="csX47" fmla="*/ 2613120 w 11180243"/>
              <a:gd name="csY47" fmla="*/ 2057262 h 6690556"/>
              <a:gd name="csX48" fmla="*/ 2788484 w 11180243"/>
              <a:gd name="csY48" fmla="*/ 2082314 h 6690556"/>
              <a:gd name="csX49" fmla="*/ 2888692 w 11180243"/>
              <a:gd name="csY49" fmla="*/ 2169996 h 6690556"/>
              <a:gd name="csX50" fmla="*/ 3013953 w 11180243"/>
              <a:gd name="csY50" fmla="*/ 2195048 h 6690556"/>
              <a:gd name="csX51" fmla="*/ 2851114 w 11180243"/>
              <a:gd name="csY51" fmla="*/ 2082314 h 6690556"/>
              <a:gd name="csX52" fmla="*/ 2938797 w 11180243"/>
              <a:gd name="csY52" fmla="*/ 1957053 h 6690556"/>
              <a:gd name="csX53" fmla="*/ 3101635 w 11180243"/>
              <a:gd name="csY53" fmla="*/ 1957053 h 6690556"/>
              <a:gd name="csX54" fmla="*/ 3302051 w 11180243"/>
              <a:gd name="csY54" fmla="*/ 1957053 h 6690556"/>
              <a:gd name="csX55" fmla="*/ 3464890 w 11180243"/>
              <a:gd name="csY55" fmla="*/ 1969579 h 6690556"/>
              <a:gd name="csX56" fmla="*/ 3815618 w 11180243"/>
              <a:gd name="csY56" fmla="*/ 1919475 h 6690556"/>
              <a:gd name="csX57" fmla="*/ 3978457 w 11180243"/>
              <a:gd name="csY57" fmla="*/ 1919475 h 6690556"/>
              <a:gd name="csX58" fmla="*/ 4241503 w 11180243"/>
              <a:gd name="csY58" fmla="*/ 1894423 h 6690556"/>
              <a:gd name="csX59" fmla="*/ 4391816 w 11180243"/>
              <a:gd name="csY59" fmla="*/ 1906949 h 6690556"/>
              <a:gd name="csX60" fmla="*/ 4567180 w 11180243"/>
              <a:gd name="csY60" fmla="*/ 1994631 h 6690556"/>
              <a:gd name="csX61" fmla="*/ 4567180 w 11180243"/>
              <a:gd name="csY61" fmla="*/ 1994631 h 6690556"/>
              <a:gd name="csX62" fmla="*/ 4504550 w 11180243"/>
              <a:gd name="csY62" fmla="*/ 1844319 h 6690556"/>
              <a:gd name="csX63" fmla="*/ 4704966 w 11180243"/>
              <a:gd name="csY63" fmla="*/ 1844319 h 6690556"/>
              <a:gd name="csX64" fmla="*/ 4892857 w 11180243"/>
              <a:gd name="csY64" fmla="*/ 1869371 h 6690556"/>
              <a:gd name="csX65" fmla="*/ 4980539 w 11180243"/>
              <a:gd name="csY65" fmla="*/ 1869371 h 6690556"/>
              <a:gd name="csX66" fmla="*/ 5168429 w 11180243"/>
              <a:gd name="csY66" fmla="*/ 1769163 h 6690556"/>
              <a:gd name="csX67" fmla="*/ 5406424 w 11180243"/>
              <a:gd name="csY67" fmla="*/ 1794215 h 6690556"/>
              <a:gd name="csX68" fmla="*/ 5556736 w 11180243"/>
              <a:gd name="csY68" fmla="*/ 1819267 h 6690556"/>
              <a:gd name="csX69" fmla="*/ 5744627 w 11180243"/>
              <a:gd name="csY69" fmla="*/ 1781689 h 6690556"/>
              <a:gd name="csX70" fmla="*/ 5882413 w 11180243"/>
              <a:gd name="csY70" fmla="*/ 1794215 h 6690556"/>
              <a:gd name="csX71" fmla="*/ 5945043 w 11180243"/>
              <a:gd name="csY71" fmla="*/ 1794215 h 6690556"/>
              <a:gd name="csX72" fmla="*/ 6283246 w 11180243"/>
              <a:gd name="csY72" fmla="*/ 1631377 h 6690556"/>
              <a:gd name="csX73" fmla="*/ 6508714 w 11180243"/>
              <a:gd name="csY73" fmla="*/ 1593799 h 6690556"/>
              <a:gd name="csX74" fmla="*/ 6696605 w 11180243"/>
              <a:gd name="csY74" fmla="*/ 1481064 h 6690556"/>
              <a:gd name="csX75" fmla="*/ 6859443 w 11180243"/>
              <a:gd name="csY75" fmla="*/ 1493590 h 6690556"/>
              <a:gd name="csX76" fmla="*/ 6997229 w 11180243"/>
              <a:gd name="csY76" fmla="*/ 1481064 h 6690556"/>
              <a:gd name="csX77" fmla="*/ 7147542 w 11180243"/>
              <a:gd name="csY77" fmla="*/ 1355804 h 6690556"/>
              <a:gd name="csX78" fmla="*/ 7360484 w 11180243"/>
              <a:gd name="csY78" fmla="*/ 1230544 h 6690556"/>
              <a:gd name="csX79" fmla="*/ 7485744 w 11180243"/>
              <a:gd name="csY79" fmla="*/ 1243070 h 6690556"/>
              <a:gd name="csX80" fmla="*/ 7585953 w 11180243"/>
              <a:gd name="csY80" fmla="*/ 1255596 h 6690556"/>
              <a:gd name="csX81" fmla="*/ 7673635 w 11180243"/>
              <a:gd name="csY81" fmla="*/ 1255596 h 6690556"/>
              <a:gd name="csX82" fmla="*/ 7886577 w 11180243"/>
              <a:gd name="csY82" fmla="*/ 1218018 h 6690556"/>
              <a:gd name="csX83" fmla="*/ 7949207 w 11180243"/>
              <a:gd name="csY83" fmla="*/ 1167914 h 6690556"/>
              <a:gd name="csX84" fmla="*/ 8086994 w 11180243"/>
              <a:gd name="csY84" fmla="*/ 1180440 h 6690556"/>
              <a:gd name="csX85" fmla="*/ 8086994 w 11180243"/>
              <a:gd name="csY85" fmla="*/ 1180440 h 6690556"/>
              <a:gd name="csX86" fmla="*/ 8224780 w 11180243"/>
              <a:gd name="csY86" fmla="*/ 1130336 h 6690556"/>
              <a:gd name="csX87" fmla="*/ 8412671 w 11180243"/>
              <a:gd name="csY87" fmla="*/ 1042653 h 6690556"/>
              <a:gd name="csX88" fmla="*/ 8588035 w 11180243"/>
              <a:gd name="csY88" fmla="*/ 942445 h 6690556"/>
              <a:gd name="csX89" fmla="*/ 8663191 w 11180243"/>
              <a:gd name="csY89" fmla="*/ 854763 h 6690556"/>
              <a:gd name="csX90" fmla="*/ 8700769 w 11180243"/>
              <a:gd name="csY90" fmla="*/ 804659 h 6690556"/>
              <a:gd name="csX91" fmla="*/ 8851081 w 11180243"/>
              <a:gd name="csY91" fmla="*/ 779607 h 6690556"/>
              <a:gd name="csX92" fmla="*/ 8963816 w 11180243"/>
              <a:gd name="csY92" fmla="*/ 754555 h 6690556"/>
              <a:gd name="csX93" fmla="*/ 9076550 w 11180243"/>
              <a:gd name="csY93" fmla="*/ 716977 h 6690556"/>
              <a:gd name="csX94" fmla="*/ 9126654 w 11180243"/>
              <a:gd name="csY94" fmla="*/ 691925 h 6690556"/>
              <a:gd name="csX95" fmla="*/ 9373500 w 11180243"/>
              <a:gd name="csY95" fmla="*/ 691925 h 6690556"/>
              <a:gd name="csX96" fmla="*/ 9607403 w 11180243"/>
              <a:gd name="csY96" fmla="*/ 410423 h 6690556"/>
              <a:gd name="csX97" fmla="*/ 10101179 w 11180243"/>
              <a:gd name="csY97" fmla="*/ 123911 h 6690556"/>
              <a:gd name="csX98" fmla="*/ 10588859 w 11180243"/>
              <a:gd name="csY98" fmla="*/ 1991 h 6690556"/>
              <a:gd name="csX99" fmla="*/ 11011905 w 11180243"/>
              <a:gd name="csY99" fmla="*/ 89089 h 6690556"/>
              <a:gd name="csX100" fmla="*/ 11143595 w 11180243"/>
              <a:gd name="csY100" fmla="*/ 251926 h 6690556"/>
              <a:gd name="csX101" fmla="*/ 11180171 w 11180243"/>
              <a:gd name="csY101" fmla="*/ 629879 h 6690556"/>
              <a:gd name="csX102" fmla="*/ 11070443 w 11180243"/>
              <a:gd name="csY102" fmla="*/ 898102 h 6690556"/>
              <a:gd name="csX103" fmla="*/ 10930235 w 11180243"/>
              <a:gd name="csY103" fmla="*/ 1355303 h 6690556"/>
              <a:gd name="csX104" fmla="*/ 10466939 w 11180243"/>
              <a:gd name="csY104" fmla="*/ 1690582 h 6690556"/>
              <a:gd name="csX105" fmla="*/ 10381595 w 11180243"/>
              <a:gd name="csY105" fmla="*/ 2001478 h 6690556"/>
              <a:gd name="csX106" fmla="*/ 10174331 w 11180243"/>
              <a:gd name="csY106" fmla="*/ 2190454 h 6690556"/>
              <a:gd name="csX107" fmla="*/ 9912203 w 11180243"/>
              <a:gd name="csY107" fmla="*/ 2580598 h 6690556"/>
              <a:gd name="csX108" fmla="*/ 9729323 w 11180243"/>
              <a:gd name="csY108" fmla="*/ 2934166 h 6690556"/>
              <a:gd name="csX109" fmla="*/ 9497675 w 11180243"/>
              <a:gd name="csY109" fmla="*/ 3092662 h 6690556"/>
              <a:gd name="csX110" fmla="*/ 9290411 w 11180243"/>
              <a:gd name="csY110" fmla="*/ 3299926 h 6690556"/>
              <a:gd name="csX111" fmla="*/ 8985611 w 11180243"/>
              <a:gd name="csY111" fmla="*/ 3452326 h 6690556"/>
              <a:gd name="csX112" fmla="*/ 8814923 w 11180243"/>
              <a:gd name="csY112" fmla="*/ 3763222 h 6690556"/>
              <a:gd name="csX113" fmla="*/ 8400395 w 11180243"/>
              <a:gd name="csY113" fmla="*/ 3915622 h 6690556"/>
              <a:gd name="csX114" fmla="*/ 8315051 w 11180243"/>
              <a:gd name="csY114" fmla="*/ 4104598 h 6690556"/>
              <a:gd name="csX115" fmla="*/ 8089499 w 11180243"/>
              <a:gd name="csY115" fmla="*/ 4214326 h 6690556"/>
              <a:gd name="csX116" fmla="*/ 7711547 w 11180243"/>
              <a:gd name="csY116" fmla="*/ 4293574 h 6690556"/>
              <a:gd name="csX117" fmla="*/ 7400651 w 11180243"/>
              <a:gd name="csY117" fmla="*/ 4470358 h 6690556"/>
              <a:gd name="csX118" fmla="*/ 6967835 w 11180243"/>
              <a:gd name="csY118" fmla="*/ 4476454 h 6690556"/>
              <a:gd name="csX119" fmla="*/ 6644747 w 11180243"/>
              <a:gd name="csY119" fmla="*/ 4592278 h 6690556"/>
              <a:gd name="csX120" fmla="*/ 6260699 w 11180243"/>
              <a:gd name="csY120" fmla="*/ 4622758 h 6690556"/>
              <a:gd name="csX121" fmla="*/ 6144875 w 11180243"/>
              <a:gd name="csY121" fmla="*/ 4744678 h 6690556"/>
              <a:gd name="csX122" fmla="*/ 5931515 w 11180243"/>
              <a:gd name="csY122" fmla="*/ 4756870 h 6690556"/>
              <a:gd name="csX123" fmla="*/ 5742539 w 11180243"/>
              <a:gd name="csY123" fmla="*/ 4756870 h 6690556"/>
              <a:gd name="csX124" fmla="*/ 5273147 w 11180243"/>
              <a:gd name="csY124" fmla="*/ 4769062 h 6690556"/>
              <a:gd name="csX125" fmla="*/ 4876907 w 11180243"/>
              <a:gd name="csY125" fmla="*/ 4756870 h 6690556"/>
              <a:gd name="csX126" fmla="*/ 4773275 w 11180243"/>
              <a:gd name="csY126" fmla="*/ 4860502 h 6690556"/>
              <a:gd name="csX127" fmla="*/ 4370939 w 11180243"/>
              <a:gd name="csY127" fmla="*/ 5061670 h 6690556"/>
              <a:gd name="csX128" fmla="*/ 3925931 w 11180243"/>
              <a:gd name="csY128" fmla="*/ 5171398 h 6690556"/>
              <a:gd name="csX129" fmla="*/ 4200251 w 11180243"/>
              <a:gd name="csY129" fmla="*/ 5579830 h 6690556"/>
              <a:gd name="csX130" fmla="*/ 4194155 w 11180243"/>
              <a:gd name="csY130" fmla="*/ 6018742 h 6690556"/>
              <a:gd name="csX131" fmla="*/ 4261211 w 11180243"/>
              <a:gd name="csY131" fmla="*/ 6201622 h 6690556"/>
              <a:gd name="csX0" fmla="*/ 1381227 w 11180243"/>
              <a:gd name="csY0" fmla="*/ 7989004 h 7989004"/>
              <a:gd name="csX1" fmla="*/ 128124 w 11180243"/>
              <a:gd name="csY1" fmla="*/ 6390597 h 7989004"/>
              <a:gd name="csX2" fmla="*/ 61068 w 11180243"/>
              <a:gd name="csY2" fmla="*/ 6116277 h 7989004"/>
              <a:gd name="csX3" fmla="*/ 109835 w 11180243"/>
              <a:gd name="csY3" fmla="*/ 5927301 h 7989004"/>
              <a:gd name="csX4" fmla="*/ 6204 w 11180243"/>
              <a:gd name="csY4" fmla="*/ 5793189 h 7989004"/>
              <a:gd name="csX5" fmla="*/ 18395 w 11180243"/>
              <a:gd name="csY5" fmla="*/ 5604213 h 7989004"/>
              <a:gd name="csX6" fmla="*/ 122027 w 11180243"/>
              <a:gd name="csY6" fmla="*/ 5372565 h 7989004"/>
              <a:gd name="csX7" fmla="*/ 270753 w 11180243"/>
              <a:gd name="csY7" fmla="*/ 4762883 h 7989004"/>
              <a:gd name="csX8" fmla="*/ 183071 w 11180243"/>
              <a:gd name="csY8" fmla="*/ 4612571 h 7989004"/>
              <a:gd name="csX9" fmla="*/ 208123 w 11180243"/>
              <a:gd name="csY9" fmla="*/ 4524889 h 7989004"/>
              <a:gd name="csX10" fmla="*/ 183071 w 11180243"/>
              <a:gd name="csY10" fmla="*/ 4399629 h 7989004"/>
              <a:gd name="csX11" fmla="*/ 145492 w 11180243"/>
              <a:gd name="csY11" fmla="*/ 4324473 h 7989004"/>
              <a:gd name="csX12" fmla="*/ 208123 w 11180243"/>
              <a:gd name="csY12" fmla="*/ 4174160 h 7989004"/>
              <a:gd name="csX13" fmla="*/ 258227 w 11180243"/>
              <a:gd name="csY13" fmla="*/ 4061426 h 7989004"/>
              <a:gd name="csX14" fmla="*/ 320857 w 11180243"/>
              <a:gd name="csY14" fmla="*/ 3961218 h 7989004"/>
              <a:gd name="csX15" fmla="*/ 320857 w 11180243"/>
              <a:gd name="csY15" fmla="*/ 3961218 h 7989004"/>
              <a:gd name="csX16" fmla="*/ 433591 w 11180243"/>
              <a:gd name="csY16" fmla="*/ 3835957 h 7989004"/>
              <a:gd name="csX17" fmla="*/ 558851 w 11180243"/>
              <a:gd name="csY17" fmla="*/ 3785853 h 7989004"/>
              <a:gd name="csX18" fmla="*/ 558851 w 11180243"/>
              <a:gd name="csY18" fmla="*/ 3785853 h 7989004"/>
              <a:gd name="csX19" fmla="*/ 546325 w 11180243"/>
              <a:gd name="csY19" fmla="*/ 3673119 h 7989004"/>
              <a:gd name="csX20" fmla="*/ 446117 w 11180243"/>
              <a:gd name="csY20" fmla="*/ 3635541 h 7989004"/>
              <a:gd name="csX21" fmla="*/ 433591 w 11180243"/>
              <a:gd name="csY21" fmla="*/ 3597963 h 7989004"/>
              <a:gd name="csX22" fmla="*/ 483695 w 11180243"/>
              <a:gd name="csY22" fmla="*/ 3472703 h 7989004"/>
              <a:gd name="csX23" fmla="*/ 533799 w 11180243"/>
              <a:gd name="csY23" fmla="*/ 3397547 h 7989004"/>
              <a:gd name="csX24" fmla="*/ 634007 w 11180243"/>
              <a:gd name="csY24" fmla="*/ 3222182 h 7989004"/>
              <a:gd name="csX25" fmla="*/ 659060 w 11180243"/>
              <a:gd name="csY25" fmla="*/ 3147026 h 7989004"/>
              <a:gd name="csX26" fmla="*/ 771794 w 11180243"/>
              <a:gd name="csY26" fmla="*/ 3046818 h 7989004"/>
              <a:gd name="csX27" fmla="*/ 846950 w 11180243"/>
              <a:gd name="csY27" fmla="*/ 2984188 h 7989004"/>
              <a:gd name="csX28" fmla="*/ 947158 w 11180243"/>
              <a:gd name="csY28" fmla="*/ 2934083 h 7989004"/>
              <a:gd name="csX29" fmla="*/ 1022314 w 11180243"/>
              <a:gd name="csY29" fmla="*/ 2883979 h 7989004"/>
              <a:gd name="csX30" fmla="*/ 1135049 w 11180243"/>
              <a:gd name="csY30" fmla="*/ 2821349 h 7989004"/>
              <a:gd name="csX31" fmla="*/ 1197679 w 11180243"/>
              <a:gd name="csY31" fmla="*/ 2758719 h 7989004"/>
              <a:gd name="csX32" fmla="*/ 1297887 w 11180243"/>
              <a:gd name="csY32" fmla="*/ 2671037 h 7989004"/>
              <a:gd name="csX33" fmla="*/ 1448199 w 11180243"/>
              <a:gd name="csY33" fmla="*/ 2620933 h 7989004"/>
              <a:gd name="csX34" fmla="*/ 1573460 w 11180243"/>
              <a:gd name="csY34" fmla="*/ 2658511 h 7989004"/>
              <a:gd name="csX35" fmla="*/ 1573460 w 11180243"/>
              <a:gd name="csY35" fmla="*/ 2658511 h 7989004"/>
              <a:gd name="csX36" fmla="*/ 1510829 w 11180243"/>
              <a:gd name="csY36" fmla="*/ 2595881 h 7989004"/>
              <a:gd name="csX37" fmla="*/ 1548407 w 11180243"/>
              <a:gd name="csY37" fmla="*/ 2407990 h 7989004"/>
              <a:gd name="csX38" fmla="*/ 1673668 w 11180243"/>
              <a:gd name="csY38" fmla="*/ 2307782 h 7989004"/>
              <a:gd name="csX39" fmla="*/ 1773876 w 11180243"/>
              <a:gd name="csY39" fmla="*/ 2245152 h 7989004"/>
              <a:gd name="csX40" fmla="*/ 1798928 w 11180243"/>
              <a:gd name="csY40" fmla="*/ 2207574 h 7989004"/>
              <a:gd name="csX41" fmla="*/ 1961766 w 11180243"/>
              <a:gd name="csY41" fmla="*/ 2195048 h 7989004"/>
              <a:gd name="csX42" fmla="*/ 2112079 w 11180243"/>
              <a:gd name="csY42" fmla="*/ 2245152 h 7989004"/>
              <a:gd name="csX43" fmla="*/ 2112079 w 11180243"/>
              <a:gd name="csY43" fmla="*/ 2245152 h 7989004"/>
              <a:gd name="csX44" fmla="*/ 2112079 w 11180243"/>
              <a:gd name="csY44" fmla="*/ 2245152 h 7989004"/>
              <a:gd name="csX45" fmla="*/ 2224813 w 11180243"/>
              <a:gd name="csY45" fmla="*/ 2195048 h 7989004"/>
              <a:gd name="csX46" fmla="*/ 2375125 w 11180243"/>
              <a:gd name="csY46" fmla="*/ 2094840 h 7989004"/>
              <a:gd name="csX47" fmla="*/ 2613120 w 11180243"/>
              <a:gd name="csY47" fmla="*/ 2057262 h 7989004"/>
              <a:gd name="csX48" fmla="*/ 2788484 w 11180243"/>
              <a:gd name="csY48" fmla="*/ 2082314 h 7989004"/>
              <a:gd name="csX49" fmla="*/ 2888692 w 11180243"/>
              <a:gd name="csY49" fmla="*/ 2169996 h 7989004"/>
              <a:gd name="csX50" fmla="*/ 3013953 w 11180243"/>
              <a:gd name="csY50" fmla="*/ 2195048 h 7989004"/>
              <a:gd name="csX51" fmla="*/ 2851114 w 11180243"/>
              <a:gd name="csY51" fmla="*/ 2082314 h 7989004"/>
              <a:gd name="csX52" fmla="*/ 2938797 w 11180243"/>
              <a:gd name="csY52" fmla="*/ 1957053 h 7989004"/>
              <a:gd name="csX53" fmla="*/ 3101635 w 11180243"/>
              <a:gd name="csY53" fmla="*/ 1957053 h 7989004"/>
              <a:gd name="csX54" fmla="*/ 3302051 w 11180243"/>
              <a:gd name="csY54" fmla="*/ 1957053 h 7989004"/>
              <a:gd name="csX55" fmla="*/ 3464890 w 11180243"/>
              <a:gd name="csY55" fmla="*/ 1969579 h 7989004"/>
              <a:gd name="csX56" fmla="*/ 3815618 w 11180243"/>
              <a:gd name="csY56" fmla="*/ 1919475 h 7989004"/>
              <a:gd name="csX57" fmla="*/ 3978457 w 11180243"/>
              <a:gd name="csY57" fmla="*/ 1919475 h 7989004"/>
              <a:gd name="csX58" fmla="*/ 4241503 w 11180243"/>
              <a:gd name="csY58" fmla="*/ 1894423 h 7989004"/>
              <a:gd name="csX59" fmla="*/ 4391816 w 11180243"/>
              <a:gd name="csY59" fmla="*/ 1906949 h 7989004"/>
              <a:gd name="csX60" fmla="*/ 4567180 w 11180243"/>
              <a:gd name="csY60" fmla="*/ 1994631 h 7989004"/>
              <a:gd name="csX61" fmla="*/ 4567180 w 11180243"/>
              <a:gd name="csY61" fmla="*/ 1994631 h 7989004"/>
              <a:gd name="csX62" fmla="*/ 4504550 w 11180243"/>
              <a:gd name="csY62" fmla="*/ 1844319 h 7989004"/>
              <a:gd name="csX63" fmla="*/ 4704966 w 11180243"/>
              <a:gd name="csY63" fmla="*/ 1844319 h 7989004"/>
              <a:gd name="csX64" fmla="*/ 4892857 w 11180243"/>
              <a:gd name="csY64" fmla="*/ 1869371 h 7989004"/>
              <a:gd name="csX65" fmla="*/ 4980539 w 11180243"/>
              <a:gd name="csY65" fmla="*/ 1869371 h 7989004"/>
              <a:gd name="csX66" fmla="*/ 5168429 w 11180243"/>
              <a:gd name="csY66" fmla="*/ 1769163 h 7989004"/>
              <a:gd name="csX67" fmla="*/ 5406424 w 11180243"/>
              <a:gd name="csY67" fmla="*/ 1794215 h 7989004"/>
              <a:gd name="csX68" fmla="*/ 5556736 w 11180243"/>
              <a:gd name="csY68" fmla="*/ 1819267 h 7989004"/>
              <a:gd name="csX69" fmla="*/ 5744627 w 11180243"/>
              <a:gd name="csY69" fmla="*/ 1781689 h 7989004"/>
              <a:gd name="csX70" fmla="*/ 5882413 w 11180243"/>
              <a:gd name="csY70" fmla="*/ 1794215 h 7989004"/>
              <a:gd name="csX71" fmla="*/ 5945043 w 11180243"/>
              <a:gd name="csY71" fmla="*/ 1794215 h 7989004"/>
              <a:gd name="csX72" fmla="*/ 6283246 w 11180243"/>
              <a:gd name="csY72" fmla="*/ 1631377 h 7989004"/>
              <a:gd name="csX73" fmla="*/ 6508714 w 11180243"/>
              <a:gd name="csY73" fmla="*/ 1593799 h 7989004"/>
              <a:gd name="csX74" fmla="*/ 6696605 w 11180243"/>
              <a:gd name="csY74" fmla="*/ 1481064 h 7989004"/>
              <a:gd name="csX75" fmla="*/ 6859443 w 11180243"/>
              <a:gd name="csY75" fmla="*/ 1493590 h 7989004"/>
              <a:gd name="csX76" fmla="*/ 6997229 w 11180243"/>
              <a:gd name="csY76" fmla="*/ 1481064 h 7989004"/>
              <a:gd name="csX77" fmla="*/ 7147542 w 11180243"/>
              <a:gd name="csY77" fmla="*/ 1355804 h 7989004"/>
              <a:gd name="csX78" fmla="*/ 7360484 w 11180243"/>
              <a:gd name="csY78" fmla="*/ 1230544 h 7989004"/>
              <a:gd name="csX79" fmla="*/ 7485744 w 11180243"/>
              <a:gd name="csY79" fmla="*/ 1243070 h 7989004"/>
              <a:gd name="csX80" fmla="*/ 7585953 w 11180243"/>
              <a:gd name="csY80" fmla="*/ 1255596 h 7989004"/>
              <a:gd name="csX81" fmla="*/ 7673635 w 11180243"/>
              <a:gd name="csY81" fmla="*/ 1255596 h 7989004"/>
              <a:gd name="csX82" fmla="*/ 7886577 w 11180243"/>
              <a:gd name="csY82" fmla="*/ 1218018 h 7989004"/>
              <a:gd name="csX83" fmla="*/ 7949207 w 11180243"/>
              <a:gd name="csY83" fmla="*/ 1167914 h 7989004"/>
              <a:gd name="csX84" fmla="*/ 8086994 w 11180243"/>
              <a:gd name="csY84" fmla="*/ 1180440 h 7989004"/>
              <a:gd name="csX85" fmla="*/ 8086994 w 11180243"/>
              <a:gd name="csY85" fmla="*/ 1180440 h 7989004"/>
              <a:gd name="csX86" fmla="*/ 8224780 w 11180243"/>
              <a:gd name="csY86" fmla="*/ 1130336 h 7989004"/>
              <a:gd name="csX87" fmla="*/ 8412671 w 11180243"/>
              <a:gd name="csY87" fmla="*/ 1042653 h 7989004"/>
              <a:gd name="csX88" fmla="*/ 8588035 w 11180243"/>
              <a:gd name="csY88" fmla="*/ 942445 h 7989004"/>
              <a:gd name="csX89" fmla="*/ 8663191 w 11180243"/>
              <a:gd name="csY89" fmla="*/ 854763 h 7989004"/>
              <a:gd name="csX90" fmla="*/ 8700769 w 11180243"/>
              <a:gd name="csY90" fmla="*/ 804659 h 7989004"/>
              <a:gd name="csX91" fmla="*/ 8851081 w 11180243"/>
              <a:gd name="csY91" fmla="*/ 779607 h 7989004"/>
              <a:gd name="csX92" fmla="*/ 8963816 w 11180243"/>
              <a:gd name="csY92" fmla="*/ 754555 h 7989004"/>
              <a:gd name="csX93" fmla="*/ 9076550 w 11180243"/>
              <a:gd name="csY93" fmla="*/ 716977 h 7989004"/>
              <a:gd name="csX94" fmla="*/ 9126654 w 11180243"/>
              <a:gd name="csY94" fmla="*/ 691925 h 7989004"/>
              <a:gd name="csX95" fmla="*/ 9373500 w 11180243"/>
              <a:gd name="csY95" fmla="*/ 691925 h 7989004"/>
              <a:gd name="csX96" fmla="*/ 9607403 w 11180243"/>
              <a:gd name="csY96" fmla="*/ 410423 h 7989004"/>
              <a:gd name="csX97" fmla="*/ 10101179 w 11180243"/>
              <a:gd name="csY97" fmla="*/ 123911 h 7989004"/>
              <a:gd name="csX98" fmla="*/ 10588859 w 11180243"/>
              <a:gd name="csY98" fmla="*/ 1991 h 7989004"/>
              <a:gd name="csX99" fmla="*/ 11011905 w 11180243"/>
              <a:gd name="csY99" fmla="*/ 89089 h 7989004"/>
              <a:gd name="csX100" fmla="*/ 11143595 w 11180243"/>
              <a:gd name="csY100" fmla="*/ 251926 h 7989004"/>
              <a:gd name="csX101" fmla="*/ 11180171 w 11180243"/>
              <a:gd name="csY101" fmla="*/ 629879 h 7989004"/>
              <a:gd name="csX102" fmla="*/ 11070443 w 11180243"/>
              <a:gd name="csY102" fmla="*/ 898102 h 7989004"/>
              <a:gd name="csX103" fmla="*/ 10930235 w 11180243"/>
              <a:gd name="csY103" fmla="*/ 1355303 h 7989004"/>
              <a:gd name="csX104" fmla="*/ 10466939 w 11180243"/>
              <a:gd name="csY104" fmla="*/ 1690582 h 7989004"/>
              <a:gd name="csX105" fmla="*/ 10381595 w 11180243"/>
              <a:gd name="csY105" fmla="*/ 2001478 h 7989004"/>
              <a:gd name="csX106" fmla="*/ 10174331 w 11180243"/>
              <a:gd name="csY106" fmla="*/ 2190454 h 7989004"/>
              <a:gd name="csX107" fmla="*/ 9912203 w 11180243"/>
              <a:gd name="csY107" fmla="*/ 2580598 h 7989004"/>
              <a:gd name="csX108" fmla="*/ 9729323 w 11180243"/>
              <a:gd name="csY108" fmla="*/ 2934166 h 7989004"/>
              <a:gd name="csX109" fmla="*/ 9497675 w 11180243"/>
              <a:gd name="csY109" fmla="*/ 3092662 h 7989004"/>
              <a:gd name="csX110" fmla="*/ 9290411 w 11180243"/>
              <a:gd name="csY110" fmla="*/ 3299926 h 7989004"/>
              <a:gd name="csX111" fmla="*/ 8985611 w 11180243"/>
              <a:gd name="csY111" fmla="*/ 3452326 h 7989004"/>
              <a:gd name="csX112" fmla="*/ 8814923 w 11180243"/>
              <a:gd name="csY112" fmla="*/ 3763222 h 7989004"/>
              <a:gd name="csX113" fmla="*/ 8400395 w 11180243"/>
              <a:gd name="csY113" fmla="*/ 3915622 h 7989004"/>
              <a:gd name="csX114" fmla="*/ 8315051 w 11180243"/>
              <a:gd name="csY114" fmla="*/ 4104598 h 7989004"/>
              <a:gd name="csX115" fmla="*/ 8089499 w 11180243"/>
              <a:gd name="csY115" fmla="*/ 4214326 h 7989004"/>
              <a:gd name="csX116" fmla="*/ 7711547 w 11180243"/>
              <a:gd name="csY116" fmla="*/ 4293574 h 7989004"/>
              <a:gd name="csX117" fmla="*/ 7400651 w 11180243"/>
              <a:gd name="csY117" fmla="*/ 4470358 h 7989004"/>
              <a:gd name="csX118" fmla="*/ 6967835 w 11180243"/>
              <a:gd name="csY118" fmla="*/ 4476454 h 7989004"/>
              <a:gd name="csX119" fmla="*/ 6644747 w 11180243"/>
              <a:gd name="csY119" fmla="*/ 4592278 h 7989004"/>
              <a:gd name="csX120" fmla="*/ 6260699 w 11180243"/>
              <a:gd name="csY120" fmla="*/ 4622758 h 7989004"/>
              <a:gd name="csX121" fmla="*/ 6144875 w 11180243"/>
              <a:gd name="csY121" fmla="*/ 4744678 h 7989004"/>
              <a:gd name="csX122" fmla="*/ 5931515 w 11180243"/>
              <a:gd name="csY122" fmla="*/ 4756870 h 7989004"/>
              <a:gd name="csX123" fmla="*/ 5742539 w 11180243"/>
              <a:gd name="csY123" fmla="*/ 4756870 h 7989004"/>
              <a:gd name="csX124" fmla="*/ 5273147 w 11180243"/>
              <a:gd name="csY124" fmla="*/ 4769062 h 7989004"/>
              <a:gd name="csX125" fmla="*/ 4876907 w 11180243"/>
              <a:gd name="csY125" fmla="*/ 4756870 h 7989004"/>
              <a:gd name="csX126" fmla="*/ 4773275 w 11180243"/>
              <a:gd name="csY126" fmla="*/ 4860502 h 7989004"/>
              <a:gd name="csX127" fmla="*/ 4370939 w 11180243"/>
              <a:gd name="csY127" fmla="*/ 5061670 h 7989004"/>
              <a:gd name="csX128" fmla="*/ 3925931 w 11180243"/>
              <a:gd name="csY128" fmla="*/ 5171398 h 7989004"/>
              <a:gd name="csX129" fmla="*/ 4200251 w 11180243"/>
              <a:gd name="csY129" fmla="*/ 5579830 h 7989004"/>
              <a:gd name="csX130" fmla="*/ 4194155 w 11180243"/>
              <a:gd name="csY130" fmla="*/ 6018742 h 7989004"/>
              <a:gd name="csX131" fmla="*/ 4261211 w 11180243"/>
              <a:gd name="csY131" fmla="*/ 6201622 h 7989004"/>
              <a:gd name="csX0" fmla="*/ 1381227 w 11180243"/>
              <a:gd name="csY0" fmla="*/ 7989004 h 7989004"/>
              <a:gd name="csX1" fmla="*/ 810876 w 11180243"/>
              <a:gd name="csY1" fmla="*/ 6890469 h 7989004"/>
              <a:gd name="csX2" fmla="*/ 128124 w 11180243"/>
              <a:gd name="csY2" fmla="*/ 6390597 h 7989004"/>
              <a:gd name="csX3" fmla="*/ 61068 w 11180243"/>
              <a:gd name="csY3" fmla="*/ 6116277 h 7989004"/>
              <a:gd name="csX4" fmla="*/ 109835 w 11180243"/>
              <a:gd name="csY4" fmla="*/ 5927301 h 7989004"/>
              <a:gd name="csX5" fmla="*/ 6204 w 11180243"/>
              <a:gd name="csY5" fmla="*/ 5793189 h 7989004"/>
              <a:gd name="csX6" fmla="*/ 18395 w 11180243"/>
              <a:gd name="csY6" fmla="*/ 5604213 h 7989004"/>
              <a:gd name="csX7" fmla="*/ 122027 w 11180243"/>
              <a:gd name="csY7" fmla="*/ 5372565 h 7989004"/>
              <a:gd name="csX8" fmla="*/ 270753 w 11180243"/>
              <a:gd name="csY8" fmla="*/ 4762883 h 7989004"/>
              <a:gd name="csX9" fmla="*/ 183071 w 11180243"/>
              <a:gd name="csY9" fmla="*/ 4612571 h 7989004"/>
              <a:gd name="csX10" fmla="*/ 208123 w 11180243"/>
              <a:gd name="csY10" fmla="*/ 4524889 h 7989004"/>
              <a:gd name="csX11" fmla="*/ 183071 w 11180243"/>
              <a:gd name="csY11" fmla="*/ 4399629 h 7989004"/>
              <a:gd name="csX12" fmla="*/ 145492 w 11180243"/>
              <a:gd name="csY12" fmla="*/ 4324473 h 7989004"/>
              <a:gd name="csX13" fmla="*/ 208123 w 11180243"/>
              <a:gd name="csY13" fmla="*/ 4174160 h 7989004"/>
              <a:gd name="csX14" fmla="*/ 258227 w 11180243"/>
              <a:gd name="csY14" fmla="*/ 4061426 h 7989004"/>
              <a:gd name="csX15" fmla="*/ 320857 w 11180243"/>
              <a:gd name="csY15" fmla="*/ 3961218 h 7989004"/>
              <a:gd name="csX16" fmla="*/ 320857 w 11180243"/>
              <a:gd name="csY16" fmla="*/ 3961218 h 7989004"/>
              <a:gd name="csX17" fmla="*/ 433591 w 11180243"/>
              <a:gd name="csY17" fmla="*/ 3835957 h 7989004"/>
              <a:gd name="csX18" fmla="*/ 558851 w 11180243"/>
              <a:gd name="csY18" fmla="*/ 3785853 h 7989004"/>
              <a:gd name="csX19" fmla="*/ 558851 w 11180243"/>
              <a:gd name="csY19" fmla="*/ 3785853 h 7989004"/>
              <a:gd name="csX20" fmla="*/ 546325 w 11180243"/>
              <a:gd name="csY20" fmla="*/ 3673119 h 7989004"/>
              <a:gd name="csX21" fmla="*/ 446117 w 11180243"/>
              <a:gd name="csY21" fmla="*/ 3635541 h 7989004"/>
              <a:gd name="csX22" fmla="*/ 433591 w 11180243"/>
              <a:gd name="csY22" fmla="*/ 3597963 h 7989004"/>
              <a:gd name="csX23" fmla="*/ 483695 w 11180243"/>
              <a:gd name="csY23" fmla="*/ 3472703 h 7989004"/>
              <a:gd name="csX24" fmla="*/ 533799 w 11180243"/>
              <a:gd name="csY24" fmla="*/ 3397547 h 7989004"/>
              <a:gd name="csX25" fmla="*/ 634007 w 11180243"/>
              <a:gd name="csY25" fmla="*/ 3222182 h 7989004"/>
              <a:gd name="csX26" fmla="*/ 659060 w 11180243"/>
              <a:gd name="csY26" fmla="*/ 3147026 h 7989004"/>
              <a:gd name="csX27" fmla="*/ 771794 w 11180243"/>
              <a:gd name="csY27" fmla="*/ 3046818 h 7989004"/>
              <a:gd name="csX28" fmla="*/ 846950 w 11180243"/>
              <a:gd name="csY28" fmla="*/ 2984188 h 7989004"/>
              <a:gd name="csX29" fmla="*/ 947158 w 11180243"/>
              <a:gd name="csY29" fmla="*/ 2934083 h 7989004"/>
              <a:gd name="csX30" fmla="*/ 1022314 w 11180243"/>
              <a:gd name="csY30" fmla="*/ 2883979 h 7989004"/>
              <a:gd name="csX31" fmla="*/ 1135049 w 11180243"/>
              <a:gd name="csY31" fmla="*/ 2821349 h 7989004"/>
              <a:gd name="csX32" fmla="*/ 1197679 w 11180243"/>
              <a:gd name="csY32" fmla="*/ 2758719 h 7989004"/>
              <a:gd name="csX33" fmla="*/ 1297887 w 11180243"/>
              <a:gd name="csY33" fmla="*/ 2671037 h 7989004"/>
              <a:gd name="csX34" fmla="*/ 1448199 w 11180243"/>
              <a:gd name="csY34" fmla="*/ 2620933 h 7989004"/>
              <a:gd name="csX35" fmla="*/ 1573460 w 11180243"/>
              <a:gd name="csY35" fmla="*/ 2658511 h 7989004"/>
              <a:gd name="csX36" fmla="*/ 1573460 w 11180243"/>
              <a:gd name="csY36" fmla="*/ 2658511 h 7989004"/>
              <a:gd name="csX37" fmla="*/ 1510829 w 11180243"/>
              <a:gd name="csY37" fmla="*/ 2595881 h 7989004"/>
              <a:gd name="csX38" fmla="*/ 1548407 w 11180243"/>
              <a:gd name="csY38" fmla="*/ 2407990 h 7989004"/>
              <a:gd name="csX39" fmla="*/ 1673668 w 11180243"/>
              <a:gd name="csY39" fmla="*/ 2307782 h 7989004"/>
              <a:gd name="csX40" fmla="*/ 1773876 w 11180243"/>
              <a:gd name="csY40" fmla="*/ 2245152 h 7989004"/>
              <a:gd name="csX41" fmla="*/ 1798928 w 11180243"/>
              <a:gd name="csY41" fmla="*/ 2207574 h 7989004"/>
              <a:gd name="csX42" fmla="*/ 1961766 w 11180243"/>
              <a:gd name="csY42" fmla="*/ 2195048 h 7989004"/>
              <a:gd name="csX43" fmla="*/ 2112079 w 11180243"/>
              <a:gd name="csY43" fmla="*/ 2245152 h 7989004"/>
              <a:gd name="csX44" fmla="*/ 2112079 w 11180243"/>
              <a:gd name="csY44" fmla="*/ 2245152 h 7989004"/>
              <a:gd name="csX45" fmla="*/ 2112079 w 11180243"/>
              <a:gd name="csY45" fmla="*/ 2245152 h 7989004"/>
              <a:gd name="csX46" fmla="*/ 2224813 w 11180243"/>
              <a:gd name="csY46" fmla="*/ 2195048 h 7989004"/>
              <a:gd name="csX47" fmla="*/ 2375125 w 11180243"/>
              <a:gd name="csY47" fmla="*/ 2094840 h 7989004"/>
              <a:gd name="csX48" fmla="*/ 2613120 w 11180243"/>
              <a:gd name="csY48" fmla="*/ 2057262 h 7989004"/>
              <a:gd name="csX49" fmla="*/ 2788484 w 11180243"/>
              <a:gd name="csY49" fmla="*/ 2082314 h 7989004"/>
              <a:gd name="csX50" fmla="*/ 2888692 w 11180243"/>
              <a:gd name="csY50" fmla="*/ 2169996 h 7989004"/>
              <a:gd name="csX51" fmla="*/ 3013953 w 11180243"/>
              <a:gd name="csY51" fmla="*/ 2195048 h 7989004"/>
              <a:gd name="csX52" fmla="*/ 2851114 w 11180243"/>
              <a:gd name="csY52" fmla="*/ 2082314 h 7989004"/>
              <a:gd name="csX53" fmla="*/ 2938797 w 11180243"/>
              <a:gd name="csY53" fmla="*/ 1957053 h 7989004"/>
              <a:gd name="csX54" fmla="*/ 3101635 w 11180243"/>
              <a:gd name="csY54" fmla="*/ 1957053 h 7989004"/>
              <a:gd name="csX55" fmla="*/ 3302051 w 11180243"/>
              <a:gd name="csY55" fmla="*/ 1957053 h 7989004"/>
              <a:gd name="csX56" fmla="*/ 3464890 w 11180243"/>
              <a:gd name="csY56" fmla="*/ 1969579 h 7989004"/>
              <a:gd name="csX57" fmla="*/ 3815618 w 11180243"/>
              <a:gd name="csY57" fmla="*/ 1919475 h 7989004"/>
              <a:gd name="csX58" fmla="*/ 3978457 w 11180243"/>
              <a:gd name="csY58" fmla="*/ 1919475 h 7989004"/>
              <a:gd name="csX59" fmla="*/ 4241503 w 11180243"/>
              <a:gd name="csY59" fmla="*/ 1894423 h 7989004"/>
              <a:gd name="csX60" fmla="*/ 4391816 w 11180243"/>
              <a:gd name="csY60" fmla="*/ 1906949 h 7989004"/>
              <a:gd name="csX61" fmla="*/ 4567180 w 11180243"/>
              <a:gd name="csY61" fmla="*/ 1994631 h 7989004"/>
              <a:gd name="csX62" fmla="*/ 4567180 w 11180243"/>
              <a:gd name="csY62" fmla="*/ 1994631 h 7989004"/>
              <a:gd name="csX63" fmla="*/ 4504550 w 11180243"/>
              <a:gd name="csY63" fmla="*/ 1844319 h 7989004"/>
              <a:gd name="csX64" fmla="*/ 4704966 w 11180243"/>
              <a:gd name="csY64" fmla="*/ 1844319 h 7989004"/>
              <a:gd name="csX65" fmla="*/ 4892857 w 11180243"/>
              <a:gd name="csY65" fmla="*/ 1869371 h 7989004"/>
              <a:gd name="csX66" fmla="*/ 4980539 w 11180243"/>
              <a:gd name="csY66" fmla="*/ 1869371 h 7989004"/>
              <a:gd name="csX67" fmla="*/ 5168429 w 11180243"/>
              <a:gd name="csY67" fmla="*/ 1769163 h 7989004"/>
              <a:gd name="csX68" fmla="*/ 5406424 w 11180243"/>
              <a:gd name="csY68" fmla="*/ 1794215 h 7989004"/>
              <a:gd name="csX69" fmla="*/ 5556736 w 11180243"/>
              <a:gd name="csY69" fmla="*/ 1819267 h 7989004"/>
              <a:gd name="csX70" fmla="*/ 5744627 w 11180243"/>
              <a:gd name="csY70" fmla="*/ 1781689 h 7989004"/>
              <a:gd name="csX71" fmla="*/ 5882413 w 11180243"/>
              <a:gd name="csY71" fmla="*/ 1794215 h 7989004"/>
              <a:gd name="csX72" fmla="*/ 5945043 w 11180243"/>
              <a:gd name="csY72" fmla="*/ 1794215 h 7989004"/>
              <a:gd name="csX73" fmla="*/ 6283246 w 11180243"/>
              <a:gd name="csY73" fmla="*/ 1631377 h 7989004"/>
              <a:gd name="csX74" fmla="*/ 6508714 w 11180243"/>
              <a:gd name="csY74" fmla="*/ 1593799 h 7989004"/>
              <a:gd name="csX75" fmla="*/ 6696605 w 11180243"/>
              <a:gd name="csY75" fmla="*/ 1481064 h 7989004"/>
              <a:gd name="csX76" fmla="*/ 6859443 w 11180243"/>
              <a:gd name="csY76" fmla="*/ 1493590 h 7989004"/>
              <a:gd name="csX77" fmla="*/ 6997229 w 11180243"/>
              <a:gd name="csY77" fmla="*/ 1481064 h 7989004"/>
              <a:gd name="csX78" fmla="*/ 7147542 w 11180243"/>
              <a:gd name="csY78" fmla="*/ 1355804 h 7989004"/>
              <a:gd name="csX79" fmla="*/ 7360484 w 11180243"/>
              <a:gd name="csY79" fmla="*/ 1230544 h 7989004"/>
              <a:gd name="csX80" fmla="*/ 7485744 w 11180243"/>
              <a:gd name="csY80" fmla="*/ 1243070 h 7989004"/>
              <a:gd name="csX81" fmla="*/ 7585953 w 11180243"/>
              <a:gd name="csY81" fmla="*/ 1255596 h 7989004"/>
              <a:gd name="csX82" fmla="*/ 7673635 w 11180243"/>
              <a:gd name="csY82" fmla="*/ 1255596 h 7989004"/>
              <a:gd name="csX83" fmla="*/ 7886577 w 11180243"/>
              <a:gd name="csY83" fmla="*/ 1218018 h 7989004"/>
              <a:gd name="csX84" fmla="*/ 7949207 w 11180243"/>
              <a:gd name="csY84" fmla="*/ 1167914 h 7989004"/>
              <a:gd name="csX85" fmla="*/ 8086994 w 11180243"/>
              <a:gd name="csY85" fmla="*/ 1180440 h 7989004"/>
              <a:gd name="csX86" fmla="*/ 8086994 w 11180243"/>
              <a:gd name="csY86" fmla="*/ 1180440 h 7989004"/>
              <a:gd name="csX87" fmla="*/ 8224780 w 11180243"/>
              <a:gd name="csY87" fmla="*/ 1130336 h 7989004"/>
              <a:gd name="csX88" fmla="*/ 8412671 w 11180243"/>
              <a:gd name="csY88" fmla="*/ 1042653 h 7989004"/>
              <a:gd name="csX89" fmla="*/ 8588035 w 11180243"/>
              <a:gd name="csY89" fmla="*/ 942445 h 7989004"/>
              <a:gd name="csX90" fmla="*/ 8663191 w 11180243"/>
              <a:gd name="csY90" fmla="*/ 854763 h 7989004"/>
              <a:gd name="csX91" fmla="*/ 8700769 w 11180243"/>
              <a:gd name="csY91" fmla="*/ 804659 h 7989004"/>
              <a:gd name="csX92" fmla="*/ 8851081 w 11180243"/>
              <a:gd name="csY92" fmla="*/ 779607 h 7989004"/>
              <a:gd name="csX93" fmla="*/ 8963816 w 11180243"/>
              <a:gd name="csY93" fmla="*/ 754555 h 7989004"/>
              <a:gd name="csX94" fmla="*/ 9076550 w 11180243"/>
              <a:gd name="csY94" fmla="*/ 716977 h 7989004"/>
              <a:gd name="csX95" fmla="*/ 9126654 w 11180243"/>
              <a:gd name="csY95" fmla="*/ 691925 h 7989004"/>
              <a:gd name="csX96" fmla="*/ 9373500 w 11180243"/>
              <a:gd name="csY96" fmla="*/ 691925 h 7989004"/>
              <a:gd name="csX97" fmla="*/ 9607403 w 11180243"/>
              <a:gd name="csY97" fmla="*/ 410423 h 7989004"/>
              <a:gd name="csX98" fmla="*/ 10101179 w 11180243"/>
              <a:gd name="csY98" fmla="*/ 123911 h 7989004"/>
              <a:gd name="csX99" fmla="*/ 10588859 w 11180243"/>
              <a:gd name="csY99" fmla="*/ 1991 h 7989004"/>
              <a:gd name="csX100" fmla="*/ 11011905 w 11180243"/>
              <a:gd name="csY100" fmla="*/ 89089 h 7989004"/>
              <a:gd name="csX101" fmla="*/ 11143595 w 11180243"/>
              <a:gd name="csY101" fmla="*/ 251926 h 7989004"/>
              <a:gd name="csX102" fmla="*/ 11180171 w 11180243"/>
              <a:gd name="csY102" fmla="*/ 629879 h 7989004"/>
              <a:gd name="csX103" fmla="*/ 11070443 w 11180243"/>
              <a:gd name="csY103" fmla="*/ 898102 h 7989004"/>
              <a:gd name="csX104" fmla="*/ 10930235 w 11180243"/>
              <a:gd name="csY104" fmla="*/ 1355303 h 7989004"/>
              <a:gd name="csX105" fmla="*/ 10466939 w 11180243"/>
              <a:gd name="csY105" fmla="*/ 1690582 h 7989004"/>
              <a:gd name="csX106" fmla="*/ 10381595 w 11180243"/>
              <a:gd name="csY106" fmla="*/ 2001478 h 7989004"/>
              <a:gd name="csX107" fmla="*/ 10174331 w 11180243"/>
              <a:gd name="csY107" fmla="*/ 2190454 h 7989004"/>
              <a:gd name="csX108" fmla="*/ 9912203 w 11180243"/>
              <a:gd name="csY108" fmla="*/ 2580598 h 7989004"/>
              <a:gd name="csX109" fmla="*/ 9729323 w 11180243"/>
              <a:gd name="csY109" fmla="*/ 2934166 h 7989004"/>
              <a:gd name="csX110" fmla="*/ 9497675 w 11180243"/>
              <a:gd name="csY110" fmla="*/ 3092662 h 7989004"/>
              <a:gd name="csX111" fmla="*/ 9290411 w 11180243"/>
              <a:gd name="csY111" fmla="*/ 3299926 h 7989004"/>
              <a:gd name="csX112" fmla="*/ 8985611 w 11180243"/>
              <a:gd name="csY112" fmla="*/ 3452326 h 7989004"/>
              <a:gd name="csX113" fmla="*/ 8814923 w 11180243"/>
              <a:gd name="csY113" fmla="*/ 3763222 h 7989004"/>
              <a:gd name="csX114" fmla="*/ 8400395 w 11180243"/>
              <a:gd name="csY114" fmla="*/ 3915622 h 7989004"/>
              <a:gd name="csX115" fmla="*/ 8315051 w 11180243"/>
              <a:gd name="csY115" fmla="*/ 4104598 h 7989004"/>
              <a:gd name="csX116" fmla="*/ 8089499 w 11180243"/>
              <a:gd name="csY116" fmla="*/ 4214326 h 7989004"/>
              <a:gd name="csX117" fmla="*/ 7711547 w 11180243"/>
              <a:gd name="csY117" fmla="*/ 4293574 h 7989004"/>
              <a:gd name="csX118" fmla="*/ 7400651 w 11180243"/>
              <a:gd name="csY118" fmla="*/ 4470358 h 7989004"/>
              <a:gd name="csX119" fmla="*/ 6967835 w 11180243"/>
              <a:gd name="csY119" fmla="*/ 4476454 h 7989004"/>
              <a:gd name="csX120" fmla="*/ 6644747 w 11180243"/>
              <a:gd name="csY120" fmla="*/ 4592278 h 7989004"/>
              <a:gd name="csX121" fmla="*/ 6260699 w 11180243"/>
              <a:gd name="csY121" fmla="*/ 4622758 h 7989004"/>
              <a:gd name="csX122" fmla="*/ 6144875 w 11180243"/>
              <a:gd name="csY122" fmla="*/ 4744678 h 7989004"/>
              <a:gd name="csX123" fmla="*/ 5931515 w 11180243"/>
              <a:gd name="csY123" fmla="*/ 4756870 h 7989004"/>
              <a:gd name="csX124" fmla="*/ 5742539 w 11180243"/>
              <a:gd name="csY124" fmla="*/ 4756870 h 7989004"/>
              <a:gd name="csX125" fmla="*/ 5273147 w 11180243"/>
              <a:gd name="csY125" fmla="*/ 4769062 h 7989004"/>
              <a:gd name="csX126" fmla="*/ 4876907 w 11180243"/>
              <a:gd name="csY126" fmla="*/ 4756870 h 7989004"/>
              <a:gd name="csX127" fmla="*/ 4773275 w 11180243"/>
              <a:gd name="csY127" fmla="*/ 4860502 h 7989004"/>
              <a:gd name="csX128" fmla="*/ 4370939 w 11180243"/>
              <a:gd name="csY128" fmla="*/ 5061670 h 7989004"/>
              <a:gd name="csX129" fmla="*/ 3925931 w 11180243"/>
              <a:gd name="csY129" fmla="*/ 5171398 h 7989004"/>
              <a:gd name="csX130" fmla="*/ 4200251 w 11180243"/>
              <a:gd name="csY130" fmla="*/ 5579830 h 7989004"/>
              <a:gd name="csX131" fmla="*/ 4194155 w 11180243"/>
              <a:gd name="csY131" fmla="*/ 6018742 h 7989004"/>
              <a:gd name="csX132" fmla="*/ 4261211 w 11180243"/>
              <a:gd name="csY132" fmla="*/ 6201622 h 7989004"/>
              <a:gd name="csX0" fmla="*/ 1381227 w 11180243"/>
              <a:gd name="csY0" fmla="*/ 7989004 h 7989004"/>
              <a:gd name="csX1" fmla="*/ 810876 w 11180243"/>
              <a:gd name="csY1" fmla="*/ 6890469 h 7989004"/>
              <a:gd name="csX2" fmla="*/ 573132 w 11180243"/>
              <a:gd name="csY2" fmla="*/ 6683205 h 7989004"/>
              <a:gd name="csX3" fmla="*/ 128124 w 11180243"/>
              <a:gd name="csY3" fmla="*/ 6390597 h 7989004"/>
              <a:gd name="csX4" fmla="*/ 61068 w 11180243"/>
              <a:gd name="csY4" fmla="*/ 6116277 h 7989004"/>
              <a:gd name="csX5" fmla="*/ 109835 w 11180243"/>
              <a:gd name="csY5" fmla="*/ 5927301 h 7989004"/>
              <a:gd name="csX6" fmla="*/ 6204 w 11180243"/>
              <a:gd name="csY6" fmla="*/ 5793189 h 7989004"/>
              <a:gd name="csX7" fmla="*/ 18395 w 11180243"/>
              <a:gd name="csY7" fmla="*/ 5604213 h 7989004"/>
              <a:gd name="csX8" fmla="*/ 122027 w 11180243"/>
              <a:gd name="csY8" fmla="*/ 5372565 h 7989004"/>
              <a:gd name="csX9" fmla="*/ 270753 w 11180243"/>
              <a:gd name="csY9" fmla="*/ 4762883 h 7989004"/>
              <a:gd name="csX10" fmla="*/ 183071 w 11180243"/>
              <a:gd name="csY10" fmla="*/ 4612571 h 7989004"/>
              <a:gd name="csX11" fmla="*/ 208123 w 11180243"/>
              <a:gd name="csY11" fmla="*/ 4524889 h 7989004"/>
              <a:gd name="csX12" fmla="*/ 183071 w 11180243"/>
              <a:gd name="csY12" fmla="*/ 4399629 h 7989004"/>
              <a:gd name="csX13" fmla="*/ 145492 w 11180243"/>
              <a:gd name="csY13" fmla="*/ 4324473 h 7989004"/>
              <a:gd name="csX14" fmla="*/ 208123 w 11180243"/>
              <a:gd name="csY14" fmla="*/ 4174160 h 7989004"/>
              <a:gd name="csX15" fmla="*/ 258227 w 11180243"/>
              <a:gd name="csY15" fmla="*/ 4061426 h 7989004"/>
              <a:gd name="csX16" fmla="*/ 320857 w 11180243"/>
              <a:gd name="csY16" fmla="*/ 3961218 h 7989004"/>
              <a:gd name="csX17" fmla="*/ 320857 w 11180243"/>
              <a:gd name="csY17" fmla="*/ 3961218 h 7989004"/>
              <a:gd name="csX18" fmla="*/ 433591 w 11180243"/>
              <a:gd name="csY18" fmla="*/ 3835957 h 7989004"/>
              <a:gd name="csX19" fmla="*/ 558851 w 11180243"/>
              <a:gd name="csY19" fmla="*/ 3785853 h 7989004"/>
              <a:gd name="csX20" fmla="*/ 558851 w 11180243"/>
              <a:gd name="csY20" fmla="*/ 3785853 h 7989004"/>
              <a:gd name="csX21" fmla="*/ 546325 w 11180243"/>
              <a:gd name="csY21" fmla="*/ 3673119 h 7989004"/>
              <a:gd name="csX22" fmla="*/ 446117 w 11180243"/>
              <a:gd name="csY22" fmla="*/ 3635541 h 7989004"/>
              <a:gd name="csX23" fmla="*/ 433591 w 11180243"/>
              <a:gd name="csY23" fmla="*/ 3597963 h 7989004"/>
              <a:gd name="csX24" fmla="*/ 483695 w 11180243"/>
              <a:gd name="csY24" fmla="*/ 3472703 h 7989004"/>
              <a:gd name="csX25" fmla="*/ 533799 w 11180243"/>
              <a:gd name="csY25" fmla="*/ 3397547 h 7989004"/>
              <a:gd name="csX26" fmla="*/ 634007 w 11180243"/>
              <a:gd name="csY26" fmla="*/ 3222182 h 7989004"/>
              <a:gd name="csX27" fmla="*/ 659060 w 11180243"/>
              <a:gd name="csY27" fmla="*/ 3147026 h 7989004"/>
              <a:gd name="csX28" fmla="*/ 771794 w 11180243"/>
              <a:gd name="csY28" fmla="*/ 3046818 h 7989004"/>
              <a:gd name="csX29" fmla="*/ 846950 w 11180243"/>
              <a:gd name="csY29" fmla="*/ 2984188 h 7989004"/>
              <a:gd name="csX30" fmla="*/ 947158 w 11180243"/>
              <a:gd name="csY30" fmla="*/ 2934083 h 7989004"/>
              <a:gd name="csX31" fmla="*/ 1022314 w 11180243"/>
              <a:gd name="csY31" fmla="*/ 2883979 h 7989004"/>
              <a:gd name="csX32" fmla="*/ 1135049 w 11180243"/>
              <a:gd name="csY32" fmla="*/ 2821349 h 7989004"/>
              <a:gd name="csX33" fmla="*/ 1197679 w 11180243"/>
              <a:gd name="csY33" fmla="*/ 2758719 h 7989004"/>
              <a:gd name="csX34" fmla="*/ 1297887 w 11180243"/>
              <a:gd name="csY34" fmla="*/ 2671037 h 7989004"/>
              <a:gd name="csX35" fmla="*/ 1448199 w 11180243"/>
              <a:gd name="csY35" fmla="*/ 2620933 h 7989004"/>
              <a:gd name="csX36" fmla="*/ 1573460 w 11180243"/>
              <a:gd name="csY36" fmla="*/ 2658511 h 7989004"/>
              <a:gd name="csX37" fmla="*/ 1573460 w 11180243"/>
              <a:gd name="csY37" fmla="*/ 2658511 h 7989004"/>
              <a:gd name="csX38" fmla="*/ 1510829 w 11180243"/>
              <a:gd name="csY38" fmla="*/ 2595881 h 7989004"/>
              <a:gd name="csX39" fmla="*/ 1548407 w 11180243"/>
              <a:gd name="csY39" fmla="*/ 2407990 h 7989004"/>
              <a:gd name="csX40" fmla="*/ 1673668 w 11180243"/>
              <a:gd name="csY40" fmla="*/ 2307782 h 7989004"/>
              <a:gd name="csX41" fmla="*/ 1773876 w 11180243"/>
              <a:gd name="csY41" fmla="*/ 2245152 h 7989004"/>
              <a:gd name="csX42" fmla="*/ 1798928 w 11180243"/>
              <a:gd name="csY42" fmla="*/ 2207574 h 7989004"/>
              <a:gd name="csX43" fmla="*/ 1961766 w 11180243"/>
              <a:gd name="csY43" fmla="*/ 2195048 h 7989004"/>
              <a:gd name="csX44" fmla="*/ 2112079 w 11180243"/>
              <a:gd name="csY44" fmla="*/ 2245152 h 7989004"/>
              <a:gd name="csX45" fmla="*/ 2112079 w 11180243"/>
              <a:gd name="csY45" fmla="*/ 2245152 h 7989004"/>
              <a:gd name="csX46" fmla="*/ 2112079 w 11180243"/>
              <a:gd name="csY46" fmla="*/ 2245152 h 7989004"/>
              <a:gd name="csX47" fmla="*/ 2224813 w 11180243"/>
              <a:gd name="csY47" fmla="*/ 2195048 h 7989004"/>
              <a:gd name="csX48" fmla="*/ 2375125 w 11180243"/>
              <a:gd name="csY48" fmla="*/ 2094840 h 7989004"/>
              <a:gd name="csX49" fmla="*/ 2613120 w 11180243"/>
              <a:gd name="csY49" fmla="*/ 2057262 h 7989004"/>
              <a:gd name="csX50" fmla="*/ 2788484 w 11180243"/>
              <a:gd name="csY50" fmla="*/ 2082314 h 7989004"/>
              <a:gd name="csX51" fmla="*/ 2888692 w 11180243"/>
              <a:gd name="csY51" fmla="*/ 2169996 h 7989004"/>
              <a:gd name="csX52" fmla="*/ 3013953 w 11180243"/>
              <a:gd name="csY52" fmla="*/ 2195048 h 7989004"/>
              <a:gd name="csX53" fmla="*/ 2851114 w 11180243"/>
              <a:gd name="csY53" fmla="*/ 2082314 h 7989004"/>
              <a:gd name="csX54" fmla="*/ 2938797 w 11180243"/>
              <a:gd name="csY54" fmla="*/ 1957053 h 7989004"/>
              <a:gd name="csX55" fmla="*/ 3101635 w 11180243"/>
              <a:gd name="csY55" fmla="*/ 1957053 h 7989004"/>
              <a:gd name="csX56" fmla="*/ 3302051 w 11180243"/>
              <a:gd name="csY56" fmla="*/ 1957053 h 7989004"/>
              <a:gd name="csX57" fmla="*/ 3464890 w 11180243"/>
              <a:gd name="csY57" fmla="*/ 1969579 h 7989004"/>
              <a:gd name="csX58" fmla="*/ 3815618 w 11180243"/>
              <a:gd name="csY58" fmla="*/ 1919475 h 7989004"/>
              <a:gd name="csX59" fmla="*/ 3978457 w 11180243"/>
              <a:gd name="csY59" fmla="*/ 1919475 h 7989004"/>
              <a:gd name="csX60" fmla="*/ 4241503 w 11180243"/>
              <a:gd name="csY60" fmla="*/ 1894423 h 7989004"/>
              <a:gd name="csX61" fmla="*/ 4391816 w 11180243"/>
              <a:gd name="csY61" fmla="*/ 1906949 h 7989004"/>
              <a:gd name="csX62" fmla="*/ 4567180 w 11180243"/>
              <a:gd name="csY62" fmla="*/ 1994631 h 7989004"/>
              <a:gd name="csX63" fmla="*/ 4567180 w 11180243"/>
              <a:gd name="csY63" fmla="*/ 1994631 h 7989004"/>
              <a:gd name="csX64" fmla="*/ 4504550 w 11180243"/>
              <a:gd name="csY64" fmla="*/ 1844319 h 7989004"/>
              <a:gd name="csX65" fmla="*/ 4704966 w 11180243"/>
              <a:gd name="csY65" fmla="*/ 1844319 h 7989004"/>
              <a:gd name="csX66" fmla="*/ 4892857 w 11180243"/>
              <a:gd name="csY66" fmla="*/ 1869371 h 7989004"/>
              <a:gd name="csX67" fmla="*/ 4980539 w 11180243"/>
              <a:gd name="csY67" fmla="*/ 1869371 h 7989004"/>
              <a:gd name="csX68" fmla="*/ 5168429 w 11180243"/>
              <a:gd name="csY68" fmla="*/ 1769163 h 7989004"/>
              <a:gd name="csX69" fmla="*/ 5406424 w 11180243"/>
              <a:gd name="csY69" fmla="*/ 1794215 h 7989004"/>
              <a:gd name="csX70" fmla="*/ 5556736 w 11180243"/>
              <a:gd name="csY70" fmla="*/ 1819267 h 7989004"/>
              <a:gd name="csX71" fmla="*/ 5744627 w 11180243"/>
              <a:gd name="csY71" fmla="*/ 1781689 h 7989004"/>
              <a:gd name="csX72" fmla="*/ 5882413 w 11180243"/>
              <a:gd name="csY72" fmla="*/ 1794215 h 7989004"/>
              <a:gd name="csX73" fmla="*/ 5945043 w 11180243"/>
              <a:gd name="csY73" fmla="*/ 1794215 h 7989004"/>
              <a:gd name="csX74" fmla="*/ 6283246 w 11180243"/>
              <a:gd name="csY74" fmla="*/ 1631377 h 7989004"/>
              <a:gd name="csX75" fmla="*/ 6508714 w 11180243"/>
              <a:gd name="csY75" fmla="*/ 1593799 h 7989004"/>
              <a:gd name="csX76" fmla="*/ 6696605 w 11180243"/>
              <a:gd name="csY76" fmla="*/ 1481064 h 7989004"/>
              <a:gd name="csX77" fmla="*/ 6859443 w 11180243"/>
              <a:gd name="csY77" fmla="*/ 1493590 h 7989004"/>
              <a:gd name="csX78" fmla="*/ 6997229 w 11180243"/>
              <a:gd name="csY78" fmla="*/ 1481064 h 7989004"/>
              <a:gd name="csX79" fmla="*/ 7147542 w 11180243"/>
              <a:gd name="csY79" fmla="*/ 1355804 h 7989004"/>
              <a:gd name="csX80" fmla="*/ 7360484 w 11180243"/>
              <a:gd name="csY80" fmla="*/ 1230544 h 7989004"/>
              <a:gd name="csX81" fmla="*/ 7485744 w 11180243"/>
              <a:gd name="csY81" fmla="*/ 1243070 h 7989004"/>
              <a:gd name="csX82" fmla="*/ 7585953 w 11180243"/>
              <a:gd name="csY82" fmla="*/ 1255596 h 7989004"/>
              <a:gd name="csX83" fmla="*/ 7673635 w 11180243"/>
              <a:gd name="csY83" fmla="*/ 1255596 h 7989004"/>
              <a:gd name="csX84" fmla="*/ 7886577 w 11180243"/>
              <a:gd name="csY84" fmla="*/ 1218018 h 7989004"/>
              <a:gd name="csX85" fmla="*/ 7949207 w 11180243"/>
              <a:gd name="csY85" fmla="*/ 1167914 h 7989004"/>
              <a:gd name="csX86" fmla="*/ 8086994 w 11180243"/>
              <a:gd name="csY86" fmla="*/ 1180440 h 7989004"/>
              <a:gd name="csX87" fmla="*/ 8086994 w 11180243"/>
              <a:gd name="csY87" fmla="*/ 1180440 h 7989004"/>
              <a:gd name="csX88" fmla="*/ 8224780 w 11180243"/>
              <a:gd name="csY88" fmla="*/ 1130336 h 7989004"/>
              <a:gd name="csX89" fmla="*/ 8412671 w 11180243"/>
              <a:gd name="csY89" fmla="*/ 1042653 h 7989004"/>
              <a:gd name="csX90" fmla="*/ 8588035 w 11180243"/>
              <a:gd name="csY90" fmla="*/ 942445 h 7989004"/>
              <a:gd name="csX91" fmla="*/ 8663191 w 11180243"/>
              <a:gd name="csY91" fmla="*/ 854763 h 7989004"/>
              <a:gd name="csX92" fmla="*/ 8700769 w 11180243"/>
              <a:gd name="csY92" fmla="*/ 804659 h 7989004"/>
              <a:gd name="csX93" fmla="*/ 8851081 w 11180243"/>
              <a:gd name="csY93" fmla="*/ 779607 h 7989004"/>
              <a:gd name="csX94" fmla="*/ 8963816 w 11180243"/>
              <a:gd name="csY94" fmla="*/ 754555 h 7989004"/>
              <a:gd name="csX95" fmla="*/ 9076550 w 11180243"/>
              <a:gd name="csY95" fmla="*/ 716977 h 7989004"/>
              <a:gd name="csX96" fmla="*/ 9126654 w 11180243"/>
              <a:gd name="csY96" fmla="*/ 691925 h 7989004"/>
              <a:gd name="csX97" fmla="*/ 9373500 w 11180243"/>
              <a:gd name="csY97" fmla="*/ 691925 h 7989004"/>
              <a:gd name="csX98" fmla="*/ 9607403 w 11180243"/>
              <a:gd name="csY98" fmla="*/ 410423 h 7989004"/>
              <a:gd name="csX99" fmla="*/ 10101179 w 11180243"/>
              <a:gd name="csY99" fmla="*/ 123911 h 7989004"/>
              <a:gd name="csX100" fmla="*/ 10588859 w 11180243"/>
              <a:gd name="csY100" fmla="*/ 1991 h 7989004"/>
              <a:gd name="csX101" fmla="*/ 11011905 w 11180243"/>
              <a:gd name="csY101" fmla="*/ 89089 h 7989004"/>
              <a:gd name="csX102" fmla="*/ 11143595 w 11180243"/>
              <a:gd name="csY102" fmla="*/ 251926 h 7989004"/>
              <a:gd name="csX103" fmla="*/ 11180171 w 11180243"/>
              <a:gd name="csY103" fmla="*/ 629879 h 7989004"/>
              <a:gd name="csX104" fmla="*/ 11070443 w 11180243"/>
              <a:gd name="csY104" fmla="*/ 898102 h 7989004"/>
              <a:gd name="csX105" fmla="*/ 10930235 w 11180243"/>
              <a:gd name="csY105" fmla="*/ 1355303 h 7989004"/>
              <a:gd name="csX106" fmla="*/ 10466939 w 11180243"/>
              <a:gd name="csY106" fmla="*/ 1690582 h 7989004"/>
              <a:gd name="csX107" fmla="*/ 10381595 w 11180243"/>
              <a:gd name="csY107" fmla="*/ 2001478 h 7989004"/>
              <a:gd name="csX108" fmla="*/ 10174331 w 11180243"/>
              <a:gd name="csY108" fmla="*/ 2190454 h 7989004"/>
              <a:gd name="csX109" fmla="*/ 9912203 w 11180243"/>
              <a:gd name="csY109" fmla="*/ 2580598 h 7989004"/>
              <a:gd name="csX110" fmla="*/ 9729323 w 11180243"/>
              <a:gd name="csY110" fmla="*/ 2934166 h 7989004"/>
              <a:gd name="csX111" fmla="*/ 9497675 w 11180243"/>
              <a:gd name="csY111" fmla="*/ 3092662 h 7989004"/>
              <a:gd name="csX112" fmla="*/ 9290411 w 11180243"/>
              <a:gd name="csY112" fmla="*/ 3299926 h 7989004"/>
              <a:gd name="csX113" fmla="*/ 8985611 w 11180243"/>
              <a:gd name="csY113" fmla="*/ 3452326 h 7989004"/>
              <a:gd name="csX114" fmla="*/ 8814923 w 11180243"/>
              <a:gd name="csY114" fmla="*/ 3763222 h 7989004"/>
              <a:gd name="csX115" fmla="*/ 8400395 w 11180243"/>
              <a:gd name="csY115" fmla="*/ 3915622 h 7989004"/>
              <a:gd name="csX116" fmla="*/ 8315051 w 11180243"/>
              <a:gd name="csY116" fmla="*/ 4104598 h 7989004"/>
              <a:gd name="csX117" fmla="*/ 8089499 w 11180243"/>
              <a:gd name="csY117" fmla="*/ 4214326 h 7989004"/>
              <a:gd name="csX118" fmla="*/ 7711547 w 11180243"/>
              <a:gd name="csY118" fmla="*/ 4293574 h 7989004"/>
              <a:gd name="csX119" fmla="*/ 7400651 w 11180243"/>
              <a:gd name="csY119" fmla="*/ 4470358 h 7989004"/>
              <a:gd name="csX120" fmla="*/ 6967835 w 11180243"/>
              <a:gd name="csY120" fmla="*/ 4476454 h 7989004"/>
              <a:gd name="csX121" fmla="*/ 6644747 w 11180243"/>
              <a:gd name="csY121" fmla="*/ 4592278 h 7989004"/>
              <a:gd name="csX122" fmla="*/ 6260699 w 11180243"/>
              <a:gd name="csY122" fmla="*/ 4622758 h 7989004"/>
              <a:gd name="csX123" fmla="*/ 6144875 w 11180243"/>
              <a:gd name="csY123" fmla="*/ 4744678 h 7989004"/>
              <a:gd name="csX124" fmla="*/ 5931515 w 11180243"/>
              <a:gd name="csY124" fmla="*/ 4756870 h 7989004"/>
              <a:gd name="csX125" fmla="*/ 5742539 w 11180243"/>
              <a:gd name="csY125" fmla="*/ 4756870 h 7989004"/>
              <a:gd name="csX126" fmla="*/ 5273147 w 11180243"/>
              <a:gd name="csY126" fmla="*/ 4769062 h 7989004"/>
              <a:gd name="csX127" fmla="*/ 4876907 w 11180243"/>
              <a:gd name="csY127" fmla="*/ 4756870 h 7989004"/>
              <a:gd name="csX128" fmla="*/ 4773275 w 11180243"/>
              <a:gd name="csY128" fmla="*/ 4860502 h 7989004"/>
              <a:gd name="csX129" fmla="*/ 4370939 w 11180243"/>
              <a:gd name="csY129" fmla="*/ 5061670 h 7989004"/>
              <a:gd name="csX130" fmla="*/ 3925931 w 11180243"/>
              <a:gd name="csY130" fmla="*/ 5171398 h 7989004"/>
              <a:gd name="csX131" fmla="*/ 4200251 w 11180243"/>
              <a:gd name="csY131" fmla="*/ 5579830 h 7989004"/>
              <a:gd name="csX132" fmla="*/ 4194155 w 11180243"/>
              <a:gd name="csY132" fmla="*/ 6018742 h 7989004"/>
              <a:gd name="csX133" fmla="*/ 4261211 w 11180243"/>
              <a:gd name="csY133" fmla="*/ 6201622 h 7989004"/>
              <a:gd name="csX0" fmla="*/ 1381227 w 11180243"/>
              <a:gd name="csY0" fmla="*/ 7989004 h 7989004"/>
              <a:gd name="csX1" fmla="*/ 609708 w 11180243"/>
              <a:gd name="csY1" fmla="*/ 7073349 h 7989004"/>
              <a:gd name="csX2" fmla="*/ 573132 w 11180243"/>
              <a:gd name="csY2" fmla="*/ 6683205 h 7989004"/>
              <a:gd name="csX3" fmla="*/ 128124 w 11180243"/>
              <a:gd name="csY3" fmla="*/ 6390597 h 7989004"/>
              <a:gd name="csX4" fmla="*/ 61068 w 11180243"/>
              <a:gd name="csY4" fmla="*/ 6116277 h 7989004"/>
              <a:gd name="csX5" fmla="*/ 109835 w 11180243"/>
              <a:gd name="csY5" fmla="*/ 5927301 h 7989004"/>
              <a:gd name="csX6" fmla="*/ 6204 w 11180243"/>
              <a:gd name="csY6" fmla="*/ 5793189 h 7989004"/>
              <a:gd name="csX7" fmla="*/ 18395 w 11180243"/>
              <a:gd name="csY7" fmla="*/ 5604213 h 7989004"/>
              <a:gd name="csX8" fmla="*/ 122027 w 11180243"/>
              <a:gd name="csY8" fmla="*/ 5372565 h 7989004"/>
              <a:gd name="csX9" fmla="*/ 270753 w 11180243"/>
              <a:gd name="csY9" fmla="*/ 4762883 h 7989004"/>
              <a:gd name="csX10" fmla="*/ 183071 w 11180243"/>
              <a:gd name="csY10" fmla="*/ 4612571 h 7989004"/>
              <a:gd name="csX11" fmla="*/ 208123 w 11180243"/>
              <a:gd name="csY11" fmla="*/ 4524889 h 7989004"/>
              <a:gd name="csX12" fmla="*/ 183071 w 11180243"/>
              <a:gd name="csY12" fmla="*/ 4399629 h 7989004"/>
              <a:gd name="csX13" fmla="*/ 145492 w 11180243"/>
              <a:gd name="csY13" fmla="*/ 4324473 h 7989004"/>
              <a:gd name="csX14" fmla="*/ 208123 w 11180243"/>
              <a:gd name="csY14" fmla="*/ 4174160 h 7989004"/>
              <a:gd name="csX15" fmla="*/ 258227 w 11180243"/>
              <a:gd name="csY15" fmla="*/ 4061426 h 7989004"/>
              <a:gd name="csX16" fmla="*/ 320857 w 11180243"/>
              <a:gd name="csY16" fmla="*/ 3961218 h 7989004"/>
              <a:gd name="csX17" fmla="*/ 320857 w 11180243"/>
              <a:gd name="csY17" fmla="*/ 3961218 h 7989004"/>
              <a:gd name="csX18" fmla="*/ 433591 w 11180243"/>
              <a:gd name="csY18" fmla="*/ 3835957 h 7989004"/>
              <a:gd name="csX19" fmla="*/ 558851 w 11180243"/>
              <a:gd name="csY19" fmla="*/ 3785853 h 7989004"/>
              <a:gd name="csX20" fmla="*/ 558851 w 11180243"/>
              <a:gd name="csY20" fmla="*/ 3785853 h 7989004"/>
              <a:gd name="csX21" fmla="*/ 546325 w 11180243"/>
              <a:gd name="csY21" fmla="*/ 3673119 h 7989004"/>
              <a:gd name="csX22" fmla="*/ 446117 w 11180243"/>
              <a:gd name="csY22" fmla="*/ 3635541 h 7989004"/>
              <a:gd name="csX23" fmla="*/ 433591 w 11180243"/>
              <a:gd name="csY23" fmla="*/ 3597963 h 7989004"/>
              <a:gd name="csX24" fmla="*/ 483695 w 11180243"/>
              <a:gd name="csY24" fmla="*/ 3472703 h 7989004"/>
              <a:gd name="csX25" fmla="*/ 533799 w 11180243"/>
              <a:gd name="csY25" fmla="*/ 3397547 h 7989004"/>
              <a:gd name="csX26" fmla="*/ 634007 w 11180243"/>
              <a:gd name="csY26" fmla="*/ 3222182 h 7989004"/>
              <a:gd name="csX27" fmla="*/ 659060 w 11180243"/>
              <a:gd name="csY27" fmla="*/ 3147026 h 7989004"/>
              <a:gd name="csX28" fmla="*/ 771794 w 11180243"/>
              <a:gd name="csY28" fmla="*/ 3046818 h 7989004"/>
              <a:gd name="csX29" fmla="*/ 846950 w 11180243"/>
              <a:gd name="csY29" fmla="*/ 2984188 h 7989004"/>
              <a:gd name="csX30" fmla="*/ 947158 w 11180243"/>
              <a:gd name="csY30" fmla="*/ 2934083 h 7989004"/>
              <a:gd name="csX31" fmla="*/ 1022314 w 11180243"/>
              <a:gd name="csY31" fmla="*/ 2883979 h 7989004"/>
              <a:gd name="csX32" fmla="*/ 1135049 w 11180243"/>
              <a:gd name="csY32" fmla="*/ 2821349 h 7989004"/>
              <a:gd name="csX33" fmla="*/ 1197679 w 11180243"/>
              <a:gd name="csY33" fmla="*/ 2758719 h 7989004"/>
              <a:gd name="csX34" fmla="*/ 1297887 w 11180243"/>
              <a:gd name="csY34" fmla="*/ 2671037 h 7989004"/>
              <a:gd name="csX35" fmla="*/ 1448199 w 11180243"/>
              <a:gd name="csY35" fmla="*/ 2620933 h 7989004"/>
              <a:gd name="csX36" fmla="*/ 1573460 w 11180243"/>
              <a:gd name="csY36" fmla="*/ 2658511 h 7989004"/>
              <a:gd name="csX37" fmla="*/ 1573460 w 11180243"/>
              <a:gd name="csY37" fmla="*/ 2658511 h 7989004"/>
              <a:gd name="csX38" fmla="*/ 1510829 w 11180243"/>
              <a:gd name="csY38" fmla="*/ 2595881 h 7989004"/>
              <a:gd name="csX39" fmla="*/ 1548407 w 11180243"/>
              <a:gd name="csY39" fmla="*/ 2407990 h 7989004"/>
              <a:gd name="csX40" fmla="*/ 1673668 w 11180243"/>
              <a:gd name="csY40" fmla="*/ 2307782 h 7989004"/>
              <a:gd name="csX41" fmla="*/ 1773876 w 11180243"/>
              <a:gd name="csY41" fmla="*/ 2245152 h 7989004"/>
              <a:gd name="csX42" fmla="*/ 1798928 w 11180243"/>
              <a:gd name="csY42" fmla="*/ 2207574 h 7989004"/>
              <a:gd name="csX43" fmla="*/ 1961766 w 11180243"/>
              <a:gd name="csY43" fmla="*/ 2195048 h 7989004"/>
              <a:gd name="csX44" fmla="*/ 2112079 w 11180243"/>
              <a:gd name="csY44" fmla="*/ 2245152 h 7989004"/>
              <a:gd name="csX45" fmla="*/ 2112079 w 11180243"/>
              <a:gd name="csY45" fmla="*/ 2245152 h 7989004"/>
              <a:gd name="csX46" fmla="*/ 2112079 w 11180243"/>
              <a:gd name="csY46" fmla="*/ 2245152 h 7989004"/>
              <a:gd name="csX47" fmla="*/ 2224813 w 11180243"/>
              <a:gd name="csY47" fmla="*/ 2195048 h 7989004"/>
              <a:gd name="csX48" fmla="*/ 2375125 w 11180243"/>
              <a:gd name="csY48" fmla="*/ 2094840 h 7989004"/>
              <a:gd name="csX49" fmla="*/ 2613120 w 11180243"/>
              <a:gd name="csY49" fmla="*/ 2057262 h 7989004"/>
              <a:gd name="csX50" fmla="*/ 2788484 w 11180243"/>
              <a:gd name="csY50" fmla="*/ 2082314 h 7989004"/>
              <a:gd name="csX51" fmla="*/ 2888692 w 11180243"/>
              <a:gd name="csY51" fmla="*/ 2169996 h 7989004"/>
              <a:gd name="csX52" fmla="*/ 3013953 w 11180243"/>
              <a:gd name="csY52" fmla="*/ 2195048 h 7989004"/>
              <a:gd name="csX53" fmla="*/ 2851114 w 11180243"/>
              <a:gd name="csY53" fmla="*/ 2082314 h 7989004"/>
              <a:gd name="csX54" fmla="*/ 2938797 w 11180243"/>
              <a:gd name="csY54" fmla="*/ 1957053 h 7989004"/>
              <a:gd name="csX55" fmla="*/ 3101635 w 11180243"/>
              <a:gd name="csY55" fmla="*/ 1957053 h 7989004"/>
              <a:gd name="csX56" fmla="*/ 3302051 w 11180243"/>
              <a:gd name="csY56" fmla="*/ 1957053 h 7989004"/>
              <a:gd name="csX57" fmla="*/ 3464890 w 11180243"/>
              <a:gd name="csY57" fmla="*/ 1969579 h 7989004"/>
              <a:gd name="csX58" fmla="*/ 3815618 w 11180243"/>
              <a:gd name="csY58" fmla="*/ 1919475 h 7989004"/>
              <a:gd name="csX59" fmla="*/ 3978457 w 11180243"/>
              <a:gd name="csY59" fmla="*/ 1919475 h 7989004"/>
              <a:gd name="csX60" fmla="*/ 4241503 w 11180243"/>
              <a:gd name="csY60" fmla="*/ 1894423 h 7989004"/>
              <a:gd name="csX61" fmla="*/ 4391816 w 11180243"/>
              <a:gd name="csY61" fmla="*/ 1906949 h 7989004"/>
              <a:gd name="csX62" fmla="*/ 4567180 w 11180243"/>
              <a:gd name="csY62" fmla="*/ 1994631 h 7989004"/>
              <a:gd name="csX63" fmla="*/ 4567180 w 11180243"/>
              <a:gd name="csY63" fmla="*/ 1994631 h 7989004"/>
              <a:gd name="csX64" fmla="*/ 4504550 w 11180243"/>
              <a:gd name="csY64" fmla="*/ 1844319 h 7989004"/>
              <a:gd name="csX65" fmla="*/ 4704966 w 11180243"/>
              <a:gd name="csY65" fmla="*/ 1844319 h 7989004"/>
              <a:gd name="csX66" fmla="*/ 4892857 w 11180243"/>
              <a:gd name="csY66" fmla="*/ 1869371 h 7989004"/>
              <a:gd name="csX67" fmla="*/ 4980539 w 11180243"/>
              <a:gd name="csY67" fmla="*/ 1869371 h 7989004"/>
              <a:gd name="csX68" fmla="*/ 5168429 w 11180243"/>
              <a:gd name="csY68" fmla="*/ 1769163 h 7989004"/>
              <a:gd name="csX69" fmla="*/ 5406424 w 11180243"/>
              <a:gd name="csY69" fmla="*/ 1794215 h 7989004"/>
              <a:gd name="csX70" fmla="*/ 5556736 w 11180243"/>
              <a:gd name="csY70" fmla="*/ 1819267 h 7989004"/>
              <a:gd name="csX71" fmla="*/ 5744627 w 11180243"/>
              <a:gd name="csY71" fmla="*/ 1781689 h 7989004"/>
              <a:gd name="csX72" fmla="*/ 5882413 w 11180243"/>
              <a:gd name="csY72" fmla="*/ 1794215 h 7989004"/>
              <a:gd name="csX73" fmla="*/ 5945043 w 11180243"/>
              <a:gd name="csY73" fmla="*/ 1794215 h 7989004"/>
              <a:gd name="csX74" fmla="*/ 6283246 w 11180243"/>
              <a:gd name="csY74" fmla="*/ 1631377 h 7989004"/>
              <a:gd name="csX75" fmla="*/ 6508714 w 11180243"/>
              <a:gd name="csY75" fmla="*/ 1593799 h 7989004"/>
              <a:gd name="csX76" fmla="*/ 6696605 w 11180243"/>
              <a:gd name="csY76" fmla="*/ 1481064 h 7989004"/>
              <a:gd name="csX77" fmla="*/ 6859443 w 11180243"/>
              <a:gd name="csY77" fmla="*/ 1493590 h 7989004"/>
              <a:gd name="csX78" fmla="*/ 6997229 w 11180243"/>
              <a:gd name="csY78" fmla="*/ 1481064 h 7989004"/>
              <a:gd name="csX79" fmla="*/ 7147542 w 11180243"/>
              <a:gd name="csY79" fmla="*/ 1355804 h 7989004"/>
              <a:gd name="csX80" fmla="*/ 7360484 w 11180243"/>
              <a:gd name="csY80" fmla="*/ 1230544 h 7989004"/>
              <a:gd name="csX81" fmla="*/ 7485744 w 11180243"/>
              <a:gd name="csY81" fmla="*/ 1243070 h 7989004"/>
              <a:gd name="csX82" fmla="*/ 7585953 w 11180243"/>
              <a:gd name="csY82" fmla="*/ 1255596 h 7989004"/>
              <a:gd name="csX83" fmla="*/ 7673635 w 11180243"/>
              <a:gd name="csY83" fmla="*/ 1255596 h 7989004"/>
              <a:gd name="csX84" fmla="*/ 7886577 w 11180243"/>
              <a:gd name="csY84" fmla="*/ 1218018 h 7989004"/>
              <a:gd name="csX85" fmla="*/ 7949207 w 11180243"/>
              <a:gd name="csY85" fmla="*/ 1167914 h 7989004"/>
              <a:gd name="csX86" fmla="*/ 8086994 w 11180243"/>
              <a:gd name="csY86" fmla="*/ 1180440 h 7989004"/>
              <a:gd name="csX87" fmla="*/ 8086994 w 11180243"/>
              <a:gd name="csY87" fmla="*/ 1180440 h 7989004"/>
              <a:gd name="csX88" fmla="*/ 8224780 w 11180243"/>
              <a:gd name="csY88" fmla="*/ 1130336 h 7989004"/>
              <a:gd name="csX89" fmla="*/ 8412671 w 11180243"/>
              <a:gd name="csY89" fmla="*/ 1042653 h 7989004"/>
              <a:gd name="csX90" fmla="*/ 8588035 w 11180243"/>
              <a:gd name="csY90" fmla="*/ 942445 h 7989004"/>
              <a:gd name="csX91" fmla="*/ 8663191 w 11180243"/>
              <a:gd name="csY91" fmla="*/ 854763 h 7989004"/>
              <a:gd name="csX92" fmla="*/ 8700769 w 11180243"/>
              <a:gd name="csY92" fmla="*/ 804659 h 7989004"/>
              <a:gd name="csX93" fmla="*/ 8851081 w 11180243"/>
              <a:gd name="csY93" fmla="*/ 779607 h 7989004"/>
              <a:gd name="csX94" fmla="*/ 8963816 w 11180243"/>
              <a:gd name="csY94" fmla="*/ 754555 h 7989004"/>
              <a:gd name="csX95" fmla="*/ 9076550 w 11180243"/>
              <a:gd name="csY95" fmla="*/ 716977 h 7989004"/>
              <a:gd name="csX96" fmla="*/ 9126654 w 11180243"/>
              <a:gd name="csY96" fmla="*/ 691925 h 7989004"/>
              <a:gd name="csX97" fmla="*/ 9373500 w 11180243"/>
              <a:gd name="csY97" fmla="*/ 691925 h 7989004"/>
              <a:gd name="csX98" fmla="*/ 9607403 w 11180243"/>
              <a:gd name="csY98" fmla="*/ 410423 h 7989004"/>
              <a:gd name="csX99" fmla="*/ 10101179 w 11180243"/>
              <a:gd name="csY99" fmla="*/ 123911 h 7989004"/>
              <a:gd name="csX100" fmla="*/ 10588859 w 11180243"/>
              <a:gd name="csY100" fmla="*/ 1991 h 7989004"/>
              <a:gd name="csX101" fmla="*/ 11011905 w 11180243"/>
              <a:gd name="csY101" fmla="*/ 89089 h 7989004"/>
              <a:gd name="csX102" fmla="*/ 11143595 w 11180243"/>
              <a:gd name="csY102" fmla="*/ 251926 h 7989004"/>
              <a:gd name="csX103" fmla="*/ 11180171 w 11180243"/>
              <a:gd name="csY103" fmla="*/ 629879 h 7989004"/>
              <a:gd name="csX104" fmla="*/ 11070443 w 11180243"/>
              <a:gd name="csY104" fmla="*/ 898102 h 7989004"/>
              <a:gd name="csX105" fmla="*/ 10930235 w 11180243"/>
              <a:gd name="csY105" fmla="*/ 1355303 h 7989004"/>
              <a:gd name="csX106" fmla="*/ 10466939 w 11180243"/>
              <a:gd name="csY106" fmla="*/ 1690582 h 7989004"/>
              <a:gd name="csX107" fmla="*/ 10381595 w 11180243"/>
              <a:gd name="csY107" fmla="*/ 2001478 h 7989004"/>
              <a:gd name="csX108" fmla="*/ 10174331 w 11180243"/>
              <a:gd name="csY108" fmla="*/ 2190454 h 7989004"/>
              <a:gd name="csX109" fmla="*/ 9912203 w 11180243"/>
              <a:gd name="csY109" fmla="*/ 2580598 h 7989004"/>
              <a:gd name="csX110" fmla="*/ 9729323 w 11180243"/>
              <a:gd name="csY110" fmla="*/ 2934166 h 7989004"/>
              <a:gd name="csX111" fmla="*/ 9497675 w 11180243"/>
              <a:gd name="csY111" fmla="*/ 3092662 h 7989004"/>
              <a:gd name="csX112" fmla="*/ 9290411 w 11180243"/>
              <a:gd name="csY112" fmla="*/ 3299926 h 7989004"/>
              <a:gd name="csX113" fmla="*/ 8985611 w 11180243"/>
              <a:gd name="csY113" fmla="*/ 3452326 h 7989004"/>
              <a:gd name="csX114" fmla="*/ 8814923 w 11180243"/>
              <a:gd name="csY114" fmla="*/ 3763222 h 7989004"/>
              <a:gd name="csX115" fmla="*/ 8400395 w 11180243"/>
              <a:gd name="csY115" fmla="*/ 3915622 h 7989004"/>
              <a:gd name="csX116" fmla="*/ 8315051 w 11180243"/>
              <a:gd name="csY116" fmla="*/ 4104598 h 7989004"/>
              <a:gd name="csX117" fmla="*/ 8089499 w 11180243"/>
              <a:gd name="csY117" fmla="*/ 4214326 h 7989004"/>
              <a:gd name="csX118" fmla="*/ 7711547 w 11180243"/>
              <a:gd name="csY118" fmla="*/ 4293574 h 7989004"/>
              <a:gd name="csX119" fmla="*/ 7400651 w 11180243"/>
              <a:gd name="csY119" fmla="*/ 4470358 h 7989004"/>
              <a:gd name="csX120" fmla="*/ 6967835 w 11180243"/>
              <a:gd name="csY120" fmla="*/ 4476454 h 7989004"/>
              <a:gd name="csX121" fmla="*/ 6644747 w 11180243"/>
              <a:gd name="csY121" fmla="*/ 4592278 h 7989004"/>
              <a:gd name="csX122" fmla="*/ 6260699 w 11180243"/>
              <a:gd name="csY122" fmla="*/ 4622758 h 7989004"/>
              <a:gd name="csX123" fmla="*/ 6144875 w 11180243"/>
              <a:gd name="csY123" fmla="*/ 4744678 h 7989004"/>
              <a:gd name="csX124" fmla="*/ 5931515 w 11180243"/>
              <a:gd name="csY124" fmla="*/ 4756870 h 7989004"/>
              <a:gd name="csX125" fmla="*/ 5742539 w 11180243"/>
              <a:gd name="csY125" fmla="*/ 4756870 h 7989004"/>
              <a:gd name="csX126" fmla="*/ 5273147 w 11180243"/>
              <a:gd name="csY126" fmla="*/ 4769062 h 7989004"/>
              <a:gd name="csX127" fmla="*/ 4876907 w 11180243"/>
              <a:gd name="csY127" fmla="*/ 4756870 h 7989004"/>
              <a:gd name="csX128" fmla="*/ 4773275 w 11180243"/>
              <a:gd name="csY128" fmla="*/ 4860502 h 7989004"/>
              <a:gd name="csX129" fmla="*/ 4370939 w 11180243"/>
              <a:gd name="csY129" fmla="*/ 5061670 h 7989004"/>
              <a:gd name="csX130" fmla="*/ 3925931 w 11180243"/>
              <a:gd name="csY130" fmla="*/ 5171398 h 7989004"/>
              <a:gd name="csX131" fmla="*/ 4200251 w 11180243"/>
              <a:gd name="csY131" fmla="*/ 5579830 h 7989004"/>
              <a:gd name="csX132" fmla="*/ 4194155 w 11180243"/>
              <a:gd name="csY132" fmla="*/ 6018742 h 7989004"/>
              <a:gd name="csX133" fmla="*/ 4261211 w 11180243"/>
              <a:gd name="csY133" fmla="*/ 6201622 h 7989004"/>
              <a:gd name="csX0" fmla="*/ 1381227 w 11180243"/>
              <a:gd name="csY0" fmla="*/ 7989004 h 7989004"/>
              <a:gd name="csX1" fmla="*/ 737724 w 11180243"/>
              <a:gd name="csY1" fmla="*/ 7585413 h 7989004"/>
              <a:gd name="csX2" fmla="*/ 609708 w 11180243"/>
              <a:gd name="csY2" fmla="*/ 7073349 h 7989004"/>
              <a:gd name="csX3" fmla="*/ 573132 w 11180243"/>
              <a:gd name="csY3" fmla="*/ 6683205 h 7989004"/>
              <a:gd name="csX4" fmla="*/ 128124 w 11180243"/>
              <a:gd name="csY4" fmla="*/ 6390597 h 7989004"/>
              <a:gd name="csX5" fmla="*/ 61068 w 11180243"/>
              <a:gd name="csY5" fmla="*/ 6116277 h 7989004"/>
              <a:gd name="csX6" fmla="*/ 109835 w 11180243"/>
              <a:gd name="csY6" fmla="*/ 5927301 h 7989004"/>
              <a:gd name="csX7" fmla="*/ 6204 w 11180243"/>
              <a:gd name="csY7" fmla="*/ 5793189 h 7989004"/>
              <a:gd name="csX8" fmla="*/ 18395 w 11180243"/>
              <a:gd name="csY8" fmla="*/ 5604213 h 7989004"/>
              <a:gd name="csX9" fmla="*/ 122027 w 11180243"/>
              <a:gd name="csY9" fmla="*/ 5372565 h 7989004"/>
              <a:gd name="csX10" fmla="*/ 270753 w 11180243"/>
              <a:gd name="csY10" fmla="*/ 4762883 h 7989004"/>
              <a:gd name="csX11" fmla="*/ 183071 w 11180243"/>
              <a:gd name="csY11" fmla="*/ 4612571 h 7989004"/>
              <a:gd name="csX12" fmla="*/ 208123 w 11180243"/>
              <a:gd name="csY12" fmla="*/ 4524889 h 7989004"/>
              <a:gd name="csX13" fmla="*/ 183071 w 11180243"/>
              <a:gd name="csY13" fmla="*/ 4399629 h 7989004"/>
              <a:gd name="csX14" fmla="*/ 145492 w 11180243"/>
              <a:gd name="csY14" fmla="*/ 4324473 h 7989004"/>
              <a:gd name="csX15" fmla="*/ 208123 w 11180243"/>
              <a:gd name="csY15" fmla="*/ 4174160 h 7989004"/>
              <a:gd name="csX16" fmla="*/ 258227 w 11180243"/>
              <a:gd name="csY16" fmla="*/ 4061426 h 7989004"/>
              <a:gd name="csX17" fmla="*/ 320857 w 11180243"/>
              <a:gd name="csY17" fmla="*/ 3961218 h 7989004"/>
              <a:gd name="csX18" fmla="*/ 320857 w 11180243"/>
              <a:gd name="csY18" fmla="*/ 3961218 h 7989004"/>
              <a:gd name="csX19" fmla="*/ 433591 w 11180243"/>
              <a:gd name="csY19" fmla="*/ 3835957 h 7989004"/>
              <a:gd name="csX20" fmla="*/ 558851 w 11180243"/>
              <a:gd name="csY20" fmla="*/ 3785853 h 7989004"/>
              <a:gd name="csX21" fmla="*/ 558851 w 11180243"/>
              <a:gd name="csY21" fmla="*/ 3785853 h 7989004"/>
              <a:gd name="csX22" fmla="*/ 546325 w 11180243"/>
              <a:gd name="csY22" fmla="*/ 3673119 h 7989004"/>
              <a:gd name="csX23" fmla="*/ 446117 w 11180243"/>
              <a:gd name="csY23" fmla="*/ 3635541 h 7989004"/>
              <a:gd name="csX24" fmla="*/ 433591 w 11180243"/>
              <a:gd name="csY24" fmla="*/ 3597963 h 7989004"/>
              <a:gd name="csX25" fmla="*/ 483695 w 11180243"/>
              <a:gd name="csY25" fmla="*/ 3472703 h 7989004"/>
              <a:gd name="csX26" fmla="*/ 533799 w 11180243"/>
              <a:gd name="csY26" fmla="*/ 3397547 h 7989004"/>
              <a:gd name="csX27" fmla="*/ 634007 w 11180243"/>
              <a:gd name="csY27" fmla="*/ 3222182 h 7989004"/>
              <a:gd name="csX28" fmla="*/ 659060 w 11180243"/>
              <a:gd name="csY28" fmla="*/ 3147026 h 7989004"/>
              <a:gd name="csX29" fmla="*/ 771794 w 11180243"/>
              <a:gd name="csY29" fmla="*/ 3046818 h 7989004"/>
              <a:gd name="csX30" fmla="*/ 846950 w 11180243"/>
              <a:gd name="csY30" fmla="*/ 2984188 h 7989004"/>
              <a:gd name="csX31" fmla="*/ 947158 w 11180243"/>
              <a:gd name="csY31" fmla="*/ 2934083 h 7989004"/>
              <a:gd name="csX32" fmla="*/ 1022314 w 11180243"/>
              <a:gd name="csY32" fmla="*/ 2883979 h 7989004"/>
              <a:gd name="csX33" fmla="*/ 1135049 w 11180243"/>
              <a:gd name="csY33" fmla="*/ 2821349 h 7989004"/>
              <a:gd name="csX34" fmla="*/ 1197679 w 11180243"/>
              <a:gd name="csY34" fmla="*/ 2758719 h 7989004"/>
              <a:gd name="csX35" fmla="*/ 1297887 w 11180243"/>
              <a:gd name="csY35" fmla="*/ 2671037 h 7989004"/>
              <a:gd name="csX36" fmla="*/ 1448199 w 11180243"/>
              <a:gd name="csY36" fmla="*/ 2620933 h 7989004"/>
              <a:gd name="csX37" fmla="*/ 1573460 w 11180243"/>
              <a:gd name="csY37" fmla="*/ 2658511 h 7989004"/>
              <a:gd name="csX38" fmla="*/ 1573460 w 11180243"/>
              <a:gd name="csY38" fmla="*/ 2658511 h 7989004"/>
              <a:gd name="csX39" fmla="*/ 1510829 w 11180243"/>
              <a:gd name="csY39" fmla="*/ 2595881 h 7989004"/>
              <a:gd name="csX40" fmla="*/ 1548407 w 11180243"/>
              <a:gd name="csY40" fmla="*/ 2407990 h 7989004"/>
              <a:gd name="csX41" fmla="*/ 1673668 w 11180243"/>
              <a:gd name="csY41" fmla="*/ 2307782 h 7989004"/>
              <a:gd name="csX42" fmla="*/ 1773876 w 11180243"/>
              <a:gd name="csY42" fmla="*/ 2245152 h 7989004"/>
              <a:gd name="csX43" fmla="*/ 1798928 w 11180243"/>
              <a:gd name="csY43" fmla="*/ 2207574 h 7989004"/>
              <a:gd name="csX44" fmla="*/ 1961766 w 11180243"/>
              <a:gd name="csY44" fmla="*/ 2195048 h 7989004"/>
              <a:gd name="csX45" fmla="*/ 2112079 w 11180243"/>
              <a:gd name="csY45" fmla="*/ 2245152 h 7989004"/>
              <a:gd name="csX46" fmla="*/ 2112079 w 11180243"/>
              <a:gd name="csY46" fmla="*/ 2245152 h 7989004"/>
              <a:gd name="csX47" fmla="*/ 2112079 w 11180243"/>
              <a:gd name="csY47" fmla="*/ 2245152 h 7989004"/>
              <a:gd name="csX48" fmla="*/ 2224813 w 11180243"/>
              <a:gd name="csY48" fmla="*/ 2195048 h 7989004"/>
              <a:gd name="csX49" fmla="*/ 2375125 w 11180243"/>
              <a:gd name="csY49" fmla="*/ 2094840 h 7989004"/>
              <a:gd name="csX50" fmla="*/ 2613120 w 11180243"/>
              <a:gd name="csY50" fmla="*/ 2057262 h 7989004"/>
              <a:gd name="csX51" fmla="*/ 2788484 w 11180243"/>
              <a:gd name="csY51" fmla="*/ 2082314 h 7989004"/>
              <a:gd name="csX52" fmla="*/ 2888692 w 11180243"/>
              <a:gd name="csY52" fmla="*/ 2169996 h 7989004"/>
              <a:gd name="csX53" fmla="*/ 3013953 w 11180243"/>
              <a:gd name="csY53" fmla="*/ 2195048 h 7989004"/>
              <a:gd name="csX54" fmla="*/ 2851114 w 11180243"/>
              <a:gd name="csY54" fmla="*/ 2082314 h 7989004"/>
              <a:gd name="csX55" fmla="*/ 2938797 w 11180243"/>
              <a:gd name="csY55" fmla="*/ 1957053 h 7989004"/>
              <a:gd name="csX56" fmla="*/ 3101635 w 11180243"/>
              <a:gd name="csY56" fmla="*/ 1957053 h 7989004"/>
              <a:gd name="csX57" fmla="*/ 3302051 w 11180243"/>
              <a:gd name="csY57" fmla="*/ 1957053 h 7989004"/>
              <a:gd name="csX58" fmla="*/ 3464890 w 11180243"/>
              <a:gd name="csY58" fmla="*/ 1969579 h 7989004"/>
              <a:gd name="csX59" fmla="*/ 3815618 w 11180243"/>
              <a:gd name="csY59" fmla="*/ 1919475 h 7989004"/>
              <a:gd name="csX60" fmla="*/ 3978457 w 11180243"/>
              <a:gd name="csY60" fmla="*/ 1919475 h 7989004"/>
              <a:gd name="csX61" fmla="*/ 4241503 w 11180243"/>
              <a:gd name="csY61" fmla="*/ 1894423 h 7989004"/>
              <a:gd name="csX62" fmla="*/ 4391816 w 11180243"/>
              <a:gd name="csY62" fmla="*/ 1906949 h 7989004"/>
              <a:gd name="csX63" fmla="*/ 4567180 w 11180243"/>
              <a:gd name="csY63" fmla="*/ 1994631 h 7989004"/>
              <a:gd name="csX64" fmla="*/ 4567180 w 11180243"/>
              <a:gd name="csY64" fmla="*/ 1994631 h 7989004"/>
              <a:gd name="csX65" fmla="*/ 4504550 w 11180243"/>
              <a:gd name="csY65" fmla="*/ 1844319 h 7989004"/>
              <a:gd name="csX66" fmla="*/ 4704966 w 11180243"/>
              <a:gd name="csY66" fmla="*/ 1844319 h 7989004"/>
              <a:gd name="csX67" fmla="*/ 4892857 w 11180243"/>
              <a:gd name="csY67" fmla="*/ 1869371 h 7989004"/>
              <a:gd name="csX68" fmla="*/ 4980539 w 11180243"/>
              <a:gd name="csY68" fmla="*/ 1869371 h 7989004"/>
              <a:gd name="csX69" fmla="*/ 5168429 w 11180243"/>
              <a:gd name="csY69" fmla="*/ 1769163 h 7989004"/>
              <a:gd name="csX70" fmla="*/ 5406424 w 11180243"/>
              <a:gd name="csY70" fmla="*/ 1794215 h 7989004"/>
              <a:gd name="csX71" fmla="*/ 5556736 w 11180243"/>
              <a:gd name="csY71" fmla="*/ 1819267 h 7989004"/>
              <a:gd name="csX72" fmla="*/ 5744627 w 11180243"/>
              <a:gd name="csY72" fmla="*/ 1781689 h 7989004"/>
              <a:gd name="csX73" fmla="*/ 5882413 w 11180243"/>
              <a:gd name="csY73" fmla="*/ 1794215 h 7989004"/>
              <a:gd name="csX74" fmla="*/ 5945043 w 11180243"/>
              <a:gd name="csY74" fmla="*/ 1794215 h 7989004"/>
              <a:gd name="csX75" fmla="*/ 6283246 w 11180243"/>
              <a:gd name="csY75" fmla="*/ 1631377 h 7989004"/>
              <a:gd name="csX76" fmla="*/ 6508714 w 11180243"/>
              <a:gd name="csY76" fmla="*/ 1593799 h 7989004"/>
              <a:gd name="csX77" fmla="*/ 6696605 w 11180243"/>
              <a:gd name="csY77" fmla="*/ 1481064 h 7989004"/>
              <a:gd name="csX78" fmla="*/ 6859443 w 11180243"/>
              <a:gd name="csY78" fmla="*/ 1493590 h 7989004"/>
              <a:gd name="csX79" fmla="*/ 6997229 w 11180243"/>
              <a:gd name="csY79" fmla="*/ 1481064 h 7989004"/>
              <a:gd name="csX80" fmla="*/ 7147542 w 11180243"/>
              <a:gd name="csY80" fmla="*/ 1355804 h 7989004"/>
              <a:gd name="csX81" fmla="*/ 7360484 w 11180243"/>
              <a:gd name="csY81" fmla="*/ 1230544 h 7989004"/>
              <a:gd name="csX82" fmla="*/ 7485744 w 11180243"/>
              <a:gd name="csY82" fmla="*/ 1243070 h 7989004"/>
              <a:gd name="csX83" fmla="*/ 7585953 w 11180243"/>
              <a:gd name="csY83" fmla="*/ 1255596 h 7989004"/>
              <a:gd name="csX84" fmla="*/ 7673635 w 11180243"/>
              <a:gd name="csY84" fmla="*/ 1255596 h 7989004"/>
              <a:gd name="csX85" fmla="*/ 7886577 w 11180243"/>
              <a:gd name="csY85" fmla="*/ 1218018 h 7989004"/>
              <a:gd name="csX86" fmla="*/ 7949207 w 11180243"/>
              <a:gd name="csY86" fmla="*/ 1167914 h 7989004"/>
              <a:gd name="csX87" fmla="*/ 8086994 w 11180243"/>
              <a:gd name="csY87" fmla="*/ 1180440 h 7989004"/>
              <a:gd name="csX88" fmla="*/ 8086994 w 11180243"/>
              <a:gd name="csY88" fmla="*/ 1180440 h 7989004"/>
              <a:gd name="csX89" fmla="*/ 8224780 w 11180243"/>
              <a:gd name="csY89" fmla="*/ 1130336 h 7989004"/>
              <a:gd name="csX90" fmla="*/ 8412671 w 11180243"/>
              <a:gd name="csY90" fmla="*/ 1042653 h 7989004"/>
              <a:gd name="csX91" fmla="*/ 8588035 w 11180243"/>
              <a:gd name="csY91" fmla="*/ 942445 h 7989004"/>
              <a:gd name="csX92" fmla="*/ 8663191 w 11180243"/>
              <a:gd name="csY92" fmla="*/ 854763 h 7989004"/>
              <a:gd name="csX93" fmla="*/ 8700769 w 11180243"/>
              <a:gd name="csY93" fmla="*/ 804659 h 7989004"/>
              <a:gd name="csX94" fmla="*/ 8851081 w 11180243"/>
              <a:gd name="csY94" fmla="*/ 779607 h 7989004"/>
              <a:gd name="csX95" fmla="*/ 8963816 w 11180243"/>
              <a:gd name="csY95" fmla="*/ 754555 h 7989004"/>
              <a:gd name="csX96" fmla="*/ 9076550 w 11180243"/>
              <a:gd name="csY96" fmla="*/ 716977 h 7989004"/>
              <a:gd name="csX97" fmla="*/ 9126654 w 11180243"/>
              <a:gd name="csY97" fmla="*/ 691925 h 7989004"/>
              <a:gd name="csX98" fmla="*/ 9373500 w 11180243"/>
              <a:gd name="csY98" fmla="*/ 691925 h 7989004"/>
              <a:gd name="csX99" fmla="*/ 9607403 w 11180243"/>
              <a:gd name="csY99" fmla="*/ 410423 h 7989004"/>
              <a:gd name="csX100" fmla="*/ 10101179 w 11180243"/>
              <a:gd name="csY100" fmla="*/ 123911 h 7989004"/>
              <a:gd name="csX101" fmla="*/ 10588859 w 11180243"/>
              <a:gd name="csY101" fmla="*/ 1991 h 7989004"/>
              <a:gd name="csX102" fmla="*/ 11011905 w 11180243"/>
              <a:gd name="csY102" fmla="*/ 89089 h 7989004"/>
              <a:gd name="csX103" fmla="*/ 11143595 w 11180243"/>
              <a:gd name="csY103" fmla="*/ 251926 h 7989004"/>
              <a:gd name="csX104" fmla="*/ 11180171 w 11180243"/>
              <a:gd name="csY104" fmla="*/ 629879 h 7989004"/>
              <a:gd name="csX105" fmla="*/ 11070443 w 11180243"/>
              <a:gd name="csY105" fmla="*/ 898102 h 7989004"/>
              <a:gd name="csX106" fmla="*/ 10930235 w 11180243"/>
              <a:gd name="csY106" fmla="*/ 1355303 h 7989004"/>
              <a:gd name="csX107" fmla="*/ 10466939 w 11180243"/>
              <a:gd name="csY107" fmla="*/ 1690582 h 7989004"/>
              <a:gd name="csX108" fmla="*/ 10381595 w 11180243"/>
              <a:gd name="csY108" fmla="*/ 2001478 h 7989004"/>
              <a:gd name="csX109" fmla="*/ 10174331 w 11180243"/>
              <a:gd name="csY109" fmla="*/ 2190454 h 7989004"/>
              <a:gd name="csX110" fmla="*/ 9912203 w 11180243"/>
              <a:gd name="csY110" fmla="*/ 2580598 h 7989004"/>
              <a:gd name="csX111" fmla="*/ 9729323 w 11180243"/>
              <a:gd name="csY111" fmla="*/ 2934166 h 7989004"/>
              <a:gd name="csX112" fmla="*/ 9497675 w 11180243"/>
              <a:gd name="csY112" fmla="*/ 3092662 h 7989004"/>
              <a:gd name="csX113" fmla="*/ 9290411 w 11180243"/>
              <a:gd name="csY113" fmla="*/ 3299926 h 7989004"/>
              <a:gd name="csX114" fmla="*/ 8985611 w 11180243"/>
              <a:gd name="csY114" fmla="*/ 3452326 h 7989004"/>
              <a:gd name="csX115" fmla="*/ 8814923 w 11180243"/>
              <a:gd name="csY115" fmla="*/ 3763222 h 7989004"/>
              <a:gd name="csX116" fmla="*/ 8400395 w 11180243"/>
              <a:gd name="csY116" fmla="*/ 3915622 h 7989004"/>
              <a:gd name="csX117" fmla="*/ 8315051 w 11180243"/>
              <a:gd name="csY117" fmla="*/ 4104598 h 7989004"/>
              <a:gd name="csX118" fmla="*/ 8089499 w 11180243"/>
              <a:gd name="csY118" fmla="*/ 4214326 h 7989004"/>
              <a:gd name="csX119" fmla="*/ 7711547 w 11180243"/>
              <a:gd name="csY119" fmla="*/ 4293574 h 7989004"/>
              <a:gd name="csX120" fmla="*/ 7400651 w 11180243"/>
              <a:gd name="csY120" fmla="*/ 4470358 h 7989004"/>
              <a:gd name="csX121" fmla="*/ 6967835 w 11180243"/>
              <a:gd name="csY121" fmla="*/ 4476454 h 7989004"/>
              <a:gd name="csX122" fmla="*/ 6644747 w 11180243"/>
              <a:gd name="csY122" fmla="*/ 4592278 h 7989004"/>
              <a:gd name="csX123" fmla="*/ 6260699 w 11180243"/>
              <a:gd name="csY123" fmla="*/ 4622758 h 7989004"/>
              <a:gd name="csX124" fmla="*/ 6144875 w 11180243"/>
              <a:gd name="csY124" fmla="*/ 4744678 h 7989004"/>
              <a:gd name="csX125" fmla="*/ 5931515 w 11180243"/>
              <a:gd name="csY125" fmla="*/ 4756870 h 7989004"/>
              <a:gd name="csX126" fmla="*/ 5742539 w 11180243"/>
              <a:gd name="csY126" fmla="*/ 4756870 h 7989004"/>
              <a:gd name="csX127" fmla="*/ 5273147 w 11180243"/>
              <a:gd name="csY127" fmla="*/ 4769062 h 7989004"/>
              <a:gd name="csX128" fmla="*/ 4876907 w 11180243"/>
              <a:gd name="csY128" fmla="*/ 4756870 h 7989004"/>
              <a:gd name="csX129" fmla="*/ 4773275 w 11180243"/>
              <a:gd name="csY129" fmla="*/ 4860502 h 7989004"/>
              <a:gd name="csX130" fmla="*/ 4370939 w 11180243"/>
              <a:gd name="csY130" fmla="*/ 5061670 h 7989004"/>
              <a:gd name="csX131" fmla="*/ 3925931 w 11180243"/>
              <a:gd name="csY131" fmla="*/ 5171398 h 7989004"/>
              <a:gd name="csX132" fmla="*/ 4200251 w 11180243"/>
              <a:gd name="csY132" fmla="*/ 5579830 h 7989004"/>
              <a:gd name="csX133" fmla="*/ 4194155 w 11180243"/>
              <a:gd name="csY133" fmla="*/ 6018742 h 7989004"/>
              <a:gd name="csX134" fmla="*/ 4261211 w 11180243"/>
              <a:gd name="csY134" fmla="*/ 6201622 h 7989004"/>
              <a:gd name="csX0" fmla="*/ 1381227 w 11180243"/>
              <a:gd name="csY0" fmla="*/ 7989004 h 7989004"/>
              <a:gd name="csX1" fmla="*/ 1005948 w 11180243"/>
              <a:gd name="csY1" fmla="*/ 7743909 h 7989004"/>
              <a:gd name="csX2" fmla="*/ 737724 w 11180243"/>
              <a:gd name="csY2" fmla="*/ 7585413 h 7989004"/>
              <a:gd name="csX3" fmla="*/ 609708 w 11180243"/>
              <a:gd name="csY3" fmla="*/ 7073349 h 7989004"/>
              <a:gd name="csX4" fmla="*/ 573132 w 11180243"/>
              <a:gd name="csY4" fmla="*/ 6683205 h 7989004"/>
              <a:gd name="csX5" fmla="*/ 128124 w 11180243"/>
              <a:gd name="csY5" fmla="*/ 6390597 h 7989004"/>
              <a:gd name="csX6" fmla="*/ 61068 w 11180243"/>
              <a:gd name="csY6" fmla="*/ 6116277 h 7989004"/>
              <a:gd name="csX7" fmla="*/ 109835 w 11180243"/>
              <a:gd name="csY7" fmla="*/ 5927301 h 7989004"/>
              <a:gd name="csX8" fmla="*/ 6204 w 11180243"/>
              <a:gd name="csY8" fmla="*/ 5793189 h 7989004"/>
              <a:gd name="csX9" fmla="*/ 18395 w 11180243"/>
              <a:gd name="csY9" fmla="*/ 5604213 h 7989004"/>
              <a:gd name="csX10" fmla="*/ 122027 w 11180243"/>
              <a:gd name="csY10" fmla="*/ 5372565 h 7989004"/>
              <a:gd name="csX11" fmla="*/ 270753 w 11180243"/>
              <a:gd name="csY11" fmla="*/ 4762883 h 7989004"/>
              <a:gd name="csX12" fmla="*/ 183071 w 11180243"/>
              <a:gd name="csY12" fmla="*/ 4612571 h 7989004"/>
              <a:gd name="csX13" fmla="*/ 208123 w 11180243"/>
              <a:gd name="csY13" fmla="*/ 4524889 h 7989004"/>
              <a:gd name="csX14" fmla="*/ 183071 w 11180243"/>
              <a:gd name="csY14" fmla="*/ 4399629 h 7989004"/>
              <a:gd name="csX15" fmla="*/ 145492 w 11180243"/>
              <a:gd name="csY15" fmla="*/ 4324473 h 7989004"/>
              <a:gd name="csX16" fmla="*/ 208123 w 11180243"/>
              <a:gd name="csY16" fmla="*/ 4174160 h 7989004"/>
              <a:gd name="csX17" fmla="*/ 258227 w 11180243"/>
              <a:gd name="csY17" fmla="*/ 4061426 h 7989004"/>
              <a:gd name="csX18" fmla="*/ 320857 w 11180243"/>
              <a:gd name="csY18" fmla="*/ 3961218 h 7989004"/>
              <a:gd name="csX19" fmla="*/ 320857 w 11180243"/>
              <a:gd name="csY19" fmla="*/ 3961218 h 7989004"/>
              <a:gd name="csX20" fmla="*/ 433591 w 11180243"/>
              <a:gd name="csY20" fmla="*/ 3835957 h 7989004"/>
              <a:gd name="csX21" fmla="*/ 558851 w 11180243"/>
              <a:gd name="csY21" fmla="*/ 3785853 h 7989004"/>
              <a:gd name="csX22" fmla="*/ 558851 w 11180243"/>
              <a:gd name="csY22" fmla="*/ 3785853 h 7989004"/>
              <a:gd name="csX23" fmla="*/ 546325 w 11180243"/>
              <a:gd name="csY23" fmla="*/ 3673119 h 7989004"/>
              <a:gd name="csX24" fmla="*/ 446117 w 11180243"/>
              <a:gd name="csY24" fmla="*/ 3635541 h 7989004"/>
              <a:gd name="csX25" fmla="*/ 433591 w 11180243"/>
              <a:gd name="csY25" fmla="*/ 3597963 h 7989004"/>
              <a:gd name="csX26" fmla="*/ 483695 w 11180243"/>
              <a:gd name="csY26" fmla="*/ 3472703 h 7989004"/>
              <a:gd name="csX27" fmla="*/ 533799 w 11180243"/>
              <a:gd name="csY27" fmla="*/ 3397547 h 7989004"/>
              <a:gd name="csX28" fmla="*/ 634007 w 11180243"/>
              <a:gd name="csY28" fmla="*/ 3222182 h 7989004"/>
              <a:gd name="csX29" fmla="*/ 659060 w 11180243"/>
              <a:gd name="csY29" fmla="*/ 3147026 h 7989004"/>
              <a:gd name="csX30" fmla="*/ 771794 w 11180243"/>
              <a:gd name="csY30" fmla="*/ 3046818 h 7989004"/>
              <a:gd name="csX31" fmla="*/ 846950 w 11180243"/>
              <a:gd name="csY31" fmla="*/ 2984188 h 7989004"/>
              <a:gd name="csX32" fmla="*/ 947158 w 11180243"/>
              <a:gd name="csY32" fmla="*/ 2934083 h 7989004"/>
              <a:gd name="csX33" fmla="*/ 1022314 w 11180243"/>
              <a:gd name="csY33" fmla="*/ 2883979 h 7989004"/>
              <a:gd name="csX34" fmla="*/ 1135049 w 11180243"/>
              <a:gd name="csY34" fmla="*/ 2821349 h 7989004"/>
              <a:gd name="csX35" fmla="*/ 1197679 w 11180243"/>
              <a:gd name="csY35" fmla="*/ 2758719 h 7989004"/>
              <a:gd name="csX36" fmla="*/ 1297887 w 11180243"/>
              <a:gd name="csY36" fmla="*/ 2671037 h 7989004"/>
              <a:gd name="csX37" fmla="*/ 1448199 w 11180243"/>
              <a:gd name="csY37" fmla="*/ 2620933 h 7989004"/>
              <a:gd name="csX38" fmla="*/ 1573460 w 11180243"/>
              <a:gd name="csY38" fmla="*/ 2658511 h 7989004"/>
              <a:gd name="csX39" fmla="*/ 1573460 w 11180243"/>
              <a:gd name="csY39" fmla="*/ 2658511 h 7989004"/>
              <a:gd name="csX40" fmla="*/ 1510829 w 11180243"/>
              <a:gd name="csY40" fmla="*/ 2595881 h 7989004"/>
              <a:gd name="csX41" fmla="*/ 1548407 w 11180243"/>
              <a:gd name="csY41" fmla="*/ 2407990 h 7989004"/>
              <a:gd name="csX42" fmla="*/ 1673668 w 11180243"/>
              <a:gd name="csY42" fmla="*/ 2307782 h 7989004"/>
              <a:gd name="csX43" fmla="*/ 1773876 w 11180243"/>
              <a:gd name="csY43" fmla="*/ 2245152 h 7989004"/>
              <a:gd name="csX44" fmla="*/ 1798928 w 11180243"/>
              <a:gd name="csY44" fmla="*/ 2207574 h 7989004"/>
              <a:gd name="csX45" fmla="*/ 1961766 w 11180243"/>
              <a:gd name="csY45" fmla="*/ 2195048 h 7989004"/>
              <a:gd name="csX46" fmla="*/ 2112079 w 11180243"/>
              <a:gd name="csY46" fmla="*/ 2245152 h 7989004"/>
              <a:gd name="csX47" fmla="*/ 2112079 w 11180243"/>
              <a:gd name="csY47" fmla="*/ 2245152 h 7989004"/>
              <a:gd name="csX48" fmla="*/ 2112079 w 11180243"/>
              <a:gd name="csY48" fmla="*/ 2245152 h 7989004"/>
              <a:gd name="csX49" fmla="*/ 2224813 w 11180243"/>
              <a:gd name="csY49" fmla="*/ 2195048 h 7989004"/>
              <a:gd name="csX50" fmla="*/ 2375125 w 11180243"/>
              <a:gd name="csY50" fmla="*/ 2094840 h 7989004"/>
              <a:gd name="csX51" fmla="*/ 2613120 w 11180243"/>
              <a:gd name="csY51" fmla="*/ 2057262 h 7989004"/>
              <a:gd name="csX52" fmla="*/ 2788484 w 11180243"/>
              <a:gd name="csY52" fmla="*/ 2082314 h 7989004"/>
              <a:gd name="csX53" fmla="*/ 2888692 w 11180243"/>
              <a:gd name="csY53" fmla="*/ 2169996 h 7989004"/>
              <a:gd name="csX54" fmla="*/ 3013953 w 11180243"/>
              <a:gd name="csY54" fmla="*/ 2195048 h 7989004"/>
              <a:gd name="csX55" fmla="*/ 2851114 w 11180243"/>
              <a:gd name="csY55" fmla="*/ 2082314 h 7989004"/>
              <a:gd name="csX56" fmla="*/ 2938797 w 11180243"/>
              <a:gd name="csY56" fmla="*/ 1957053 h 7989004"/>
              <a:gd name="csX57" fmla="*/ 3101635 w 11180243"/>
              <a:gd name="csY57" fmla="*/ 1957053 h 7989004"/>
              <a:gd name="csX58" fmla="*/ 3302051 w 11180243"/>
              <a:gd name="csY58" fmla="*/ 1957053 h 7989004"/>
              <a:gd name="csX59" fmla="*/ 3464890 w 11180243"/>
              <a:gd name="csY59" fmla="*/ 1969579 h 7989004"/>
              <a:gd name="csX60" fmla="*/ 3815618 w 11180243"/>
              <a:gd name="csY60" fmla="*/ 1919475 h 7989004"/>
              <a:gd name="csX61" fmla="*/ 3978457 w 11180243"/>
              <a:gd name="csY61" fmla="*/ 1919475 h 7989004"/>
              <a:gd name="csX62" fmla="*/ 4241503 w 11180243"/>
              <a:gd name="csY62" fmla="*/ 1894423 h 7989004"/>
              <a:gd name="csX63" fmla="*/ 4391816 w 11180243"/>
              <a:gd name="csY63" fmla="*/ 1906949 h 7989004"/>
              <a:gd name="csX64" fmla="*/ 4567180 w 11180243"/>
              <a:gd name="csY64" fmla="*/ 1994631 h 7989004"/>
              <a:gd name="csX65" fmla="*/ 4567180 w 11180243"/>
              <a:gd name="csY65" fmla="*/ 1994631 h 7989004"/>
              <a:gd name="csX66" fmla="*/ 4504550 w 11180243"/>
              <a:gd name="csY66" fmla="*/ 1844319 h 7989004"/>
              <a:gd name="csX67" fmla="*/ 4704966 w 11180243"/>
              <a:gd name="csY67" fmla="*/ 1844319 h 7989004"/>
              <a:gd name="csX68" fmla="*/ 4892857 w 11180243"/>
              <a:gd name="csY68" fmla="*/ 1869371 h 7989004"/>
              <a:gd name="csX69" fmla="*/ 4980539 w 11180243"/>
              <a:gd name="csY69" fmla="*/ 1869371 h 7989004"/>
              <a:gd name="csX70" fmla="*/ 5168429 w 11180243"/>
              <a:gd name="csY70" fmla="*/ 1769163 h 7989004"/>
              <a:gd name="csX71" fmla="*/ 5406424 w 11180243"/>
              <a:gd name="csY71" fmla="*/ 1794215 h 7989004"/>
              <a:gd name="csX72" fmla="*/ 5556736 w 11180243"/>
              <a:gd name="csY72" fmla="*/ 1819267 h 7989004"/>
              <a:gd name="csX73" fmla="*/ 5744627 w 11180243"/>
              <a:gd name="csY73" fmla="*/ 1781689 h 7989004"/>
              <a:gd name="csX74" fmla="*/ 5882413 w 11180243"/>
              <a:gd name="csY74" fmla="*/ 1794215 h 7989004"/>
              <a:gd name="csX75" fmla="*/ 5945043 w 11180243"/>
              <a:gd name="csY75" fmla="*/ 1794215 h 7989004"/>
              <a:gd name="csX76" fmla="*/ 6283246 w 11180243"/>
              <a:gd name="csY76" fmla="*/ 1631377 h 7989004"/>
              <a:gd name="csX77" fmla="*/ 6508714 w 11180243"/>
              <a:gd name="csY77" fmla="*/ 1593799 h 7989004"/>
              <a:gd name="csX78" fmla="*/ 6696605 w 11180243"/>
              <a:gd name="csY78" fmla="*/ 1481064 h 7989004"/>
              <a:gd name="csX79" fmla="*/ 6859443 w 11180243"/>
              <a:gd name="csY79" fmla="*/ 1493590 h 7989004"/>
              <a:gd name="csX80" fmla="*/ 6997229 w 11180243"/>
              <a:gd name="csY80" fmla="*/ 1481064 h 7989004"/>
              <a:gd name="csX81" fmla="*/ 7147542 w 11180243"/>
              <a:gd name="csY81" fmla="*/ 1355804 h 7989004"/>
              <a:gd name="csX82" fmla="*/ 7360484 w 11180243"/>
              <a:gd name="csY82" fmla="*/ 1230544 h 7989004"/>
              <a:gd name="csX83" fmla="*/ 7485744 w 11180243"/>
              <a:gd name="csY83" fmla="*/ 1243070 h 7989004"/>
              <a:gd name="csX84" fmla="*/ 7585953 w 11180243"/>
              <a:gd name="csY84" fmla="*/ 1255596 h 7989004"/>
              <a:gd name="csX85" fmla="*/ 7673635 w 11180243"/>
              <a:gd name="csY85" fmla="*/ 1255596 h 7989004"/>
              <a:gd name="csX86" fmla="*/ 7886577 w 11180243"/>
              <a:gd name="csY86" fmla="*/ 1218018 h 7989004"/>
              <a:gd name="csX87" fmla="*/ 7949207 w 11180243"/>
              <a:gd name="csY87" fmla="*/ 1167914 h 7989004"/>
              <a:gd name="csX88" fmla="*/ 8086994 w 11180243"/>
              <a:gd name="csY88" fmla="*/ 1180440 h 7989004"/>
              <a:gd name="csX89" fmla="*/ 8086994 w 11180243"/>
              <a:gd name="csY89" fmla="*/ 1180440 h 7989004"/>
              <a:gd name="csX90" fmla="*/ 8224780 w 11180243"/>
              <a:gd name="csY90" fmla="*/ 1130336 h 7989004"/>
              <a:gd name="csX91" fmla="*/ 8412671 w 11180243"/>
              <a:gd name="csY91" fmla="*/ 1042653 h 7989004"/>
              <a:gd name="csX92" fmla="*/ 8588035 w 11180243"/>
              <a:gd name="csY92" fmla="*/ 942445 h 7989004"/>
              <a:gd name="csX93" fmla="*/ 8663191 w 11180243"/>
              <a:gd name="csY93" fmla="*/ 854763 h 7989004"/>
              <a:gd name="csX94" fmla="*/ 8700769 w 11180243"/>
              <a:gd name="csY94" fmla="*/ 804659 h 7989004"/>
              <a:gd name="csX95" fmla="*/ 8851081 w 11180243"/>
              <a:gd name="csY95" fmla="*/ 779607 h 7989004"/>
              <a:gd name="csX96" fmla="*/ 8963816 w 11180243"/>
              <a:gd name="csY96" fmla="*/ 754555 h 7989004"/>
              <a:gd name="csX97" fmla="*/ 9076550 w 11180243"/>
              <a:gd name="csY97" fmla="*/ 716977 h 7989004"/>
              <a:gd name="csX98" fmla="*/ 9126654 w 11180243"/>
              <a:gd name="csY98" fmla="*/ 691925 h 7989004"/>
              <a:gd name="csX99" fmla="*/ 9373500 w 11180243"/>
              <a:gd name="csY99" fmla="*/ 691925 h 7989004"/>
              <a:gd name="csX100" fmla="*/ 9607403 w 11180243"/>
              <a:gd name="csY100" fmla="*/ 410423 h 7989004"/>
              <a:gd name="csX101" fmla="*/ 10101179 w 11180243"/>
              <a:gd name="csY101" fmla="*/ 123911 h 7989004"/>
              <a:gd name="csX102" fmla="*/ 10588859 w 11180243"/>
              <a:gd name="csY102" fmla="*/ 1991 h 7989004"/>
              <a:gd name="csX103" fmla="*/ 11011905 w 11180243"/>
              <a:gd name="csY103" fmla="*/ 89089 h 7989004"/>
              <a:gd name="csX104" fmla="*/ 11143595 w 11180243"/>
              <a:gd name="csY104" fmla="*/ 251926 h 7989004"/>
              <a:gd name="csX105" fmla="*/ 11180171 w 11180243"/>
              <a:gd name="csY105" fmla="*/ 629879 h 7989004"/>
              <a:gd name="csX106" fmla="*/ 11070443 w 11180243"/>
              <a:gd name="csY106" fmla="*/ 898102 h 7989004"/>
              <a:gd name="csX107" fmla="*/ 10930235 w 11180243"/>
              <a:gd name="csY107" fmla="*/ 1355303 h 7989004"/>
              <a:gd name="csX108" fmla="*/ 10466939 w 11180243"/>
              <a:gd name="csY108" fmla="*/ 1690582 h 7989004"/>
              <a:gd name="csX109" fmla="*/ 10381595 w 11180243"/>
              <a:gd name="csY109" fmla="*/ 2001478 h 7989004"/>
              <a:gd name="csX110" fmla="*/ 10174331 w 11180243"/>
              <a:gd name="csY110" fmla="*/ 2190454 h 7989004"/>
              <a:gd name="csX111" fmla="*/ 9912203 w 11180243"/>
              <a:gd name="csY111" fmla="*/ 2580598 h 7989004"/>
              <a:gd name="csX112" fmla="*/ 9729323 w 11180243"/>
              <a:gd name="csY112" fmla="*/ 2934166 h 7989004"/>
              <a:gd name="csX113" fmla="*/ 9497675 w 11180243"/>
              <a:gd name="csY113" fmla="*/ 3092662 h 7989004"/>
              <a:gd name="csX114" fmla="*/ 9290411 w 11180243"/>
              <a:gd name="csY114" fmla="*/ 3299926 h 7989004"/>
              <a:gd name="csX115" fmla="*/ 8985611 w 11180243"/>
              <a:gd name="csY115" fmla="*/ 3452326 h 7989004"/>
              <a:gd name="csX116" fmla="*/ 8814923 w 11180243"/>
              <a:gd name="csY116" fmla="*/ 3763222 h 7989004"/>
              <a:gd name="csX117" fmla="*/ 8400395 w 11180243"/>
              <a:gd name="csY117" fmla="*/ 3915622 h 7989004"/>
              <a:gd name="csX118" fmla="*/ 8315051 w 11180243"/>
              <a:gd name="csY118" fmla="*/ 4104598 h 7989004"/>
              <a:gd name="csX119" fmla="*/ 8089499 w 11180243"/>
              <a:gd name="csY119" fmla="*/ 4214326 h 7989004"/>
              <a:gd name="csX120" fmla="*/ 7711547 w 11180243"/>
              <a:gd name="csY120" fmla="*/ 4293574 h 7989004"/>
              <a:gd name="csX121" fmla="*/ 7400651 w 11180243"/>
              <a:gd name="csY121" fmla="*/ 4470358 h 7989004"/>
              <a:gd name="csX122" fmla="*/ 6967835 w 11180243"/>
              <a:gd name="csY122" fmla="*/ 4476454 h 7989004"/>
              <a:gd name="csX123" fmla="*/ 6644747 w 11180243"/>
              <a:gd name="csY123" fmla="*/ 4592278 h 7989004"/>
              <a:gd name="csX124" fmla="*/ 6260699 w 11180243"/>
              <a:gd name="csY124" fmla="*/ 4622758 h 7989004"/>
              <a:gd name="csX125" fmla="*/ 6144875 w 11180243"/>
              <a:gd name="csY125" fmla="*/ 4744678 h 7989004"/>
              <a:gd name="csX126" fmla="*/ 5931515 w 11180243"/>
              <a:gd name="csY126" fmla="*/ 4756870 h 7989004"/>
              <a:gd name="csX127" fmla="*/ 5742539 w 11180243"/>
              <a:gd name="csY127" fmla="*/ 4756870 h 7989004"/>
              <a:gd name="csX128" fmla="*/ 5273147 w 11180243"/>
              <a:gd name="csY128" fmla="*/ 4769062 h 7989004"/>
              <a:gd name="csX129" fmla="*/ 4876907 w 11180243"/>
              <a:gd name="csY129" fmla="*/ 4756870 h 7989004"/>
              <a:gd name="csX130" fmla="*/ 4773275 w 11180243"/>
              <a:gd name="csY130" fmla="*/ 4860502 h 7989004"/>
              <a:gd name="csX131" fmla="*/ 4370939 w 11180243"/>
              <a:gd name="csY131" fmla="*/ 5061670 h 7989004"/>
              <a:gd name="csX132" fmla="*/ 3925931 w 11180243"/>
              <a:gd name="csY132" fmla="*/ 5171398 h 7989004"/>
              <a:gd name="csX133" fmla="*/ 4200251 w 11180243"/>
              <a:gd name="csY133" fmla="*/ 5579830 h 7989004"/>
              <a:gd name="csX134" fmla="*/ 4194155 w 11180243"/>
              <a:gd name="csY134" fmla="*/ 6018742 h 7989004"/>
              <a:gd name="csX135" fmla="*/ 4261211 w 11180243"/>
              <a:gd name="csY135" fmla="*/ 6201622 h 7989004"/>
              <a:gd name="csX0" fmla="*/ 1155675 w 11180243"/>
              <a:gd name="csY0" fmla="*/ 7909756 h 7909756"/>
              <a:gd name="csX1" fmla="*/ 1005948 w 11180243"/>
              <a:gd name="csY1" fmla="*/ 7743909 h 7909756"/>
              <a:gd name="csX2" fmla="*/ 737724 w 11180243"/>
              <a:gd name="csY2" fmla="*/ 7585413 h 7909756"/>
              <a:gd name="csX3" fmla="*/ 609708 w 11180243"/>
              <a:gd name="csY3" fmla="*/ 7073349 h 7909756"/>
              <a:gd name="csX4" fmla="*/ 573132 w 11180243"/>
              <a:gd name="csY4" fmla="*/ 6683205 h 7909756"/>
              <a:gd name="csX5" fmla="*/ 128124 w 11180243"/>
              <a:gd name="csY5" fmla="*/ 6390597 h 7909756"/>
              <a:gd name="csX6" fmla="*/ 61068 w 11180243"/>
              <a:gd name="csY6" fmla="*/ 6116277 h 7909756"/>
              <a:gd name="csX7" fmla="*/ 109835 w 11180243"/>
              <a:gd name="csY7" fmla="*/ 5927301 h 7909756"/>
              <a:gd name="csX8" fmla="*/ 6204 w 11180243"/>
              <a:gd name="csY8" fmla="*/ 5793189 h 7909756"/>
              <a:gd name="csX9" fmla="*/ 18395 w 11180243"/>
              <a:gd name="csY9" fmla="*/ 5604213 h 7909756"/>
              <a:gd name="csX10" fmla="*/ 122027 w 11180243"/>
              <a:gd name="csY10" fmla="*/ 5372565 h 7909756"/>
              <a:gd name="csX11" fmla="*/ 270753 w 11180243"/>
              <a:gd name="csY11" fmla="*/ 4762883 h 7909756"/>
              <a:gd name="csX12" fmla="*/ 183071 w 11180243"/>
              <a:gd name="csY12" fmla="*/ 4612571 h 7909756"/>
              <a:gd name="csX13" fmla="*/ 208123 w 11180243"/>
              <a:gd name="csY13" fmla="*/ 4524889 h 7909756"/>
              <a:gd name="csX14" fmla="*/ 183071 w 11180243"/>
              <a:gd name="csY14" fmla="*/ 4399629 h 7909756"/>
              <a:gd name="csX15" fmla="*/ 145492 w 11180243"/>
              <a:gd name="csY15" fmla="*/ 4324473 h 7909756"/>
              <a:gd name="csX16" fmla="*/ 208123 w 11180243"/>
              <a:gd name="csY16" fmla="*/ 4174160 h 7909756"/>
              <a:gd name="csX17" fmla="*/ 258227 w 11180243"/>
              <a:gd name="csY17" fmla="*/ 4061426 h 7909756"/>
              <a:gd name="csX18" fmla="*/ 320857 w 11180243"/>
              <a:gd name="csY18" fmla="*/ 3961218 h 7909756"/>
              <a:gd name="csX19" fmla="*/ 320857 w 11180243"/>
              <a:gd name="csY19" fmla="*/ 3961218 h 7909756"/>
              <a:gd name="csX20" fmla="*/ 433591 w 11180243"/>
              <a:gd name="csY20" fmla="*/ 3835957 h 7909756"/>
              <a:gd name="csX21" fmla="*/ 558851 w 11180243"/>
              <a:gd name="csY21" fmla="*/ 3785853 h 7909756"/>
              <a:gd name="csX22" fmla="*/ 558851 w 11180243"/>
              <a:gd name="csY22" fmla="*/ 3785853 h 7909756"/>
              <a:gd name="csX23" fmla="*/ 546325 w 11180243"/>
              <a:gd name="csY23" fmla="*/ 3673119 h 7909756"/>
              <a:gd name="csX24" fmla="*/ 446117 w 11180243"/>
              <a:gd name="csY24" fmla="*/ 3635541 h 7909756"/>
              <a:gd name="csX25" fmla="*/ 433591 w 11180243"/>
              <a:gd name="csY25" fmla="*/ 3597963 h 7909756"/>
              <a:gd name="csX26" fmla="*/ 483695 w 11180243"/>
              <a:gd name="csY26" fmla="*/ 3472703 h 7909756"/>
              <a:gd name="csX27" fmla="*/ 533799 w 11180243"/>
              <a:gd name="csY27" fmla="*/ 3397547 h 7909756"/>
              <a:gd name="csX28" fmla="*/ 634007 w 11180243"/>
              <a:gd name="csY28" fmla="*/ 3222182 h 7909756"/>
              <a:gd name="csX29" fmla="*/ 659060 w 11180243"/>
              <a:gd name="csY29" fmla="*/ 3147026 h 7909756"/>
              <a:gd name="csX30" fmla="*/ 771794 w 11180243"/>
              <a:gd name="csY30" fmla="*/ 3046818 h 7909756"/>
              <a:gd name="csX31" fmla="*/ 846950 w 11180243"/>
              <a:gd name="csY31" fmla="*/ 2984188 h 7909756"/>
              <a:gd name="csX32" fmla="*/ 947158 w 11180243"/>
              <a:gd name="csY32" fmla="*/ 2934083 h 7909756"/>
              <a:gd name="csX33" fmla="*/ 1022314 w 11180243"/>
              <a:gd name="csY33" fmla="*/ 2883979 h 7909756"/>
              <a:gd name="csX34" fmla="*/ 1135049 w 11180243"/>
              <a:gd name="csY34" fmla="*/ 2821349 h 7909756"/>
              <a:gd name="csX35" fmla="*/ 1197679 w 11180243"/>
              <a:gd name="csY35" fmla="*/ 2758719 h 7909756"/>
              <a:gd name="csX36" fmla="*/ 1297887 w 11180243"/>
              <a:gd name="csY36" fmla="*/ 2671037 h 7909756"/>
              <a:gd name="csX37" fmla="*/ 1448199 w 11180243"/>
              <a:gd name="csY37" fmla="*/ 2620933 h 7909756"/>
              <a:gd name="csX38" fmla="*/ 1573460 w 11180243"/>
              <a:gd name="csY38" fmla="*/ 2658511 h 7909756"/>
              <a:gd name="csX39" fmla="*/ 1573460 w 11180243"/>
              <a:gd name="csY39" fmla="*/ 2658511 h 7909756"/>
              <a:gd name="csX40" fmla="*/ 1510829 w 11180243"/>
              <a:gd name="csY40" fmla="*/ 2595881 h 7909756"/>
              <a:gd name="csX41" fmla="*/ 1548407 w 11180243"/>
              <a:gd name="csY41" fmla="*/ 2407990 h 7909756"/>
              <a:gd name="csX42" fmla="*/ 1673668 w 11180243"/>
              <a:gd name="csY42" fmla="*/ 2307782 h 7909756"/>
              <a:gd name="csX43" fmla="*/ 1773876 w 11180243"/>
              <a:gd name="csY43" fmla="*/ 2245152 h 7909756"/>
              <a:gd name="csX44" fmla="*/ 1798928 w 11180243"/>
              <a:gd name="csY44" fmla="*/ 2207574 h 7909756"/>
              <a:gd name="csX45" fmla="*/ 1961766 w 11180243"/>
              <a:gd name="csY45" fmla="*/ 2195048 h 7909756"/>
              <a:gd name="csX46" fmla="*/ 2112079 w 11180243"/>
              <a:gd name="csY46" fmla="*/ 2245152 h 7909756"/>
              <a:gd name="csX47" fmla="*/ 2112079 w 11180243"/>
              <a:gd name="csY47" fmla="*/ 2245152 h 7909756"/>
              <a:gd name="csX48" fmla="*/ 2112079 w 11180243"/>
              <a:gd name="csY48" fmla="*/ 2245152 h 7909756"/>
              <a:gd name="csX49" fmla="*/ 2224813 w 11180243"/>
              <a:gd name="csY49" fmla="*/ 2195048 h 7909756"/>
              <a:gd name="csX50" fmla="*/ 2375125 w 11180243"/>
              <a:gd name="csY50" fmla="*/ 2094840 h 7909756"/>
              <a:gd name="csX51" fmla="*/ 2613120 w 11180243"/>
              <a:gd name="csY51" fmla="*/ 2057262 h 7909756"/>
              <a:gd name="csX52" fmla="*/ 2788484 w 11180243"/>
              <a:gd name="csY52" fmla="*/ 2082314 h 7909756"/>
              <a:gd name="csX53" fmla="*/ 2888692 w 11180243"/>
              <a:gd name="csY53" fmla="*/ 2169996 h 7909756"/>
              <a:gd name="csX54" fmla="*/ 3013953 w 11180243"/>
              <a:gd name="csY54" fmla="*/ 2195048 h 7909756"/>
              <a:gd name="csX55" fmla="*/ 2851114 w 11180243"/>
              <a:gd name="csY55" fmla="*/ 2082314 h 7909756"/>
              <a:gd name="csX56" fmla="*/ 2938797 w 11180243"/>
              <a:gd name="csY56" fmla="*/ 1957053 h 7909756"/>
              <a:gd name="csX57" fmla="*/ 3101635 w 11180243"/>
              <a:gd name="csY57" fmla="*/ 1957053 h 7909756"/>
              <a:gd name="csX58" fmla="*/ 3302051 w 11180243"/>
              <a:gd name="csY58" fmla="*/ 1957053 h 7909756"/>
              <a:gd name="csX59" fmla="*/ 3464890 w 11180243"/>
              <a:gd name="csY59" fmla="*/ 1969579 h 7909756"/>
              <a:gd name="csX60" fmla="*/ 3815618 w 11180243"/>
              <a:gd name="csY60" fmla="*/ 1919475 h 7909756"/>
              <a:gd name="csX61" fmla="*/ 3978457 w 11180243"/>
              <a:gd name="csY61" fmla="*/ 1919475 h 7909756"/>
              <a:gd name="csX62" fmla="*/ 4241503 w 11180243"/>
              <a:gd name="csY62" fmla="*/ 1894423 h 7909756"/>
              <a:gd name="csX63" fmla="*/ 4391816 w 11180243"/>
              <a:gd name="csY63" fmla="*/ 1906949 h 7909756"/>
              <a:gd name="csX64" fmla="*/ 4567180 w 11180243"/>
              <a:gd name="csY64" fmla="*/ 1994631 h 7909756"/>
              <a:gd name="csX65" fmla="*/ 4567180 w 11180243"/>
              <a:gd name="csY65" fmla="*/ 1994631 h 7909756"/>
              <a:gd name="csX66" fmla="*/ 4504550 w 11180243"/>
              <a:gd name="csY66" fmla="*/ 1844319 h 7909756"/>
              <a:gd name="csX67" fmla="*/ 4704966 w 11180243"/>
              <a:gd name="csY67" fmla="*/ 1844319 h 7909756"/>
              <a:gd name="csX68" fmla="*/ 4892857 w 11180243"/>
              <a:gd name="csY68" fmla="*/ 1869371 h 7909756"/>
              <a:gd name="csX69" fmla="*/ 4980539 w 11180243"/>
              <a:gd name="csY69" fmla="*/ 1869371 h 7909756"/>
              <a:gd name="csX70" fmla="*/ 5168429 w 11180243"/>
              <a:gd name="csY70" fmla="*/ 1769163 h 7909756"/>
              <a:gd name="csX71" fmla="*/ 5406424 w 11180243"/>
              <a:gd name="csY71" fmla="*/ 1794215 h 7909756"/>
              <a:gd name="csX72" fmla="*/ 5556736 w 11180243"/>
              <a:gd name="csY72" fmla="*/ 1819267 h 7909756"/>
              <a:gd name="csX73" fmla="*/ 5744627 w 11180243"/>
              <a:gd name="csY73" fmla="*/ 1781689 h 7909756"/>
              <a:gd name="csX74" fmla="*/ 5882413 w 11180243"/>
              <a:gd name="csY74" fmla="*/ 1794215 h 7909756"/>
              <a:gd name="csX75" fmla="*/ 5945043 w 11180243"/>
              <a:gd name="csY75" fmla="*/ 1794215 h 7909756"/>
              <a:gd name="csX76" fmla="*/ 6283246 w 11180243"/>
              <a:gd name="csY76" fmla="*/ 1631377 h 7909756"/>
              <a:gd name="csX77" fmla="*/ 6508714 w 11180243"/>
              <a:gd name="csY77" fmla="*/ 1593799 h 7909756"/>
              <a:gd name="csX78" fmla="*/ 6696605 w 11180243"/>
              <a:gd name="csY78" fmla="*/ 1481064 h 7909756"/>
              <a:gd name="csX79" fmla="*/ 6859443 w 11180243"/>
              <a:gd name="csY79" fmla="*/ 1493590 h 7909756"/>
              <a:gd name="csX80" fmla="*/ 6997229 w 11180243"/>
              <a:gd name="csY80" fmla="*/ 1481064 h 7909756"/>
              <a:gd name="csX81" fmla="*/ 7147542 w 11180243"/>
              <a:gd name="csY81" fmla="*/ 1355804 h 7909756"/>
              <a:gd name="csX82" fmla="*/ 7360484 w 11180243"/>
              <a:gd name="csY82" fmla="*/ 1230544 h 7909756"/>
              <a:gd name="csX83" fmla="*/ 7485744 w 11180243"/>
              <a:gd name="csY83" fmla="*/ 1243070 h 7909756"/>
              <a:gd name="csX84" fmla="*/ 7585953 w 11180243"/>
              <a:gd name="csY84" fmla="*/ 1255596 h 7909756"/>
              <a:gd name="csX85" fmla="*/ 7673635 w 11180243"/>
              <a:gd name="csY85" fmla="*/ 1255596 h 7909756"/>
              <a:gd name="csX86" fmla="*/ 7886577 w 11180243"/>
              <a:gd name="csY86" fmla="*/ 1218018 h 7909756"/>
              <a:gd name="csX87" fmla="*/ 7949207 w 11180243"/>
              <a:gd name="csY87" fmla="*/ 1167914 h 7909756"/>
              <a:gd name="csX88" fmla="*/ 8086994 w 11180243"/>
              <a:gd name="csY88" fmla="*/ 1180440 h 7909756"/>
              <a:gd name="csX89" fmla="*/ 8086994 w 11180243"/>
              <a:gd name="csY89" fmla="*/ 1180440 h 7909756"/>
              <a:gd name="csX90" fmla="*/ 8224780 w 11180243"/>
              <a:gd name="csY90" fmla="*/ 1130336 h 7909756"/>
              <a:gd name="csX91" fmla="*/ 8412671 w 11180243"/>
              <a:gd name="csY91" fmla="*/ 1042653 h 7909756"/>
              <a:gd name="csX92" fmla="*/ 8588035 w 11180243"/>
              <a:gd name="csY92" fmla="*/ 942445 h 7909756"/>
              <a:gd name="csX93" fmla="*/ 8663191 w 11180243"/>
              <a:gd name="csY93" fmla="*/ 854763 h 7909756"/>
              <a:gd name="csX94" fmla="*/ 8700769 w 11180243"/>
              <a:gd name="csY94" fmla="*/ 804659 h 7909756"/>
              <a:gd name="csX95" fmla="*/ 8851081 w 11180243"/>
              <a:gd name="csY95" fmla="*/ 779607 h 7909756"/>
              <a:gd name="csX96" fmla="*/ 8963816 w 11180243"/>
              <a:gd name="csY96" fmla="*/ 754555 h 7909756"/>
              <a:gd name="csX97" fmla="*/ 9076550 w 11180243"/>
              <a:gd name="csY97" fmla="*/ 716977 h 7909756"/>
              <a:gd name="csX98" fmla="*/ 9126654 w 11180243"/>
              <a:gd name="csY98" fmla="*/ 691925 h 7909756"/>
              <a:gd name="csX99" fmla="*/ 9373500 w 11180243"/>
              <a:gd name="csY99" fmla="*/ 691925 h 7909756"/>
              <a:gd name="csX100" fmla="*/ 9607403 w 11180243"/>
              <a:gd name="csY100" fmla="*/ 410423 h 7909756"/>
              <a:gd name="csX101" fmla="*/ 10101179 w 11180243"/>
              <a:gd name="csY101" fmla="*/ 123911 h 7909756"/>
              <a:gd name="csX102" fmla="*/ 10588859 w 11180243"/>
              <a:gd name="csY102" fmla="*/ 1991 h 7909756"/>
              <a:gd name="csX103" fmla="*/ 11011905 w 11180243"/>
              <a:gd name="csY103" fmla="*/ 89089 h 7909756"/>
              <a:gd name="csX104" fmla="*/ 11143595 w 11180243"/>
              <a:gd name="csY104" fmla="*/ 251926 h 7909756"/>
              <a:gd name="csX105" fmla="*/ 11180171 w 11180243"/>
              <a:gd name="csY105" fmla="*/ 629879 h 7909756"/>
              <a:gd name="csX106" fmla="*/ 11070443 w 11180243"/>
              <a:gd name="csY106" fmla="*/ 898102 h 7909756"/>
              <a:gd name="csX107" fmla="*/ 10930235 w 11180243"/>
              <a:gd name="csY107" fmla="*/ 1355303 h 7909756"/>
              <a:gd name="csX108" fmla="*/ 10466939 w 11180243"/>
              <a:gd name="csY108" fmla="*/ 1690582 h 7909756"/>
              <a:gd name="csX109" fmla="*/ 10381595 w 11180243"/>
              <a:gd name="csY109" fmla="*/ 2001478 h 7909756"/>
              <a:gd name="csX110" fmla="*/ 10174331 w 11180243"/>
              <a:gd name="csY110" fmla="*/ 2190454 h 7909756"/>
              <a:gd name="csX111" fmla="*/ 9912203 w 11180243"/>
              <a:gd name="csY111" fmla="*/ 2580598 h 7909756"/>
              <a:gd name="csX112" fmla="*/ 9729323 w 11180243"/>
              <a:gd name="csY112" fmla="*/ 2934166 h 7909756"/>
              <a:gd name="csX113" fmla="*/ 9497675 w 11180243"/>
              <a:gd name="csY113" fmla="*/ 3092662 h 7909756"/>
              <a:gd name="csX114" fmla="*/ 9290411 w 11180243"/>
              <a:gd name="csY114" fmla="*/ 3299926 h 7909756"/>
              <a:gd name="csX115" fmla="*/ 8985611 w 11180243"/>
              <a:gd name="csY115" fmla="*/ 3452326 h 7909756"/>
              <a:gd name="csX116" fmla="*/ 8814923 w 11180243"/>
              <a:gd name="csY116" fmla="*/ 3763222 h 7909756"/>
              <a:gd name="csX117" fmla="*/ 8400395 w 11180243"/>
              <a:gd name="csY117" fmla="*/ 3915622 h 7909756"/>
              <a:gd name="csX118" fmla="*/ 8315051 w 11180243"/>
              <a:gd name="csY118" fmla="*/ 4104598 h 7909756"/>
              <a:gd name="csX119" fmla="*/ 8089499 w 11180243"/>
              <a:gd name="csY119" fmla="*/ 4214326 h 7909756"/>
              <a:gd name="csX120" fmla="*/ 7711547 w 11180243"/>
              <a:gd name="csY120" fmla="*/ 4293574 h 7909756"/>
              <a:gd name="csX121" fmla="*/ 7400651 w 11180243"/>
              <a:gd name="csY121" fmla="*/ 4470358 h 7909756"/>
              <a:gd name="csX122" fmla="*/ 6967835 w 11180243"/>
              <a:gd name="csY122" fmla="*/ 4476454 h 7909756"/>
              <a:gd name="csX123" fmla="*/ 6644747 w 11180243"/>
              <a:gd name="csY123" fmla="*/ 4592278 h 7909756"/>
              <a:gd name="csX124" fmla="*/ 6260699 w 11180243"/>
              <a:gd name="csY124" fmla="*/ 4622758 h 7909756"/>
              <a:gd name="csX125" fmla="*/ 6144875 w 11180243"/>
              <a:gd name="csY125" fmla="*/ 4744678 h 7909756"/>
              <a:gd name="csX126" fmla="*/ 5931515 w 11180243"/>
              <a:gd name="csY126" fmla="*/ 4756870 h 7909756"/>
              <a:gd name="csX127" fmla="*/ 5742539 w 11180243"/>
              <a:gd name="csY127" fmla="*/ 4756870 h 7909756"/>
              <a:gd name="csX128" fmla="*/ 5273147 w 11180243"/>
              <a:gd name="csY128" fmla="*/ 4769062 h 7909756"/>
              <a:gd name="csX129" fmla="*/ 4876907 w 11180243"/>
              <a:gd name="csY129" fmla="*/ 4756870 h 7909756"/>
              <a:gd name="csX130" fmla="*/ 4773275 w 11180243"/>
              <a:gd name="csY130" fmla="*/ 4860502 h 7909756"/>
              <a:gd name="csX131" fmla="*/ 4370939 w 11180243"/>
              <a:gd name="csY131" fmla="*/ 5061670 h 7909756"/>
              <a:gd name="csX132" fmla="*/ 3925931 w 11180243"/>
              <a:gd name="csY132" fmla="*/ 5171398 h 7909756"/>
              <a:gd name="csX133" fmla="*/ 4200251 w 11180243"/>
              <a:gd name="csY133" fmla="*/ 5579830 h 7909756"/>
              <a:gd name="csX134" fmla="*/ 4194155 w 11180243"/>
              <a:gd name="csY134" fmla="*/ 6018742 h 7909756"/>
              <a:gd name="csX135" fmla="*/ 4261211 w 11180243"/>
              <a:gd name="csY135" fmla="*/ 6201622 h 7909756"/>
              <a:gd name="csX0" fmla="*/ 3222219 w 11180243"/>
              <a:gd name="csY0" fmla="*/ 8269420 h 8269420"/>
              <a:gd name="csX1" fmla="*/ 1005948 w 11180243"/>
              <a:gd name="csY1" fmla="*/ 7743909 h 8269420"/>
              <a:gd name="csX2" fmla="*/ 737724 w 11180243"/>
              <a:gd name="csY2" fmla="*/ 7585413 h 8269420"/>
              <a:gd name="csX3" fmla="*/ 609708 w 11180243"/>
              <a:gd name="csY3" fmla="*/ 7073349 h 8269420"/>
              <a:gd name="csX4" fmla="*/ 573132 w 11180243"/>
              <a:gd name="csY4" fmla="*/ 6683205 h 8269420"/>
              <a:gd name="csX5" fmla="*/ 128124 w 11180243"/>
              <a:gd name="csY5" fmla="*/ 6390597 h 8269420"/>
              <a:gd name="csX6" fmla="*/ 61068 w 11180243"/>
              <a:gd name="csY6" fmla="*/ 6116277 h 8269420"/>
              <a:gd name="csX7" fmla="*/ 109835 w 11180243"/>
              <a:gd name="csY7" fmla="*/ 5927301 h 8269420"/>
              <a:gd name="csX8" fmla="*/ 6204 w 11180243"/>
              <a:gd name="csY8" fmla="*/ 5793189 h 8269420"/>
              <a:gd name="csX9" fmla="*/ 18395 w 11180243"/>
              <a:gd name="csY9" fmla="*/ 5604213 h 8269420"/>
              <a:gd name="csX10" fmla="*/ 122027 w 11180243"/>
              <a:gd name="csY10" fmla="*/ 5372565 h 8269420"/>
              <a:gd name="csX11" fmla="*/ 270753 w 11180243"/>
              <a:gd name="csY11" fmla="*/ 4762883 h 8269420"/>
              <a:gd name="csX12" fmla="*/ 183071 w 11180243"/>
              <a:gd name="csY12" fmla="*/ 4612571 h 8269420"/>
              <a:gd name="csX13" fmla="*/ 208123 w 11180243"/>
              <a:gd name="csY13" fmla="*/ 4524889 h 8269420"/>
              <a:gd name="csX14" fmla="*/ 183071 w 11180243"/>
              <a:gd name="csY14" fmla="*/ 4399629 h 8269420"/>
              <a:gd name="csX15" fmla="*/ 145492 w 11180243"/>
              <a:gd name="csY15" fmla="*/ 4324473 h 8269420"/>
              <a:gd name="csX16" fmla="*/ 208123 w 11180243"/>
              <a:gd name="csY16" fmla="*/ 4174160 h 8269420"/>
              <a:gd name="csX17" fmla="*/ 258227 w 11180243"/>
              <a:gd name="csY17" fmla="*/ 4061426 h 8269420"/>
              <a:gd name="csX18" fmla="*/ 320857 w 11180243"/>
              <a:gd name="csY18" fmla="*/ 3961218 h 8269420"/>
              <a:gd name="csX19" fmla="*/ 320857 w 11180243"/>
              <a:gd name="csY19" fmla="*/ 3961218 h 8269420"/>
              <a:gd name="csX20" fmla="*/ 433591 w 11180243"/>
              <a:gd name="csY20" fmla="*/ 3835957 h 8269420"/>
              <a:gd name="csX21" fmla="*/ 558851 w 11180243"/>
              <a:gd name="csY21" fmla="*/ 3785853 h 8269420"/>
              <a:gd name="csX22" fmla="*/ 558851 w 11180243"/>
              <a:gd name="csY22" fmla="*/ 3785853 h 8269420"/>
              <a:gd name="csX23" fmla="*/ 546325 w 11180243"/>
              <a:gd name="csY23" fmla="*/ 3673119 h 8269420"/>
              <a:gd name="csX24" fmla="*/ 446117 w 11180243"/>
              <a:gd name="csY24" fmla="*/ 3635541 h 8269420"/>
              <a:gd name="csX25" fmla="*/ 433591 w 11180243"/>
              <a:gd name="csY25" fmla="*/ 3597963 h 8269420"/>
              <a:gd name="csX26" fmla="*/ 483695 w 11180243"/>
              <a:gd name="csY26" fmla="*/ 3472703 h 8269420"/>
              <a:gd name="csX27" fmla="*/ 533799 w 11180243"/>
              <a:gd name="csY27" fmla="*/ 3397547 h 8269420"/>
              <a:gd name="csX28" fmla="*/ 634007 w 11180243"/>
              <a:gd name="csY28" fmla="*/ 3222182 h 8269420"/>
              <a:gd name="csX29" fmla="*/ 659060 w 11180243"/>
              <a:gd name="csY29" fmla="*/ 3147026 h 8269420"/>
              <a:gd name="csX30" fmla="*/ 771794 w 11180243"/>
              <a:gd name="csY30" fmla="*/ 3046818 h 8269420"/>
              <a:gd name="csX31" fmla="*/ 846950 w 11180243"/>
              <a:gd name="csY31" fmla="*/ 2984188 h 8269420"/>
              <a:gd name="csX32" fmla="*/ 947158 w 11180243"/>
              <a:gd name="csY32" fmla="*/ 2934083 h 8269420"/>
              <a:gd name="csX33" fmla="*/ 1022314 w 11180243"/>
              <a:gd name="csY33" fmla="*/ 2883979 h 8269420"/>
              <a:gd name="csX34" fmla="*/ 1135049 w 11180243"/>
              <a:gd name="csY34" fmla="*/ 2821349 h 8269420"/>
              <a:gd name="csX35" fmla="*/ 1197679 w 11180243"/>
              <a:gd name="csY35" fmla="*/ 2758719 h 8269420"/>
              <a:gd name="csX36" fmla="*/ 1297887 w 11180243"/>
              <a:gd name="csY36" fmla="*/ 2671037 h 8269420"/>
              <a:gd name="csX37" fmla="*/ 1448199 w 11180243"/>
              <a:gd name="csY37" fmla="*/ 2620933 h 8269420"/>
              <a:gd name="csX38" fmla="*/ 1573460 w 11180243"/>
              <a:gd name="csY38" fmla="*/ 2658511 h 8269420"/>
              <a:gd name="csX39" fmla="*/ 1573460 w 11180243"/>
              <a:gd name="csY39" fmla="*/ 2658511 h 8269420"/>
              <a:gd name="csX40" fmla="*/ 1510829 w 11180243"/>
              <a:gd name="csY40" fmla="*/ 2595881 h 8269420"/>
              <a:gd name="csX41" fmla="*/ 1548407 w 11180243"/>
              <a:gd name="csY41" fmla="*/ 2407990 h 8269420"/>
              <a:gd name="csX42" fmla="*/ 1673668 w 11180243"/>
              <a:gd name="csY42" fmla="*/ 2307782 h 8269420"/>
              <a:gd name="csX43" fmla="*/ 1773876 w 11180243"/>
              <a:gd name="csY43" fmla="*/ 2245152 h 8269420"/>
              <a:gd name="csX44" fmla="*/ 1798928 w 11180243"/>
              <a:gd name="csY44" fmla="*/ 2207574 h 8269420"/>
              <a:gd name="csX45" fmla="*/ 1961766 w 11180243"/>
              <a:gd name="csY45" fmla="*/ 2195048 h 8269420"/>
              <a:gd name="csX46" fmla="*/ 2112079 w 11180243"/>
              <a:gd name="csY46" fmla="*/ 2245152 h 8269420"/>
              <a:gd name="csX47" fmla="*/ 2112079 w 11180243"/>
              <a:gd name="csY47" fmla="*/ 2245152 h 8269420"/>
              <a:gd name="csX48" fmla="*/ 2112079 w 11180243"/>
              <a:gd name="csY48" fmla="*/ 2245152 h 8269420"/>
              <a:gd name="csX49" fmla="*/ 2224813 w 11180243"/>
              <a:gd name="csY49" fmla="*/ 2195048 h 8269420"/>
              <a:gd name="csX50" fmla="*/ 2375125 w 11180243"/>
              <a:gd name="csY50" fmla="*/ 2094840 h 8269420"/>
              <a:gd name="csX51" fmla="*/ 2613120 w 11180243"/>
              <a:gd name="csY51" fmla="*/ 2057262 h 8269420"/>
              <a:gd name="csX52" fmla="*/ 2788484 w 11180243"/>
              <a:gd name="csY52" fmla="*/ 2082314 h 8269420"/>
              <a:gd name="csX53" fmla="*/ 2888692 w 11180243"/>
              <a:gd name="csY53" fmla="*/ 2169996 h 8269420"/>
              <a:gd name="csX54" fmla="*/ 3013953 w 11180243"/>
              <a:gd name="csY54" fmla="*/ 2195048 h 8269420"/>
              <a:gd name="csX55" fmla="*/ 2851114 w 11180243"/>
              <a:gd name="csY55" fmla="*/ 2082314 h 8269420"/>
              <a:gd name="csX56" fmla="*/ 2938797 w 11180243"/>
              <a:gd name="csY56" fmla="*/ 1957053 h 8269420"/>
              <a:gd name="csX57" fmla="*/ 3101635 w 11180243"/>
              <a:gd name="csY57" fmla="*/ 1957053 h 8269420"/>
              <a:gd name="csX58" fmla="*/ 3302051 w 11180243"/>
              <a:gd name="csY58" fmla="*/ 1957053 h 8269420"/>
              <a:gd name="csX59" fmla="*/ 3464890 w 11180243"/>
              <a:gd name="csY59" fmla="*/ 1969579 h 8269420"/>
              <a:gd name="csX60" fmla="*/ 3815618 w 11180243"/>
              <a:gd name="csY60" fmla="*/ 1919475 h 8269420"/>
              <a:gd name="csX61" fmla="*/ 3978457 w 11180243"/>
              <a:gd name="csY61" fmla="*/ 1919475 h 8269420"/>
              <a:gd name="csX62" fmla="*/ 4241503 w 11180243"/>
              <a:gd name="csY62" fmla="*/ 1894423 h 8269420"/>
              <a:gd name="csX63" fmla="*/ 4391816 w 11180243"/>
              <a:gd name="csY63" fmla="*/ 1906949 h 8269420"/>
              <a:gd name="csX64" fmla="*/ 4567180 w 11180243"/>
              <a:gd name="csY64" fmla="*/ 1994631 h 8269420"/>
              <a:gd name="csX65" fmla="*/ 4567180 w 11180243"/>
              <a:gd name="csY65" fmla="*/ 1994631 h 8269420"/>
              <a:gd name="csX66" fmla="*/ 4504550 w 11180243"/>
              <a:gd name="csY66" fmla="*/ 1844319 h 8269420"/>
              <a:gd name="csX67" fmla="*/ 4704966 w 11180243"/>
              <a:gd name="csY67" fmla="*/ 1844319 h 8269420"/>
              <a:gd name="csX68" fmla="*/ 4892857 w 11180243"/>
              <a:gd name="csY68" fmla="*/ 1869371 h 8269420"/>
              <a:gd name="csX69" fmla="*/ 4980539 w 11180243"/>
              <a:gd name="csY69" fmla="*/ 1869371 h 8269420"/>
              <a:gd name="csX70" fmla="*/ 5168429 w 11180243"/>
              <a:gd name="csY70" fmla="*/ 1769163 h 8269420"/>
              <a:gd name="csX71" fmla="*/ 5406424 w 11180243"/>
              <a:gd name="csY71" fmla="*/ 1794215 h 8269420"/>
              <a:gd name="csX72" fmla="*/ 5556736 w 11180243"/>
              <a:gd name="csY72" fmla="*/ 1819267 h 8269420"/>
              <a:gd name="csX73" fmla="*/ 5744627 w 11180243"/>
              <a:gd name="csY73" fmla="*/ 1781689 h 8269420"/>
              <a:gd name="csX74" fmla="*/ 5882413 w 11180243"/>
              <a:gd name="csY74" fmla="*/ 1794215 h 8269420"/>
              <a:gd name="csX75" fmla="*/ 5945043 w 11180243"/>
              <a:gd name="csY75" fmla="*/ 1794215 h 8269420"/>
              <a:gd name="csX76" fmla="*/ 6283246 w 11180243"/>
              <a:gd name="csY76" fmla="*/ 1631377 h 8269420"/>
              <a:gd name="csX77" fmla="*/ 6508714 w 11180243"/>
              <a:gd name="csY77" fmla="*/ 1593799 h 8269420"/>
              <a:gd name="csX78" fmla="*/ 6696605 w 11180243"/>
              <a:gd name="csY78" fmla="*/ 1481064 h 8269420"/>
              <a:gd name="csX79" fmla="*/ 6859443 w 11180243"/>
              <a:gd name="csY79" fmla="*/ 1493590 h 8269420"/>
              <a:gd name="csX80" fmla="*/ 6997229 w 11180243"/>
              <a:gd name="csY80" fmla="*/ 1481064 h 8269420"/>
              <a:gd name="csX81" fmla="*/ 7147542 w 11180243"/>
              <a:gd name="csY81" fmla="*/ 1355804 h 8269420"/>
              <a:gd name="csX82" fmla="*/ 7360484 w 11180243"/>
              <a:gd name="csY82" fmla="*/ 1230544 h 8269420"/>
              <a:gd name="csX83" fmla="*/ 7485744 w 11180243"/>
              <a:gd name="csY83" fmla="*/ 1243070 h 8269420"/>
              <a:gd name="csX84" fmla="*/ 7585953 w 11180243"/>
              <a:gd name="csY84" fmla="*/ 1255596 h 8269420"/>
              <a:gd name="csX85" fmla="*/ 7673635 w 11180243"/>
              <a:gd name="csY85" fmla="*/ 1255596 h 8269420"/>
              <a:gd name="csX86" fmla="*/ 7886577 w 11180243"/>
              <a:gd name="csY86" fmla="*/ 1218018 h 8269420"/>
              <a:gd name="csX87" fmla="*/ 7949207 w 11180243"/>
              <a:gd name="csY87" fmla="*/ 1167914 h 8269420"/>
              <a:gd name="csX88" fmla="*/ 8086994 w 11180243"/>
              <a:gd name="csY88" fmla="*/ 1180440 h 8269420"/>
              <a:gd name="csX89" fmla="*/ 8086994 w 11180243"/>
              <a:gd name="csY89" fmla="*/ 1180440 h 8269420"/>
              <a:gd name="csX90" fmla="*/ 8224780 w 11180243"/>
              <a:gd name="csY90" fmla="*/ 1130336 h 8269420"/>
              <a:gd name="csX91" fmla="*/ 8412671 w 11180243"/>
              <a:gd name="csY91" fmla="*/ 1042653 h 8269420"/>
              <a:gd name="csX92" fmla="*/ 8588035 w 11180243"/>
              <a:gd name="csY92" fmla="*/ 942445 h 8269420"/>
              <a:gd name="csX93" fmla="*/ 8663191 w 11180243"/>
              <a:gd name="csY93" fmla="*/ 854763 h 8269420"/>
              <a:gd name="csX94" fmla="*/ 8700769 w 11180243"/>
              <a:gd name="csY94" fmla="*/ 804659 h 8269420"/>
              <a:gd name="csX95" fmla="*/ 8851081 w 11180243"/>
              <a:gd name="csY95" fmla="*/ 779607 h 8269420"/>
              <a:gd name="csX96" fmla="*/ 8963816 w 11180243"/>
              <a:gd name="csY96" fmla="*/ 754555 h 8269420"/>
              <a:gd name="csX97" fmla="*/ 9076550 w 11180243"/>
              <a:gd name="csY97" fmla="*/ 716977 h 8269420"/>
              <a:gd name="csX98" fmla="*/ 9126654 w 11180243"/>
              <a:gd name="csY98" fmla="*/ 691925 h 8269420"/>
              <a:gd name="csX99" fmla="*/ 9373500 w 11180243"/>
              <a:gd name="csY99" fmla="*/ 691925 h 8269420"/>
              <a:gd name="csX100" fmla="*/ 9607403 w 11180243"/>
              <a:gd name="csY100" fmla="*/ 410423 h 8269420"/>
              <a:gd name="csX101" fmla="*/ 10101179 w 11180243"/>
              <a:gd name="csY101" fmla="*/ 123911 h 8269420"/>
              <a:gd name="csX102" fmla="*/ 10588859 w 11180243"/>
              <a:gd name="csY102" fmla="*/ 1991 h 8269420"/>
              <a:gd name="csX103" fmla="*/ 11011905 w 11180243"/>
              <a:gd name="csY103" fmla="*/ 89089 h 8269420"/>
              <a:gd name="csX104" fmla="*/ 11143595 w 11180243"/>
              <a:gd name="csY104" fmla="*/ 251926 h 8269420"/>
              <a:gd name="csX105" fmla="*/ 11180171 w 11180243"/>
              <a:gd name="csY105" fmla="*/ 629879 h 8269420"/>
              <a:gd name="csX106" fmla="*/ 11070443 w 11180243"/>
              <a:gd name="csY106" fmla="*/ 898102 h 8269420"/>
              <a:gd name="csX107" fmla="*/ 10930235 w 11180243"/>
              <a:gd name="csY107" fmla="*/ 1355303 h 8269420"/>
              <a:gd name="csX108" fmla="*/ 10466939 w 11180243"/>
              <a:gd name="csY108" fmla="*/ 1690582 h 8269420"/>
              <a:gd name="csX109" fmla="*/ 10381595 w 11180243"/>
              <a:gd name="csY109" fmla="*/ 2001478 h 8269420"/>
              <a:gd name="csX110" fmla="*/ 10174331 w 11180243"/>
              <a:gd name="csY110" fmla="*/ 2190454 h 8269420"/>
              <a:gd name="csX111" fmla="*/ 9912203 w 11180243"/>
              <a:gd name="csY111" fmla="*/ 2580598 h 8269420"/>
              <a:gd name="csX112" fmla="*/ 9729323 w 11180243"/>
              <a:gd name="csY112" fmla="*/ 2934166 h 8269420"/>
              <a:gd name="csX113" fmla="*/ 9497675 w 11180243"/>
              <a:gd name="csY113" fmla="*/ 3092662 h 8269420"/>
              <a:gd name="csX114" fmla="*/ 9290411 w 11180243"/>
              <a:gd name="csY114" fmla="*/ 3299926 h 8269420"/>
              <a:gd name="csX115" fmla="*/ 8985611 w 11180243"/>
              <a:gd name="csY115" fmla="*/ 3452326 h 8269420"/>
              <a:gd name="csX116" fmla="*/ 8814923 w 11180243"/>
              <a:gd name="csY116" fmla="*/ 3763222 h 8269420"/>
              <a:gd name="csX117" fmla="*/ 8400395 w 11180243"/>
              <a:gd name="csY117" fmla="*/ 3915622 h 8269420"/>
              <a:gd name="csX118" fmla="*/ 8315051 w 11180243"/>
              <a:gd name="csY118" fmla="*/ 4104598 h 8269420"/>
              <a:gd name="csX119" fmla="*/ 8089499 w 11180243"/>
              <a:gd name="csY119" fmla="*/ 4214326 h 8269420"/>
              <a:gd name="csX120" fmla="*/ 7711547 w 11180243"/>
              <a:gd name="csY120" fmla="*/ 4293574 h 8269420"/>
              <a:gd name="csX121" fmla="*/ 7400651 w 11180243"/>
              <a:gd name="csY121" fmla="*/ 4470358 h 8269420"/>
              <a:gd name="csX122" fmla="*/ 6967835 w 11180243"/>
              <a:gd name="csY122" fmla="*/ 4476454 h 8269420"/>
              <a:gd name="csX123" fmla="*/ 6644747 w 11180243"/>
              <a:gd name="csY123" fmla="*/ 4592278 h 8269420"/>
              <a:gd name="csX124" fmla="*/ 6260699 w 11180243"/>
              <a:gd name="csY124" fmla="*/ 4622758 h 8269420"/>
              <a:gd name="csX125" fmla="*/ 6144875 w 11180243"/>
              <a:gd name="csY125" fmla="*/ 4744678 h 8269420"/>
              <a:gd name="csX126" fmla="*/ 5931515 w 11180243"/>
              <a:gd name="csY126" fmla="*/ 4756870 h 8269420"/>
              <a:gd name="csX127" fmla="*/ 5742539 w 11180243"/>
              <a:gd name="csY127" fmla="*/ 4756870 h 8269420"/>
              <a:gd name="csX128" fmla="*/ 5273147 w 11180243"/>
              <a:gd name="csY128" fmla="*/ 4769062 h 8269420"/>
              <a:gd name="csX129" fmla="*/ 4876907 w 11180243"/>
              <a:gd name="csY129" fmla="*/ 4756870 h 8269420"/>
              <a:gd name="csX130" fmla="*/ 4773275 w 11180243"/>
              <a:gd name="csY130" fmla="*/ 4860502 h 8269420"/>
              <a:gd name="csX131" fmla="*/ 4370939 w 11180243"/>
              <a:gd name="csY131" fmla="*/ 5061670 h 8269420"/>
              <a:gd name="csX132" fmla="*/ 3925931 w 11180243"/>
              <a:gd name="csY132" fmla="*/ 5171398 h 8269420"/>
              <a:gd name="csX133" fmla="*/ 4200251 w 11180243"/>
              <a:gd name="csY133" fmla="*/ 5579830 h 8269420"/>
              <a:gd name="csX134" fmla="*/ 4194155 w 11180243"/>
              <a:gd name="csY134" fmla="*/ 6018742 h 8269420"/>
              <a:gd name="csX135" fmla="*/ 4261211 w 11180243"/>
              <a:gd name="csY135" fmla="*/ 6201622 h 8269420"/>
              <a:gd name="csX0" fmla="*/ 3222219 w 11180243"/>
              <a:gd name="csY0" fmla="*/ 8269420 h 8269420"/>
              <a:gd name="csX1" fmla="*/ 1335132 w 11180243"/>
              <a:gd name="csY1" fmla="*/ 7926789 h 8269420"/>
              <a:gd name="csX2" fmla="*/ 1005948 w 11180243"/>
              <a:gd name="csY2" fmla="*/ 7743909 h 8269420"/>
              <a:gd name="csX3" fmla="*/ 737724 w 11180243"/>
              <a:gd name="csY3" fmla="*/ 7585413 h 8269420"/>
              <a:gd name="csX4" fmla="*/ 609708 w 11180243"/>
              <a:gd name="csY4" fmla="*/ 7073349 h 8269420"/>
              <a:gd name="csX5" fmla="*/ 573132 w 11180243"/>
              <a:gd name="csY5" fmla="*/ 6683205 h 8269420"/>
              <a:gd name="csX6" fmla="*/ 128124 w 11180243"/>
              <a:gd name="csY6" fmla="*/ 6390597 h 8269420"/>
              <a:gd name="csX7" fmla="*/ 61068 w 11180243"/>
              <a:gd name="csY7" fmla="*/ 6116277 h 8269420"/>
              <a:gd name="csX8" fmla="*/ 109835 w 11180243"/>
              <a:gd name="csY8" fmla="*/ 5927301 h 8269420"/>
              <a:gd name="csX9" fmla="*/ 6204 w 11180243"/>
              <a:gd name="csY9" fmla="*/ 5793189 h 8269420"/>
              <a:gd name="csX10" fmla="*/ 18395 w 11180243"/>
              <a:gd name="csY10" fmla="*/ 5604213 h 8269420"/>
              <a:gd name="csX11" fmla="*/ 122027 w 11180243"/>
              <a:gd name="csY11" fmla="*/ 5372565 h 8269420"/>
              <a:gd name="csX12" fmla="*/ 270753 w 11180243"/>
              <a:gd name="csY12" fmla="*/ 4762883 h 8269420"/>
              <a:gd name="csX13" fmla="*/ 183071 w 11180243"/>
              <a:gd name="csY13" fmla="*/ 4612571 h 8269420"/>
              <a:gd name="csX14" fmla="*/ 208123 w 11180243"/>
              <a:gd name="csY14" fmla="*/ 4524889 h 8269420"/>
              <a:gd name="csX15" fmla="*/ 183071 w 11180243"/>
              <a:gd name="csY15" fmla="*/ 4399629 h 8269420"/>
              <a:gd name="csX16" fmla="*/ 145492 w 11180243"/>
              <a:gd name="csY16" fmla="*/ 4324473 h 8269420"/>
              <a:gd name="csX17" fmla="*/ 208123 w 11180243"/>
              <a:gd name="csY17" fmla="*/ 4174160 h 8269420"/>
              <a:gd name="csX18" fmla="*/ 258227 w 11180243"/>
              <a:gd name="csY18" fmla="*/ 4061426 h 8269420"/>
              <a:gd name="csX19" fmla="*/ 320857 w 11180243"/>
              <a:gd name="csY19" fmla="*/ 3961218 h 8269420"/>
              <a:gd name="csX20" fmla="*/ 320857 w 11180243"/>
              <a:gd name="csY20" fmla="*/ 3961218 h 8269420"/>
              <a:gd name="csX21" fmla="*/ 433591 w 11180243"/>
              <a:gd name="csY21" fmla="*/ 3835957 h 8269420"/>
              <a:gd name="csX22" fmla="*/ 558851 w 11180243"/>
              <a:gd name="csY22" fmla="*/ 3785853 h 8269420"/>
              <a:gd name="csX23" fmla="*/ 558851 w 11180243"/>
              <a:gd name="csY23" fmla="*/ 3785853 h 8269420"/>
              <a:gd name="csX24" fmla="*/ 546325 w 11180243"/>
              <a:gd name="csY24" fmla="*/ 3673119 h 8269420"/>
              <a:gd name="csX25" fmla="*/ 446117 w 11180243"/>
              <a:gd name="csY25" fmla="*/ 3635541 h 8269420"/>
              <a:gd name="csX26" fmla="*/ 433591 w 11180243"/>
              <a:gd name="csY26" fmla="*/ 3597963 h 8269420"/>
              <a:gd name="csX27" fmla="*/ 483695 w 11180243"/>
              <a:gd name="csY27" fmla="*/ 3472703 h 8269420"/>
              <a:gd name="csX28" fmla="*/ 533799 w 11180243"/>
              <a:gd name="csY28" fmla="*/ 3397547 h 8269420"/>
              <a:gd name="csX29" fmla="*/ 634007 w 11180243"/>
              <a:gd name="csY29" fmla="*/ 3222182 h 8269420"/>
              <a:gd name="csX30" fmla="*/ 659060 w 11180243"/>
              <a:gd name="csY30" fmla="*/ 3147026 h 8269420"/>
              <a:gd name="csX31" fmla="*/ 771794 w 11180243"/>
              <a:gd name="csY31" fmla="*/ 3046818 h 8269420"/>
              <a:gd name="csX32" fmla="*/ 846950 w 11180243"/>
              <a:gd name="csY32" fmla="*/ 2984188 h 8269420"/>
              <a:gd name="csX33" fmla="*/ 947158 w 11180243"/>
              <a:gd name="csY33" fmla="*/ 2934083 h 8269420"/>
              <a:gd name="csX34" fmla="*/ 1022314 w 11180243"/>
              <a:gd name="csY34" fmla="*/ 2883979 h 8269420"/>
              <a:gd name="csX35" fmla="*/ 1135049 w 11180243"/>
              <a:gd name="csY35" fmla="*/ 2821349 h 8269420"/>
              <a:gd name="csX36" fmla="*/ 1197679 w 11180243"/>
              <a:gd name="csY36" fmla="*/ 2758719 h 8269420"/>
              <a:gd name="csX37" fmla="*/ 1297887 w 11180243"/>
              <a:gd name="csY37" fmla="*/ 2671037 h 8269420"/>
              <a:gd name="csX38" fmla="*/ 1448199 w 11180243"/>
              <a:gd name="csY38" fmla="*/ 2620933 h 8269420"/>
              <a:gd name="csX39" fmla="*/ 1573460 w 11180243"/>
              <a:gd name="csY39" fmla="*/ 2658511 h 8269420"/>
              <a:gd name="csX40" fmla="*/ 1573460 w 11180243"/>
              <a:gd name="csY40" fmla="*/ 2658511 h 8269420"/>
              <a:gd name="csX41" fmla="*/ 1510829 w 11180243"/>
              <a:gd name="csY41" fmla="*/ 2595881 h 8269420"/>
              <a:gd name="csX42" fmla="*/ 1548407 w 11180243"/>
              <a:gd name="csY42" fmla="*/ 2407990 h 8269420"/>
              <a:gd name="csX43" fmla="*/ 1673668 w 11180243"/>
              <a:gd name="csY43" fmla="*/ 2307782 h 8269420"/>
              <a:gd name="csX44" fmla="*/ 1773876 w 11180243"/>
              <a:gd name="csY44" fmla="*/ 2245152 h 8269420"/>
              <a:gd name="csX45" fmla="*/ 1798928 w 11180243"/>
              <a:gd name="csY45" fmla="*/ 2207574 h 8269420"/>
              <a:gd name="csX46" fmla="*/ 1961766 w 11180243"/>
              <a:gd name="csY46" fmla="*/ 2195048 h 8269420"/>
              <a:gd name="csX47" fmla="*/ 2112079 w 11180243"/>
              <a:gd name="csY47" fmla="*/ 2245152 h 8269420"/>
              <a:gd name="csX48" fmla="*/ 2112079 w 11180243"/>
              <a:gd name="csY48" fmla="*/ 2245152 h 8269420"/>
              <a:gd name="csX49" fmla="*/ 2112079 w 11180243"/>
              <a:gd name="csY49" fmla="*/ 2245152 h 8269420"/>
              <a:gd name="csX50" fmla="*/ 2224813 w 11180243"/>
              <a:gd name="csY50" fmla="*/ 2195048 h 8269420"/>
              <a:gd name="csX51" fmla="*/ 2375125 w 11180243"/>
              <a:gd name="csY51" fmla="*/ 2094840 h 8269420"/>
              <a:gd name="csX52" fmla="*/ 2613120 w 11180243"/>
              <a:gd name="csY52" fmla="*/ 2057262 h 8269420"/>
              <a:gd name="csX53" fmla="*/ 2788484 w 11180243"/>
              <a:gd name="csY53" fmla="*/ 2082314 h 8269420"/>
              <a:gd name="csX54" fmla="*/ 2888692 w 11180243"/>
              <a:gd name="csY54" fmla="*/ 2169996 h 8269420"/>
              <a:gd name="csX55" fmla="*/ 3013953 w 11180243"/>
              <a:gd name="csY55" fmla="*/ 2195048 h 8269420"/>
              <a:gd name="csX56" fmla="*/ 2851114 w 11180243"/>
              <a:gd name="csY56" fmla="*/ 2082314 h 8269420"/>
              <a:gd name="csX57" fmla="*/ 2938797 w 11180243"/>
              <a:gd name="csY57" fmla="*/ 1957053 h 8269420"/>
              <a:gd name="csX58" fmla="*/ 3101635 w 11180243"/>
              <a:gd name="csY58" fmla="*/ 1957053 h 8269420"/>
              <a:gd name="csX59" fmla="*/ 3302051 w 11180243"/>
              <a:gd name="csY59" fmla="*/ 1957053 h 8269420"/>
              <a:gd name="csX60" fmla="*/ 3464890 w 11180243"/>
              <a:gd name="csY60" fmla="*/ 1969579 h 8269420"/>
              <a:gd name="csX61" fmla="*/ 3815618 w 11180243"/>
              <a:gd name="csY61" fmla="*/ 1919475 h 8269420"/>
              <a:gd name="csX62" fmla="*/ 3978457 w 11180243"/>
              <a:gd name="csY62" fmla="*/ 1919475 h 8269420"/>
              <a:gd name="csX63" fmla="*/ 4241503 w 11180243"/>
              <a:gd name="csY63" fmla="*/ 1894423 h 8269420"/>
              <a:gd name="csX64" fmla="*/ 4391816 w 11180243"/>
              <a:gd name="csY64" fmla="*/ 1906949 h 8269420"/>
              <a:gd name="csX65" fmla="*/ 4567180 w 11180243"/>
              <a:gd name="csY65" fmla="*/ 1994631 h 8269420"/>
              <a:gd name="csX66" fmla="*/ 4567180 w 11180243"/>
              <a:gd name="csY66" fmla="*/ 1994631 h 8269420"/>
              <a:gd name="csX67" fmla="*/ 4504550 w 11180243"/>
              <a:gd name="csY67" fmla="*/ 1844319 h 8269420"/>
              <a:gd name="csX68" fmla="*/ 4704966 w 11180243"/>
              <a:gd name="csY68" fmla="*/ 1844319 h 8269420"/>
              <a:gd name="csX69" fmla="*/ 4892857 w 11180243"/>
              <a:gd name="csY69" fmla="*/ 1869371 h 8269420"/>
              <a:gd name="csX70" fmla="*/ 4980539 w 11180243"/>
              <a:gd name="csY70" fmla="*/ 1869371 h 8269420"/>
              <a:gd name="csX71" fmla="*/ 5168429 w 11180243"/>
              <a:gd name="csY71" fmla="*/ 1769163 h 8269420"/>
              <a:gd name="csX72" fmla="*/ 5406424 w 11180243"/>
              <a:gd name="csY72" fmla="*/ 1794215 h 8269420"/>
              <a:gd name="csX73" fmla="*/ 5556736 w 11180243"/>
              <a:gd name="csY73" fmla="*/ 1819267 h 8269420"/>
              <a:gd name="csX74" fmla="*/ 5744627 w 11180243"/>
              <a:gd name="csY74" fmla="*/ 1781689 h 8269420"/>
              <a:gd name="csX75" fmla="*/ 5882413 w 11180243"/>
              <a:gd name="csY75" fmla="*/ 1794215 h 8269420"/>
              <a:gd name="csX76" fmla="*/ 5945043 w 11180243"/>
              <a:gd name="csY76" fmla="*/ 1794215 h 8269420"/>
              <a:gd name="csX77" fmla="*/ 6283246 w 11180243"/>
              <a:gd name="csY77" fmla="*/ 1631377 h 8269420"/>
              <a:gd name="csX78" fmla="*/ 6508714 w 11180243"/>
              <a:gd name="csY78" fmla="*/ 1593799 h 8269420"/>
              <a:gd name="csX79" fmla="*/ 6696605 w 11180243"/>
              <a:gd name="csY79" fmla="*/ 1481064 h 8269420"/>
              <a:gd name="csX80" fmla="*/ 6859443 w 11180243"/>
              <a:gd name="csY80" fmla="*/ 1493590 h 8269420"/>
              <a:gd name="csX81" fmla="*/ 6997229 w 11180243"/>
              <a:gd name="csY81" fmla="*/ 1481064 h 8269420"/>
              <a:gd name="csX82" fmla="*/ 7147542 w 11180243"/>
              <a:gd name="csY82" fmla="*/ 1355804 h 8269420"/>
              <a:gd name="csX83" fmla="*/ 7360484 w 11180243"/>
              <a:gd name="csY83" fmla="*/ 1230544 h 8269420"/>
              <a:gd name="csX84" fmla="*/ 7485744 w 11180243"/>
              <a:gd name="csY84" fmla="*/ 1243070 h 8269420"/>
              <a:gd name="csX85" fmla="*/ 7585953 w 11180243"/>
              <a:gd name="csY85" fmla="*/ 1255596 h 8269420"/>
              <a:gd name="csX86" fmla="*/ 7673635 w 11180243"/>
              <a:gd name="csY86" fmla="*/ 1255596 h 8269420"/>
              <a:gd name="csX87" fmla="*/ 7886577 w 11180243"/>
              <a:gd name="csY87" fmla="*/ 1218018 h 8269420"/>
              <a:gd name="csX88" fmla="*/ 7949207 w 11180243"/>
              <a:gd name="csY88" fmla="*/ 1167914 h 8269420"/>
              <a:gd name="csX89" fmla="*/ 8086994 w 11180243"/>
              <a:gd name="csY89" fmla="*/ 1180440 h 8269420"/>
              <a:gd name="csX90" fmla="*/ 8086994 w 11180243"/>
              <a:gd name="csY90" fmla="*/ 1180440 h 8269420"/>
              <a:gd name="csX91" fmla="*/ 8224780 w 11180243"/>
              <a:gd name="csY91" fmla="*/ 1130336 h 8269420"/>
              <a:gd name="csX92" fmla="*/ 8412671 w 11180243"/>
              <a:gd name="csY92" fmla="*/ 1042653 h 8269420"/>
              <a:gd name="csX93" fmla="*/ 8588035 w 11180243"/>
              <a:gd name="csY93" fmla="*/ 942445 h 8269420"/>
              <a:gd name="csX94" fmla="*/ 8663191 w 11180243"/>
              <a:gd name="csY94" fmla="*/ 854763 h 8269420"/>
              <a:gd name="csX95" fmla="*/ 8700769 w 11180243"/>
              <a:gd name="csY95" fmla="*/ 804659 h 8269420"/>
              <a:gd name="csX96" fmla="*/ 8851081 w 11180243"/>
              <a:gd name="csY96" fmla="*/ 779607 h 8269420"/>
              <a:gd name="csX97" fmla="*/ 8963816 w 11180243"/>
              <a:gd name="csY97" fmla="*/ 754555 h 8269420"/>
              <a:gd name="csX98" fmla="*/ 9076550 w 11180243"/>
              <a:gd name="csY98" fmla="*/ 716977 h 8269420"/>
              <a:gd name="csX99" fmla="*/ 9126654 w 11180243"/>
              <a:gd name="csY99" fmla="*/ 691925 h 8269420"/>
              <a:gd name="csX100" fmla="*/ 9373500 w 11180243"/>
              <a:gd name="csY100" fmla="*/ 691925 h 8269420"/>
              <a:gd name="csX101" fmla="*/ 9607403 w 11180243"/>
              <a:gd name="csY101" fmla="*/ 410423 h 8269420"/>
              <a:gd name="csX102" fmla="*/ 10101179 w 11180243"/>
              <a:gd name="csY102" fmla="*/ 123911 h 8269420"/>
              <a:gd name="csX103" fmla="*/ 10588859 w 11180243"/>
              <a:gd name="csY103" fmla="*/ 1991 h 8269420"/>
              <a:gd name="csX104" fmla="*/ 11011905 w 11180243"/>
              <a:gd name="csY104" fmla="*/ 89089 h 8269420"/>
              <a:gd name="csX105" fmla="*/ 11143595 w 11180243"/>
              <a:gd name="csY105" fmla="*/ 251926 h 8269420"/>
              <a:gd name="csX106" fmla="*/ 11180171 w 11180243"/>
              <a:gd name="csY106" fmla="*/ 629879 h 8269420"/>
              <a:gd name="csX107" fmla="*/ 11070443 w 11180243"/>
              <a:gd name="csY107" fmla="*/ 898102 h 8269420"/>
              <a:gd name="csX108" fmla="*/ 10930235 w 11180243"/>
              <a:gd name="csY108" fmla="*/ 1355303 h 8269420"/>
              <a:gd name="csX109" fmla="*/ 10466939 w 11180243"/>
              <a:gd name="csY109" fmla="*/ 1690582 h 8269420"/>
              <a:gd name="csX110" fmla="*/ 10381595 w 11180243"/>
              <a:gd name="csY110" fmla="*/ 2001478 h 8269420"/>
              <a:gd name="csX111" fmla="*/ 10174331 w 11180243"/>
              <a:gd name="csY111" fmla="*/ 2190454 h 8269420"/>
              <a:gd name="csX112" fmla="*/ 9912203 w 11180243"/>
              <a:gd name="csY112" fmla="*/ 2580598 h 8269420"/>
              <a:gd name="csX113" fmla="*/ 9729323 w 11180243"/>
              <a:gd name="csY113" fmla="*/ 2934166 h 8269420"/>
              <a:gd name="csX114" fmla="*/ 9497675 w 11180243"/>
              <a:gd name="csY114" fmla="*/ 3092662 h 8269420"/>
              <a:gd name="csX115" fmla="*/ 9290411 w 11180243"/>
              <a:gd name="csY115" fmla="*/ 3299926 h 8269420"/>
              <a:gd name="csX116" fmla="*/ 8985611 w 11180243"/>
              <a:gd name="csY116" fmla="*/ 3452326 h 8269420"/>
              <a:gd name="csX117" fmla="*/ 8814923 w 11180243"/>
              <a:gd name="csY117" fmla="*/ 3763222 h 8269420"/>
              <a:gd name="csX118" fmla="*/ 8400395 w 11180243"/>
              <a:gd name="csY118" fmla="*/ 3915622 h 8269420"/>
              <a:gd name="csX119" fmla="*/ 8315051 w 11180243"/>
              <a:gd name="csY119" fmla="*/ 4104598 h 8269420"/>
              <a:gd name="csX120" fmla="*/ 8089499 w 11180243"/>
              <a:gd name="csY120" fmla="*/ 4214326 h 8269420"/>
              <a:gd name="csX121" fmla="*/ 7711547 w 11180243"/>
              <a:gd name="csY121" fmla="*/ 4293574 h 8269420"/>
              <a:gd name="csX122" fmla="*/ 7400651 w 11180243"/>
              <a:gd name="csY122" fmla="*/ 4470358 h 8269420"/>
              <a:gd name="csX123" fmla="*/ 6967835 w 11180243"/>
              <a:gd name="csY123" fmla="*/ 4476454 h 8269420"/>
              <a:gd name="csX124" fmla="*/ 6644747 w 11180243"/>
              <a:gd name="csY124" fmla="*/ 4592278 h 8269420"/>
              <a:gd name="csX125" fmla="*/ 6260699 w 11180243"/>
              <a:gd name="csY125" fmla="*/ 4622758 h 8269420"/>
              <a:gd name="csX126" fmla="*/ 6144875 w 11180243"/>
              <a:gd name="csY126" fmla="*/ 4744678 h 8269420"/>
              <a:gd name="csX127" fmla="*/ 5931515 w 11180243"/>
              <a:gd name="csY127" fmla="*/ 4756870 h 8269420"/>
              <a:gd name="csX128" fmla="*/ 5742539 w 11180243"/>
              <a:gd name="csY128" fmla="*/ 4756870 h 8269420"/>
              <a:gd name="csX129" fmla="*/ 5273147 w 11180243"/>
              <a:gd name="csY129" fmla="*/ 4769062 h 8269420"/>
              <a:gd name="csX130" fmla="*/ 4876907 w 11180243"/>
              <a:gd name="csY130" fmla="*/ 4756870 h 8269420"/>
              <a:gd name="csX131" fmla="*/ 4773275 w 11180243"/>
              <a:gd name="csY131" fmla="*/ 4860502 h 8269420"/>
              <a:gd name="csX132" fmla="*/ 4370939 w 11180243"/>
              <a:gd name="csY132" fmla="*/ 5061670 h 8269420"/>
              <a:gd name="csX133" fmla="*/ 3925931 w 11180243"/>
              <a:gd name="csY133" fmla="*/ 5171398 h 8269420"/>
              <a:gd name="csX134" fmla="*/ 4200251 w 11180243"/>
              <a:gd name="csY134" fmla="*/ 5579830 h 8269420"/>
              <a:gd name="csX135" fmla="*/ 4194155 w 11180243"/>
              <a:gd name="csY135" fmla="*/ 6018742 h 8269420"/>
              <a:gd name="csX136" fmla="*/ 4261211 w 11180243"/>
              <a:gd name="csY136" fmla="*/ 6201622 h 8269420"/>
              <a:gd name="csX0" fmla="*/ 3222219 w 11180243"/>
              <a:gd name="csY0" fmla="*/ 8269420 h 8269420"/>
              <a:gd name="csX1" fmla="*/ 1639932 w 11180243"/>
              <a:gd name="csY1" fmla="*/ 8195013 h 8269420"/>
              <a:gd name="csX2" fmla="*/ 1335132 w 11180243"/>
              <a:gd name="csY2" fmla="*/ 7926789 h 8269420"/>
              <a:gd name="csX3" fmla="*/ 1005948 w 11180243"/>
              <a:gd name="csY3" fmla="*/ 7743909 h 8269420"/>
              <a:gd name="csX4" fmla="*/ 737724 w 11180243"/>
              <a:gd name="csY4" fmla="*/ 7585413 h 8269420"/>
              <a:gd name="csX5" fmla="*/ 609708 w 11180243"/>
              <a:gd name="csY5" fmla="*/ 7073349 h 8269420"/>
              <a:gd name="csX6" fmla="*/ 573132 w 11180243"/>
              <a:gd name="csY6" fmla="*/ 6683205 h 8269420"/>
              <a:gd name="csX7" fmla="*/ 128124 w 11180243"/>
              <a:gd name="csY7" fmla="*/ 6390597 h 8269420"/>
              <a:gd name="csX8" fmla="*/ 61068 w 11180243"/>
              <a:gd name="csY8" fmla="*/ 6116277 h 8269420"/>
              <a:gd name="csX9" fmla="*/ 109835 w 11180243"/>
              <a:gd name="csY9" fmla="*/ 5927301 h 8269420"/>
              <a:gd name="csX10" fmla="*/ 6204 w 11180243"/>
              <a:gd name="csY10" fmla="*/ 5793189 h 8269420"/>
              <a:gd name="csX11" fmla="*/ 18395 w 11180243"/>
              <a:gd name="csY11" fmla="*/ 5604213 h 8269420"/>
              <a:gd name="csX12" fmla="*/ 122027 w 11180243"/>
              <a:gd name="csY12" fmla="*/ 5372565 h 8269420"/>
              <a:gd name="csX13" fmla="*/ 270753 w 11180243"/>
              <a:gd name="csY13" fmla="*/ 4762883 h 8269420"/>
              <a:gd name="csX14" fmla="*/ 183071 w 11180243"/>
              <a:gd name="csY14" fmla="*/ 4612571 h 8269420"/>
              <a:gd name="csX15" fmla="*/ 208123 w 11180243"/>
              <a:gd name="csY15" fmla="*/ 4524889 h 8269420"/>
              <a:gd name="csX16" fmla="*/ 183071 w 11180243"/>
              <a:gd name="csY16" fmla="*/ 4399629 h 8269420"/>
              <a:gd name="csX17" fmla="*/ 145492 w 11180243"/>
              <a:gd name="csY17" fmla="*/ 4324473 h 8269420"/>
              <a:gd name="csX18" fmla="*/ 208123 w 11180243"/>
              <a:gd name="csY18" fmla="*/ 4174160 h 8269420"/>
              <a:gd name="csX19" fmla="*/ 258227 w 11180243"/>
              <a:gd name="csY19" fmla="*/ 4061426 h 8269420"/>
              <a:gd name="csX20" fmla="*/ 320857 w 11180243"/>
              <a:gd name="csY20" fmla="*/ 3961218 h 8269420"/>
              <a:gd name="csX21" fmla="*/ 320857 w 11180243"/>
              <a:gd name="csY21" fmla="*/ 3961218 h 8269420"/>
              <a:gd name="csX22" fmla="*/ 433591 w 11180243"/>
              <a:gd name="csY22" fmla="*/ 3835957 h 8269420"/>
              <a:gd name="csX23" fmla="*/ 558851 w 11180243"/>
              <a:gd name="csY23" fmla="*/ 3785853 h 8269420"/>
              <a:gd name="csX24" fmla="*/ 558851 w 11180243"/>
              <a:gd name="csY24" fmla="*/ 3785853 h 8269420"/>
              <a:gd name="csX25" fmla="*/ 546325 w 11180243"/>
              <a:gd name="csY25" fmla="*/ 3673119 h 8269420"/>
              <a:gd name="csX26" fmla="*/ 446117 w 11180243"/>
              <a:gd name="csY26" fmla="*/ 3635541 h 8269420"/>
              <a:gd name="csX27" fmla="*/ 433591 w 11180243"/>
              <a:gd name="csY27" fmla="*/ 3597963 h 8269420"/>
              <a:gd name="csX28" fmla="*/ 483695 w 11180243"/>
              <a:gd name="csY28" fmla="*/ 3472703 h 8269420"/>
              <a:gd name="csX29" fmla="*/ 533799 w 11180243"/>
              <a:gd name="csY29" fmla="*/ 3397547 h 8269420"/>
              <a:gd name="csX30" fmla="*/ 634007 w 11180243"/>
              <a:gd name="csY30" fmla="*/ 3222182 h 8269420"/>
              <a:gd name="csX31" fmla="*/ 659060 w 11180243"/>
              <a:gd name="csY31" fmla="*/ 3147026 h 8269420"/>
              <a:gd name="csX32" fmla="*/ 771794 w 11180243"/>
              <a:gd name="csY32" fmla="*/ 3046818 h 8269420"/>
              <a:gd name="csX33" fmla="*/ 846950 w 11180243"/>
              <a:gd name="csY33" fmla="*/ 2984188 h 8269420"/>
              <a:gd name="csX34" fmla="*/ 947158 w 11180243"/>
              <a:gd name="csY34" fmla="*/ 2934083 h 8269420"/>
              <a:gd name="csX35" fmla="*/ 1022314 w 11180243"/>
              <a:gd name="csY35" fmla="*/ 2883979 h 8269420"/>
              <a:gd name="csX36" fmla="*/ 1135049 w 11180243"/>
              <a:gd name="csY36" fmla="*/ 2821349 h 8269420"/>
              <a:gd name="csX37" fmla="*/ 1197679 w 11180243"/>
              <a:gd name="csY37" fmla="*/ 2758719 h 8269420"/>
              <a:gd name="csX38" fmla="*/ 1297887 w 11180243"/>
              <a:gd name="csY38" fmla="*/ 2671037 h 8269420"/>
              <a:gd name="csX39" fmla="*/ 1448199 w 11180243"/>
              <a:gd name="csY39" fmla="*/ 2620933 h 8269420"/>
              <a:gd name="csX40" fmla="*/ 1573460 w 11180243"/>
              <a:gd name="csY40" fmla="*/ 2658511 h 8269420"/>
              <a:gd name="csX41" fmla="*/ 1573460 w 11180243"/>
              <a:gd name="csY41" fmla="*/ 2658511 h 8269420"/>
              <a:gd name="csX42" fmla="*/ 1510829 w 11180243"/>
              <a:gd name="csY42" fmla="*/ 2595881 h 8269420"/>
              <a:gd name="csX43" fmla="*/ 1548407 w 11180243"/>
              <a:gd name="csY43" fmla="*/ 2407990 h 8269420"/>
              <a:gd name="csX44" fmla="*/ 1673668 w 11180243"/>
              <a:gd name="csY44" fmla="*/ 2307782 h 8269420"/>
              <a:gd name="csX45" fmla="*/ 1773876 w 11180243"/>
              <a:gd name="csY45" fmla="*/ 2245152 h 8269420"/>
              <a:gd name="csX46" fmla="*/ 1798928 w 11180243"/>
              <a:gd name="csY46" fmla="*/ 2207574 h 8269420"/>
              <a:gd name="csX47" fmla="*/ 1961766 w 11180243"/>
              <a:gd name="csY47" fmla="*/ 2195048 h 8269420"/>
              <a:gd name="csX48" fmla="*/ 2112079 w 11180243"/>
              <a:gd name="csY48" fmla="*/ 2245152 h 8269420"/>
              <a:gd name="csX49" fmla="*/ 2112079 w 11180243"/>
              <a:gd name="csY49" fmla="*/ 2245152 h 8269420"/>
              <a:gd name="csX50" fmla="*/ 2112079 w 11180243"/>
              <a:gd name="csY50" fmla="*/ 2245152 h 8269420"/>
              <a:gd name="csX51" fmla="*/ 2224813 w 11180243"/>
              <a:gd name="csY51" fmla="*/ 2195048 h 8269420"/>
              <a:gd name="csX52" fmla="*/ 2375125 w 11180243"/>
              <a:gd name="csY52" fmla="*/ 2094840 h 8269420"/>
              <a:gd name="csX53" fmla="*/ 2613120 w 11180243"/>
              <a:gd name="csY53" fmla="*/ 2057262 h 8269420"/>
              <a:gd name="csX54" fmla="*/ 2788484 w 11180243"/>
              <a:gd name="csY54" fmla="*/ 2082314 h 8269420"/>
              <a:gd name="csX55" fmla="*/ 2888692 w 11180243"/>
              <a:gd name="csY55" fmla="*/ 2169996 h 8269420"/>
              <a:gd name="csX56" fmla="*/ 3013953 w 11180243"/>
              <a:gd name="csY56" fmla="*/ 2195048 h 8269420"/>
              <a:gd name="csX57" fmla="*/ 2851114 w 11180243"/>
              <a:gd name="csY57" fmla="*/ 2082314 h 8269420"/>
              <a:gd name="csX58" fmla="*/ 2938797 w 11180243"/>
              <a:gd name="csY58" fmla="*/ 1957053 h 8269420"/>
              <a:gd name="csX59" fmla="*/ 3101635 w 11180243"/>
              <a:gd name="csY59" fmla="*/ 1957053 h 8269420"/>
              <a:gd name="csX60" fmla="*/ 3302051 w 11180243"/>
              <a:gd name="csY60" fmla="*/ 1957053 h 8269420"/>
              <a:gd name="csX61" fmla="*/ 3464890 w 11180243"/>
              <a:gd name="csY61" fmla="*/ 1969579 h 8269420"/>
              <a:gd name="csX62" fmla="*/ 3815618 w 11180243"/>
              <a:gd name="csY62" fmla="*/ 1919475 h 8269420"/>
              <a:gd name="csX63" fmla="*/ 3978457 w 11180243"/>
              <a:gd name="csY63" fmla="*/ 1919475 h 8269420"/>
              <a:gd name="csX64" fmla="*/ 4241503 w 11180243"/>
              <a:gd name="csY64" fmla="*/ 1894423 h 8269420"/>
              <a:gd name="csX65" fmla="*/ 4391816 w 11180243"/>
              <a:gd name="csY65" fmla="*/ 1906949 h 8269420"/>
              <a:gd name="csX66" fmla="*/ 4567180 w 11180243"/>
              <a:gd name="csY66" fmla="*/ 1994631 h 8269420"/>
              <a:gd name="csX67" fmla="*/ 4567180 w 11180243"/>
              <a:gd name="csY67" fmla="*/ 1994631 h 8269420"/>
              <a:gd name="csX68" fmla="*/ 4504550 w 11180243"/>
              <a:gd name="csY68" fmla="*/ 1844319 h 8269420"/>
              <a:gd name="csX69" fmla="*/ 4704966 w 11180243"/>
              <a:gd name="csY69" fmla="*/ 1844319 h 8269420"/>
              <a:gd name="csX70" fmla="*/ 4892857 w 11180243"/>
              <a:gd name="csY70" fmla="*/ 1869371 h 8269420"/>
              <a:gd name="csX71" fmla="*/ 4980539 w 11180243"/>
              <a:gd name="csY71" fmla="*/ 1869371 h 8269420"/>
              <a:gd name="csX72" fmla="*/ 5168429 w 11180243"/>
              <a:gd name="csY72" fmla="*/ 1769163 h 8269420"/>
              <a:gd name="csX73" fmla="*/ 5406424 w 11180243"/>
              <a:gd name="csY73" fmla="*/ 1794215 h 8269420"/>
              <a:gd name="csX74" fmla="*/ 5556736 w 11180243"/>
              <a:gd name="csY74" fmla="*/ 1819267 h 8269420"/>
              <a:gd name="csX75" fmla="*/ 5744627 w 11180243"/>
              <a:gd name="csY75" fmla="*/ 1781689 h 8269420"/>
              <a:gd name="csX76" fmla="*/ 5882413 w 11180243"/>
              <a:gd name="csY76" fmla="*/ 1794215 h 8269420"/>
              <a:gd name="csX77" fmla="*/ 5945043 w 11180243"/>
              <a:gd name="csY77" fmla="*/ 1794215 h 8269420"/>
              <a:gd name="csX78" fmla="*/ 6283246 w 11180243"/>
              <a:gd name="csY78" fmla="*/ 1631377 h 8269420"/>
              <a:gd name="csX79" fmla="*/ 6508714 w 11180243"/>
              <a:gd name="csY79" fmla="*/ 1593799 h 8269420"/>
              <a:gd name="csX80" fmla="*/ 6696605 w 11180243"/>
              <a:gd name="csY80" fmla="*/ 1481064 h 8269420"/>
              <a:gd name="csX81" fmla="*/ 6859443 w 11180243"/>
              <a:gd name="csY81" fmla="*/ 1493590 h 8269420"/>
              <a:gd name="csX82" fmla="*/ 6997229 w 11180243"/>
              <a:gd name="csY82" fmla="*/ 1481064 h 8269420"/>
              <a:gd name="csX83" fmla="*/ 7147542 w 11180243"/>
              <a:gd name="csY83" fmla="*/ 1355804 h 8269420"/>
              <a:gd name="csX84" fmla="*/ 7360484 w 11180243"/>
              <a:gd name="csY84" fmla="*/ 1230544 h 8269420"/>
              <a:gd name="csX85" fmla="*/ 7485744 w 11180243"/>
              <a:gd name="csY85" fmla="*/ 1243070 h 8269420"/>
              <a:gd name="csX86" fmla="*/ 7585953 w 11180243"/>
              <a:gd name="csY86" fmla="*/ 1255596 h 8269420"/>
              <a:gd name="csX87" fmla="*/ 7673635 w 11180243"/>
              <a:gd name="csY87" fmla="*/ 1255596 h 8269420"/>
              <a:gd name="csX88" fmla="*/ 7886577 w 11180243"/>
              <a:gd name="csY88" fmla="*/ 1218018 h 8269420"/>
              <a:gd name="csX89" fmla="*/ 7949207 w 11180243"/>
              <a:gd name="csY89" fmla="*/ 1167914 h 8269420"/>
              <a:gd name="csX90" fmla="*/ 8086994 w 11180243"/>
              <a:gd name="csY90" fmla="*/ 1180440 h 8269420"/>
              <a:gd name="csX91" fmla="*/ 8086994 w 11180243"/>
              <a:gd name="csY91" fmla="*/ 1180440 h 8269420"/>
              <a:gd name="csX92" fmla="*/ 8224780 w 11180243"/>
              <a:gd name="csY92" fmla="*/ 1130336 h 8269420"/>
              <a:gd name="csX93" fmla="*/ 8412671 w 11180243"/>
              <a:gd name="csY93" fmla="*/ 1042653 h 8269420"/>
              <a:gd name="csX94" fmla="*/ 8588035 w 11180243"/>
              <a:gd name="csY94" fmla="*/ 942445 h 8269420"/>
              <a:gd name="csX95" fmla="*/ 8663191 w 11180243"/>
              <a:gd name="csY95" fmla="*/ 854763 h 8269420"/>
              <a:gd name="csX96" fmla="*/ 8700769 w 11180243"/>
              <a:gd name="csY96" fmla="*/ 804659 h 8269420"/>
              <a:gd name="csX97" fmla="*/ 8851081 w 11180243"/>
              <a:gd name="csY97" fmla="*/ 779607 h 8269420"/>
              <a:gd name="csX98" fmla="*/ 8963816 w 11180243"/>
              <a:gd name="csY98" fmla="*/ 754555 h 8269420"/>
              <a:gd name="csX99" fmla="*/ 9076550 w 11180243"/>
              <a:gd name="csY99" fmla="*/ 716977 h 8269420"/>
              <a:gd name="csX100" fmla="*/ 9126654 w 11180243"/>
              <a:gd name="csY100" fmla="*/ 691925 h 8269420"/>
              <a:gd name="csX101" fmla="*/ 9373500 w 11180243"/>
              <a:gd name="csY101" fmla="*/ 691925 h 8269420"/>
              <a:gd name="csX102" fmla="*/ 9607403 w 11180243"/>
              <a:gd name="csY102" fmla="*/ 410423 h 8269420"/>
              <a:gd name="csX103" fmla="*/ 10101179 w 11180243"/>
              <a:gd name="csY103" fmla="*/ 123911 h 8269420"/>
              <a:gd name="csX104" fmla="*/ 10588859 w 11180243"/>
              <a:gd name="csY104" fmla="*/ 1991 h 8269420"/>
              <a:gd name="csX105" fmla="*/ 11011905 w 11180243"/>
              <a:gd name="csY105" fmla="*/ 89089 h 8269420"/>
              <a:gd name="csX106" fmla="*/ 11143595 w 11180243"/>
              <a:gd name="csY106" fmla="*/ 251926 h 8269420"/>
              <a:gd name="csX107" fmla="*/ 11180171 w 11180243"/>
              <a:gd name="csY107" fmla="*/ 629879 h 8269420"/>
              <a:gd name="csX108" fmla="*/ 11070443 w 11180243"/>
              <a:gd name="csY108" fmla="*/ 898102 h 8269420"/>
              <a:gd name="csX109" fmla="*/ 10930235 w 11180243"/>
              <a:gd name="csY109" fmla="*/ 1355303 h 8269420"/>
              <a:gd name="csX110" fmla="*/ 10466939 w 11180243"/>
              <a:gd name="csY110" fmla="*/ 1690582 h 8269420"/>
              <a:gd name="csX111" fmla="*/ 10381595 w 11180243"/>
              <a:gd name="csY111" fmla="*/ 2001478 h 8269420"/>
              <a:gd name="csX112" fmla="*/ 10174331 w 11180243"/>
              <a:gd name="csY112" fmla="*/ 2190454 h 8269420"/>
              <a:gd name="csX113" fmla="*/ 9912203 w 11180243"/>
              <a:gd name="csY113" fmla="*/ 2580598 h 8269420"/>
              <a:gd name="csX114" fmla="*/ 9729323 w 11180243"/>
              <a:gd name="csY114" fmla="*/ 2934166 h 8269420"/>
              <a:gd name="csX115" fmla="*/ 9497675 w 11180243"/>
              <a:gd name="csY115" fmla="*/ 3092662 h 8269420"/>
              <a:gd name="csX116" fmla="*/ 9290411 w 11180243"/>
              <a:gd name="csY116" fmla="*/ 3299926 h 8269420"/>
              <a:gd name="csX117" fmla="*/ 8985611 w 11180243"/>
              <a:gd name="csY117" fmla="*/ 3452326 h 8269420"/>
              <a:gd name="csX118" fmla="*/ 8814923 w 11180243"/>
              <a:gd name="csY118" fmla="*/ 3763222 h 8269420"/>
              <a:gd name="csX119" fmla="*/ 8400395 w 11180243"/>
              <a:gd name="csY119" fmla="*/ 3915622 h 8269420"/>
              <a:gd name="csX120" fmla="*/ 8315051 w 11180243"/>
              <a:gd name="csY120" fmla="*/ 4104598 h 8269420"/>
              <a:gd name="csX121" fmla="*/ 8089499 w 11180243"/>
              <a:gd name="csY121" fmla="*/ 4214326 h 8269420"/>
              <a:gd name="csX122" fmla="*/ 7711547 w 11180243"/>
              <a:gd name="csY122" fmla="*/ 4293574 h 8269420"/>
              <a:gd name="csX123" fmla="*/ 7400651 w 11180243"/>
              <a:gd name="csY123" fmla="*/ 4470358 h 8269420"/>
              <a:gd name="csX124" fmla="*/ 6967835 w 11180243"/>
              <a:gd name="csY124" fmla="*/ 4476454 h 8269420"/>
              <a:gd name="csX125" fmla="*/ 6644747 w 11180243"/>
              <a:gd name="csY125" fmla="*/ 4592278 h 8269420"/>
              <a:gd name="csX126" fmla="*/ 6260699 w 11180243"/>
              <a:gd name="csY126" fmla="*/ 4622758 h 8269420"/>
              <a:gd name="csX127" fmla="*/ 6144875 w 11180243"/>
              <a:gd name="csY127" fmla="*/ 4744678 h 8269420"/>
              <a:gd name="csX128" fmla="*/ 5931515 w 11180243"/>
              <a:gd name="csY128" fmla="*/ 4756870 h 8269420"/>
              <a:gd name="csX129" fmla="*/ 5742539 w 11180243"/>
              <a:gd name="csY129" fmla="*/ 4756870 h 8269420"/>
              <a:gd name="csX130" fmla="*/ 5273147 w 11180243"/>
              <a:gd name="csY130" fmla="*/ 4769062 h 8269420"/>
              <a:gd name="csX131" fmla="*/ 4876907 w 11180243"/>
              <a:gd name="csY131" fmla="*/ 4756870 h 8269420"/>
              <a:gd name="csX132" fmla="*/ 4773275 w 11180243"/>
              <a:gd name="csY132" fmla="*/ 4860502 h 8269420"/>
              <a:gd name="csX133" fmla="*/ 4370939 w 11180243"/>
              <a:gd name="csY133" fmla="*/ 5061670 h 8269420"/>
              <a:gd name="csX134" fmla="*/ 3925931 w 11180243"/>
              <a:gd name="csY134" fmla="*/ 5171398 h 8269420"/>
              <a:gd name="csX135" fmla="*/ 4200251 w 11180243"/>
              <a:gd name="csY135" fmla="*/ 5579830 h 8269420"/>
              <a:gd name="csX136" fmla="*/ 4194155 w 11180243"/>
              <a:gd name="csY136" fmla="*/ 6018742 h 8269420"/>
              <a:gd name="csX137" fmla="*/ 4261211 w 11180243"/>
              <a:gd name="csY137" fmla="*/ 6201622 h 8269420"/>
              <a:gd name="csX0" fmla="*/ 3222219 w 11180243"/>
              <a:gd name="csY0" fmla="*/ 8269420 h 8289088"/>
              <a:gd name="csX1" fmla="*/ 2091036 w 11180243"/>
              <a:gd name="csY1" fmla="*/ 8286453 h 8289088"/>
              <a:gd name="csX2" fmla="*/ 1639932 w 11180243"/>
              <a:gd name="csY2" fmla="*/ 8195013 h 8289088"/>
              <a:gd name="csX3" fmla="*/ 1335132 w 11180243"/>
              <a:gd name="csY3" fmla="*/ 7926789 h 8289088"/>
              <a:gd name="csX4" fmla="*/ 1005948 w 11180243"/>
              <a:gd name="csY4" fmla="*/ 7743909 h 8289088"/>
              <a:gd name="csX5" fmla="*/ 737724 w 11180243"/>
              <a:gd name="csY5" fmla="*/ 7585413 h 8289088"/>
              <a:gd name="csX6" fmla="*/ 609708 w 11180243"/>
              <a:gd name="csY6" fmla="*/ 7073349 h 8289088"/>
              <a:gd name="csX7" fmla="*/ 573132 w 11180243"/>
              <a:gd name="csY7" fmla="*/ 6683205 h 8289088"/>
              <a:gd name="csX8" fmla="*/ 128124 w 11180243"/>
              <a:gd name="csY8" fmla="*/ 6390597 h 8289088"/>
              <a:gd name="csX9" fmla="*/ 61068 w 11180243"/>
              <a:gd name="csY9" fmla="*/ 6116277 h 8289088"/>
              <a:gd name="csX10" fmla="*/ 109835 w 11180243"/>
              <a:gd name="csY10" fmla="*/ 5927301 h 8289088"/>
              <a:gd name="csX11" fmla="*/ 6204 w 11180243"/>
              <a:gd name="csY11" fmla="*/ 5793189 h 8289088"/>
              <a:gd name="csX12" fmla="*/ 18395 w 11180243"/>
              <a:gd name="csY12" fmla="*/ 5604213 h 8289088"/>
              <a:gd name="csX13" fmla="*/ 122027 w 11180243"/>
              <a:gd name="csY13" fmla="*/ 5372565 h 8289088"/>
              <a:gd name="csX14" fmla="*/ 270753 w 11180243"/>
              <a:gd name="csY14" fmla="*/ 4762883 h 8289088"/>
              <a:gd name="csX15" fmla="*/ 183071 w 11180243"/>
              <a:gd name="csY15" fmla="*/ 4612571 h 8289088"/>
              <a:gd name="csX16" fmla="*/ 208123 w 11180243"/>
              <a:gd name="csY16" fmla="*/ 4524889 h 8289088"/>
              <a:gd name="csX17" fmla="*/ 183071 w 11180243"/>
              <a:gd name="csY17" fmla="*/ 4399629 h 8289088"/>
              <a:gd name="csX18" fmla="*/ 145492 w 11180243"/>
              <a:gd name="csY18" fmla="*/ 4324473 h 8289088"/>
              <a:gd name="csX19" fmla="*/ 208123 w 11180243"/>
              <a:gd name="csY19" fmla="*/ 4174160 h 8289088"/>
              <a:gd name="csX20" fmla="*/ 258227 w 11180243"/>
              <a:gd name="csY20" fmla="*/ 4061426 h 8289088"/>
              <a:gd name="csX21" fmla="*/ 320857 w 11180243"/>
              <a:gd name="csY21" fmla="*/ 3961218 h 8289088"/>
              <a:gd name="csX22" fmla="*/ 320857 w 11180243"/>
              <a:gd name="csY22" fmla="*/ 3961218 h 8289088"/>
              <a:gd name="csX23" fmla="*/ 433591 w 11180243"/>
              <a:gd name="csY23" fmla="*/ 3835957 h 8289088"/>
              <a:gd name="csX24" fmla="*/ 558851 w 11180243"/>
              <a:gd name="csY24" fmla="*/ 3785853 h 8289088"/>
              <a:gd name="csX25" fmla="*/ 558851 w 11180243"/>
              <a:gd name="csY25" fmla="*/ 3785853 h 8289088"/>
              <a:gd name="csX26" fmla="*/ 546325 w 11180243"/>
              <a:gd name="csY26" fmla="*/ 3673119 h 8289088"/>
              <a:gd name="csX27" fmla="*/ 446117 w 11180243"/>
              <a:gd name="csY27" fmla="*/ 3635541 h 8289088"/>
              <a:gd name="csX28" fmla="*/ 433591 w 11180243"/>
              <a:gd name="csY28" fmla="*/ 3597963 h 8289088"/>
              <a:gd name="csX29" fmla="*/ 483695 w 11180243"/>
              <a:gd name="csY29" fmla="*/ 3472703 h 8289088"/>
              <a:gd name="csX30" fmla="*/ 533799 w 11180243"/>
              <a:gd name="csY30" fmla="*/ 3397547 h 8289088"/>
              <a:gd name="csX31" fmla="*/ 634007 w 11180243"/>
              <a:gd name="csY31" fmla="*/ 3222182 h 8289088"/>
              <a:gd name="csX32" fmla="*/ 659060 w 11180243"/>
              <a:gd name="csY32" fmla="*/ 3147026 h 8289088"/>
              <a:gd name="csX33" fmla="*/ 771794 w 11180243"/>
              <a:gd name="csY33" fmla="*/ 3046818 h 8289088"/>
              <a:gd name="csX34" fmla="*/ 846950 w 11180243"/>
              <a:gd name="csY34" fmla="*/ 2984188 h 8289088"/>
              <a:gd name="csX35" fmla="*/ 947158 w 11180243"/>
              <a:gd name="csY35" fmla="*/ 2934083 h 8289088"/>
              <a:gd name="csX36" fmla="*/ 1022314 w 11180243"/>
              <a:gd name="csY36" fmla="*/ 2883979 h 8289088"/>
              <a:gd name="csX37" fmla="*/ 1135049 w 11180243"/>
              <a:gd name="csY37" fmla="*/ 2821349 h 8289088"/>
              <a:gd name="csX38" fmla="*/ 1197679 w 11180243"/>
              <a:gd name="csY38" fmla="*/ 2758719 h 8289088"/>
              <a:gd name="csX39" fmla="*/ 1297887 w 11180243"/>
              <a:gd name="csY39" fmla="*/ 2671037 h 8289088"/>
              <a:gd name="csX40" fmla="*/ 1448199 w 11180243"/>
              <a:gd name="csY40" fmla="*/ 2620933 h 8289088"/>
              <a:gd name="csX41" fmla="*/ 1573460 w 11180243"/>
              <a:gd name="csY41" fmla="*/ 2658511 h 8289088"/>
              <a:gd name="csX42" fmla="*/ 1573460 w 11180243"/>
              <a:gd name="csY42" fmla="*/ 2658511 h 8289088"/>
              <a:gd name="csX43" fmla="*/ 1510829 w 11180243"/>
              <a:gd name="csY43" fmla="*/ 2595881 h 8289088"/>
              <a:gd name="csX44" fmla="*/ 1548407 w 11180243"/>
              <a:gd name="csY44" fmla="*/ 2407990 h 8289088"/>
              <a:gd name="csX45" fmla="*/ 1673668 w 11180243"/>
              <a:gd name="csY45" fmla="*/ 2307782 h 8289088"/>
              <a:gd name="csX46" fmla="*/ 1773876 w 11180243"/>
              <a:gd name="csY46" fmla="*/ 2245152 h 8289088"/>
              <a:gd name="csX47" fmla="*/ 1798928 w 11180243"/>
              <a:gd name="csY47" fmla="*/ 2207574 h 8289088"/>
              <a:gd name="csX48" fmla="*/ 1961766 w 11180243"/>
              <a:gd name="csY48" fmla="*/ 2195048 h 8289088"/>
              <a:gd name="csX49" fmla="*/ 2112079 w 11180243"/>
              <a:gd name="csY49" fmla="*/ 2245152 h 8289088"/>
              <a:gd name="csX50" fmla="*/ 2112079 w 11180243"/>
              <a:gd name="csY50" fmla="*/ 2245152 h 8289088"/>
              <a:gd name="csX51" fmla="*/ 2112079 w 11180243"/>
              <a:gd name="csY51" fmla="*/ 2245152 h 8289088"/>
              <a:gd name="csX52" fmla="*/ 2224813 w 11180243"/>
              <a:gd name="csY52" fmla="*/ 2195048 h 8289088"/>
              <a:gd name="csX53" fmla="*/ 2375125 w 11180243"/>
              <a:gd name="csY53" fmla="*/ 2094840 h 8289088"/>
              <a:gd name="csX54" fmla="*/ 2613120 w 11180243"/>
              <a:gd name="csY54" fmla="*/ 2057262 h 8289088"/>
              <a:gd name="csX55" fmla="*/ 2788484 w 11180243"/>
              <a:gd name="csY55" fmla="*/ 2082314 h 8289088"/>
              <a:gd name="csX56" fmla="*/ 2888692 w 11180243"/>
              <a:gd name="csY56" fmla="*/ 2169996 h 8289088"/>
              <a:gd name="csX57" fmla="*/ 3013953 w 11180243"/>
              <a:gd name="csY57" fmla="*/ 2195048 h 8289088"/>
              <a:gd name="csX58" fmla="*/ 2851114 w 11180243"/>
              <a:gd name="csY58" fmla="*/ 2082314 h 8289088"/>
              <a:gd name="csX59" fmla="*/ 2938797 w 11180243"/>
              <a:gd name="csY59" fmla="*/ 1957053 h 8289088"/>
              <a:gd name="csX60" fmla="*/ 3101635 w 11180243"/>
              <a:gd name="csY60" fmla="*/ 1957053 h 8289088"/>
              <a:gd name="csX61" fmla="*/ 3302051 w 11180243"/>
              <a:gd name="csY61" fmla="*/ 1957053 h 8289088"/>
              <a:gd name="csX62" fmla="*/ 3464890 w 11180243"/>
              <a:gd name="csY62" fmla="*/ 1969579 h 8289088"/>
              <a:gd name="csX63" fmla="*/ 3815618 w 11180243"/>
              <a:gd name="csY63" fmla="*/ 1919475 h 8289088"/>
              <a:gd name="csX64" fmla="*/ 3978457 w 11180243"/>
              <a:gd name="csY64" fmla="*/ 1919475 h 8289088"/>
              <a:gd name="csX65" fmla="*/ 4241503 w 11180243"/>
              <a:gd name="csY65" fmla="*/ 1894423 h 8289088"/>
              <a:gd name="csX66" fmla="*/ 4391816 w 11180243"/>
              <a:gd name="csY66" fmla="*/ 1906949 h 8289088"/>
              <a:gd name="csX67" fmla="*/ 4567180 w 11180243"/>
              <a:gd name="csY67" fmla="*/ 1994631 h 8289088"/>
              <a:gd name="csX68" fmla="*/ 4567180 w 11180243"/>
              <a:gd name="csY68" fmla="*/ 1994631 h 8289088"/>
              <a:gd name="csX69" fmla="*/ 4504550 w 11180243"/>
              <a:gd name="csY69" fmla="*/ 1844319 h 8289088"/>
              <a:gd name="csX70" fmla="*/ 4704966 w 11180243"/>
              <a:gd name="csY70" fmla="*/ 1844319 h 8289088"/>
              <a:gd name="csX71" fmla="*/ 4892857 w 11180243"/>
              <a:gd name="csY71" fmla="*/ 1869371 h 8289088"/>
              <a:gd name="csX72" fmla="*/ 4980539 w 11180243"/>
              <a:gd name="csY72" fmla="*/ 1869371 h 8289088"/>
              <a:gd name="csX73" fmla="*/ 5168429 w 11180243"/>
              <a:gd name="csY73" fmla="*/ 1769163 h 8289088"/>
              <a:gd name="csX74" fmla="*/ 5406424 w 11180243"/>
              <a:gd name="csY74" fmla="*/ 1794215 h 8289088"/>
              <a:gd name="csX75" fmla="*/ 5556736 w 11180243"/>
              <a:gd name="csY75" fmla="*/ 1819267 h 8289088"/>
              <a:gd name="csX76" fmla="*/ 5744627 w 11180243"/>
              <a:gd name="csY76" fmla="*/ 1781689 h 8289088"/>
              <a:gd name="csX77" fmla="*/ 5882413 w 11180243"/>
              <a:gd name="csY77" fmla="*/ 1794215 h 8289088"/>
              <a:gd name="csX78" fmla="*/ 5945043 w 11180243"/>
              <a:gd name="csY78" fmla="*/ 1794215 h 8289088"/>
              <a:gd name="csX79" fmla="*/ 6283246 w 11180243"/>
              <a:gd name="csY79" fmla="*/ 1631377 h 8289088"/>
              <a:gd name="csX80" fmla="*/ 6508714 w 11180243"/>
              <a:gd name="csY80" fmla="*/ 1593799 h 8289088"/>
              <a:gd name="csX81" fmla="*/ 6696605 w 11180243"/>
              <a:gd name="csY81" fmla="*/ 1481064 h 8289088"/>
              <a:gd name="csX82" fmla="*/ 6859443 w 11180243"/>
              <a:gd name="csY82" fmla="*/ 1493590 h 8289088"/>
              <a:gd name="csX83" fmla="*/ 6997229 w 11180243"/>
              <a:gd name="csY83" fmla="*/ 1481064 h 8289088"/>
              <a:gd name="csX84" fmla="*/ 7147542 w 11180243"/>
              <a:gd name="csY84" fmla="*/ 1355804 h 8289088"/>
              <a:gd name="csX85" fmla="*/ 7360484 w 11180243"/>
              <a:gd name="csY85" fmla="*/ 1230544 h 8289088"/>
              <a:gd name="csX86" fmla="*/ 7485744 w 11180243"/>
              <a:gd name="csY86" fmla="*/ 1243070 h 8289088"/>
              <a:gd name="csX87" fmla="*/ 7585953 w 11180243"/>
              <a:gd name="csY87" fmla="*/ 1255596 h 8289088"/>
              <a:gd name="csX88" fmla="*/ 7673635 w 11180243"/>
              <a:gd name="csY88" fmla="*/ 1255596 h 8289088"/>
              <a:gd name="csX89" fmla="*/ 7886577 w 11180243"/>
              <a:gd name="csY89" fmla="*/ 1218018 h 8289088"/>
              <a:gd name="csX90" fmla="*/ 7949207 w 11180243"/>
              <a:gd name="csY90" fmla="*/ 1167914 h 8289088"/>
              <a:gd name="csX91" fmla="*/ 8086994 w 11180243"/>
              <a:gd name="csY91" fmla="*/ 1180440 h 8289088"/>
              <a:gd name="csX92" fmla="*/ 8086994 w 11180243"/>
              <a:gd name="csY92" fmla="*/ 1180440 h 8289088"/>
              <a:gd name="csX93" fmla="*/ 8224780 w 11180243"/>
              <a:gd name="csY93" fmla="*/ 1130336 h 8289088"/>
              <a:gd name="csX94" fmla="*/ 8412671 w 11180243"/>
              <a:gd name="csY94" fmla="*/ 1042653 h 8289088"/>
              <a:gd name="csX95" fmla="*/ 8588035 w 11180243"/>
              <a:gd name="csY95" fmla="*/ 942445 h 8289088"/>
              <a:gd name="csX96" fmla="*/ 8663191 w 11180243"/>
              <a:gd name="csY96" fmla="*/ 854763 h 8289088"/>
              <a:gd name="csX97" fmla="*/ 8700769 w 11180243"/>
              <a:gd name="csY97" fmla="*/ 804659 h 8289088"/>
              <a:gd name="csX98" fmla="*/ 8851081 w 11180243"/>
              <a:gd name="csY98" fmla="*/ 779607 h 8289088"/>
              <a:gd name="csX99" fmla="*/ 8963816 w 11180243"/>
              <a:gd name="csY99" fmla="*/ 754555 h 8289088"/>
              <a:gd name="csX100" fmla="*/ 9076550 w 11180243"/>
              <a:gd name="csY100" fmla="*/ 716977 h 8289088"/>
              <a:gd name="csX101" fmla="*/ 9126654 w 11180243"/>
              <a:gd name="csY101" fmla="*/ 691925 h 8289088"/>
              <a:gd name="csX102" fmla="*/ 9373500 w 11180243"/>
              <a:gd name="csY102" fmla="*/ 691925 h 8289088"/>
              <a:gd name="csX103" fmla="*/ 9607403 w 11180243"/>
              <a:gd name="csY103" fmla="*/ 410423 h 8289088"/>
              <a:gd name="csX104" fmla="*/ 10101179 w 11180243"/>
              <a:gd name="csY104" fmla="*/ 123911 h 8289088"/>
              <a:gd name="csX105" fmla="*/ 10588859 w 11180243"/>
              <a:gd name="csY105" fmla="*/ 1991 h 8289088"/>
              <a:gd name="csX106" fmla="*/ 11011905 w 11180243"/>
              <a:gd name="csY106" fmla="*/ 89089 h 8289088"/>
              <a:gd name="csX107" fmla="*/ 11143595 w 11180243"/>
              <a:gd name="csY107" fmla="*/ 251926 h 8289088"/>
              <a:gd name="csX108" fmla="*/ 11180171 w 11180243"/>
              <a:gd name="csY108" fmla="*/ 629879 h 8289088"/>
              <a:gd name="csX109" fmla="*/ 11070443 w 11180243"/>
              <a:gd name="csY109" fmla="*/ 898102 h 8289088"/>
              <a:gd name="csX110" fmla="*/ 10930235 w 11180243"/>
              <a:gd name="csY110" fmla="*/ 1355303 h 8289088"/>
              <a:gd name="csX111" fmla="*/ 10466939 w 11180243"/>
              <a:gd name="csY111" fmla="*/ 1690582 h 8289088"/>
              <a:gd name="csX112" fmla="*/ 10381595 w 11180243"/>
              <a:gd name="csY112" fmla="*/ 2001478 h 8289088"/>
              <a:gd name="csX113" fmla="*/ 10174331 w 11180243"/>
              <a:gd name="csY113" fmla="*/ 2190454 h 8289088"/>
              <a:gd name="csX114" fmla="*/ 9912203 w 11180243"/>
              <a:gd name="csY114" fmla="*/ 2580598 h 8289088"/>
              <a:gd name="csX115" fmla="*/ 9729323 w 11180243"/>
              <a:gd name="csY115" fmla="*/ 2934166 h 8289088"/>
              <a:gd name="csX116" fmla="*/ 9497675 w 11180243"/>
              <a:gd name="csY116" fmla="*/ 3092662 h 8289088"/>
              <a:gd name="csX117" fmla="*/ 9290411 w 11180243"/>
              <a:gd name="csY117" fmla="*/ 3299926 h 8289088"/>
              <a:gd name="csX118" fmla="*/ 8985611 w 11180243"/>
              <a:gd name="csY118" fmla="*/ 3452326 h 8289088"/>
              <a:gd name="csX119" fmla="*/ 8814923 w 11180243"/>
              <a:gd name="csY119" fmla="*/ 3763222 h 8289088"/>
              <a:gd name="csX120" fmla="*/ 8400395 w 11180243"/>
              <a:gd name="csY120" fmla="*/ 3915622 h 8289088"/>
              <a:gd name="csX121" fmla="*/ 8315051 w 11180243"/>
              <a:gd name="csY121" fmla="*/ 4104598 h 8289088"/>
              <a:gd name="csX122" fmla="*/ 8089499 w 11180243"/>
              <a:gd name="csY122" fmla="*/ 4214326 h 8289088"/>
              <a:gd name="csX123" fmla="*/ 7711547 w 11180243"/>
              <a:gd name="csY123" fmla="*/ 4293574 h 8289088"/>
              <a:gd name="csX124" fmla="*/ 7400651 w 11180243"/>
              <a:gd name="csY124" fmla="*/ 4470358 h 8289088"/>
              <a:gd name="csX125" fmla="*/ 6967835 w 11180243"/>
              <a:gd name="csY125" fmla="*/ 4476454 h 8289088"/>
              <a:gd name="csX126" fmla="*/ 6644747 w 11180243"/>
              <a:gd name="csY126" fmla="*/ 4592278 h 8289088"/>
              <a:gd name="csX127" fmla="*/ 6260699 w 11180243"/>
              <a:gd name="csY127" fmla="*/ 4622758 h 8289088"/>
              <a:gd name="csX128" fmla="*/ 6144875 w 11180243"/>
              <a:gd name="csY128" fmla="*/ 4744678 h 8289088"/>
              <a:gd name="csX129" fmla="*/ 5931515 w 11180243"/>
              <a:gd name="csY129" fmla="*/ 4756870 h 8289088"/>
              <a:gd name="csX130" fmla="*/ 5742539 w 11180243"/>
              <a:gd name="csY130" fmla="*/ 4756870 h 8289088"/>
              <a:gd name="csX131" fmla="*/ 5273147 w 11180243"/>
              <a:gd name="csY131" fmla="*/ 4769062 h 8289088"/>
              <a:gd name="csX132" fmla="*/ 4876907 w 11180243"/>
              <a:gd name="csY132" fmla="*/ 4756870 h 8289088"/>
              <a:gd name="csX133" fmla="*/ 4773275 w 11180243"/>
              <a:gd name="csY133" fmla="*/ 4860502 h 8289088"/>
              <a:gd name="csX134" fmla="*/ 4370939 w 11180243"/>
              <a:gd name="csY134" fmla="*/ 5061670 h 8289088"/>
              <a:gd name="csX135" fmla="*/ 3925931 w 11180243"/>
              <a:gd name="csY135" fmla="*/ 5171398 h 8289088"/>
              <a:gd name="csX136" fmla="*/ 4200251 w 11180243"/>
              <a:gd name="csY136" fmla="*/ 5579830 h 8289088"/>
              <a:gd name="csX137" fmla="*/ 4194155 w 11180243"/>
              <a:gd name="csY137" fmla="*/ 6018742 h 8289088"/>
              <a:gd name="csX138" fmla="*/ 4261211 w 11180243"/>
              <a:gd name="csY138" fmla="*/ 6201622 h 8289088"/>
              <a:gd name="csX0" fmla="*/ 3222219 w 11180243"/>
              <a:gd name="csY0" fmla="*/ 8269420 h 8289088"/>
              <a:gd name="csX1" fmla="*/ 2091036 w 11180243"/>
              <a:gd name="csY1" fmla="*/ 8286453 h 8289088"/>
              <a:gd name="csX2" fmla="*/ 1530204 w 11180243"/>
              <a:gd name="csY2" fmla="*/ 8152341 h 8289088"/>
              <a:gd name="csX3" fmla="*/ 1335132 w 11180243"/>
              <a:gd name="csY3" fmla="*/ 7926789 h 8289088"/>
              <a:gd name="csX4" fmla="*/ 1005948 w 11180243"/>
              <a:gd name="csY4" fmla="*/ 7743909 h 8289088"/>
              <a:gd name="csX5" fmla="*/ 737724 w 11180243"/>
              <a:gd name="csY5" fmla="*/ 7585413 h 8289088"/>
              <a:gd name="csX6" fmla="*/ 609708 w 11180243"/>
              <a:gd name="csY6" fmla="*/ 7073349 h 8289088"/>
              <a:gd name="csX7" fmla="*/ 573132 w 11180243"/>
              <a:gd name="csY7" fmla="*/ 6683205 h 8289088"/>
              <a:gd name="csX8" fmla="*/ 128124 w 11180243"/>
              <a:gd name="csY8" fmla="*/ 6390597 h 8289088"/>
              <a:gd name="csX9" fmla="*/ 61068 w 11180243"/>
              <a:gd name="csY9" fmla="*/ 6116277 h 8289088"/>
              <a:gd name="csX10" fmla="*/ 109835 w 11180243"/>
              <a:gd name="csY10" fmla="*/ 5927301 h 8289088"/>
              <a:gd name="csX11" fmla="*/ 6204 w 11180243"/>
              <a:gd name="csY11" fmla="*/ 5793189 h 8289088"/>
              <a:gd name="csX12" fmla="*/ 18395 w 11180243"/>
              <a:gd name="csY12" fmla="*/ 5604213 h 8289088"/>
              <a:gd name="csX13" fmla="*/ 122027 w 11180243"/>
              <a:gd name="csY13" fmla="*/ 5372565 h 8289088"/>
              <a:gd name="csX14" fmla="*/ 270753 w 11180243"/>
              <a:gd name="csY14" fmla="*/ 4762883 h 8289088"/>
              <a:gd name="csX15" fmla="*/ 183071 w 11180243"/>
              <a:gd name="csY15" fmla="*/ 4612571 h 8289088"/>
              <a:gd name="csX16" fmla="*/ 208123 w 11180243"/>
              <a:gd name="csY16" fmla="*/ 4524889 h 8289088"/>
              <a:gd name="csX17" fmla="*/ 183071 w 11180243"/>
              <a:gd name="csY17" fmla="*/ 4399629 h 8289088"/>
              <a:gd name="csX18" fmla="*/ 145492 w 11180243"/>
              <a:gd name="csY18" fmla="*/ 4324473 h 8289088"/>
              <a:gd name="csX19" fmla="*/ 208123 w 11180243"/>
              <a:gd name="csY19" fmla="*/ 4174160 h 8289088"/>
              <a:gd name="csX20" fmla="*/ 258227 w 11180243"/>
              <a:gd name="csY20" fmla="*/ 4061426 h 8289088"/>
              <a:gd name="csX21" fmla="*/ 320857 w 11180243"/>
              <a:gd name="csY21" fmla="*/ 3961218 h 8289088"/>
              <a:gd name="csX22" fmla="*/ 320857 w 11180243"/>
              <a:gd name="csY22" fmla="*/ 3961218 h 8289088"/>
              <a:gd name="csX23" fmla="*/ 433591 w 11180243"/>
              <a:gd name="csY23" fmla="*/ 3835957 h 8289088"/>
              <a:gd name="csX24" fmla="*/ 558851 w 11180243"/>
              <a:gd name="csY24" fmla="*/ 3785853 h 8289088"/>
              <a:gd name="csX25" fmla="*/ 558851 w 11180243"/>
              <a:gd name="csY25" fmla="*/ 3785853 h 8289088"/>
              <a:gd name="csX26" fmla="*/ 546325 w 11180243"/>
              <a:gd name="csY26" fmla="*/ 3673119 h 8289088"/>
              <a:gd name="csX27" fmla="*/ 446117 w 11180243"/>
              <a:gd name="csY27" fmla="*/ 3635541 h 8289088"/>
              <a:gd name="csX28" fmla="*/ 433591 w 11180243"/>
              <a:gd name="csY28" fmla="*/ 3597963 h 8289088"/>
              <a:gd name="csX29" fmla="*/ 483695 w 11180243"/>
              <a:gd name="csY29" fmla="*/ 3472703 h 8289088"/>
              <a:gd name="csX30" fmla="*/ 533799 w 11180243"/>
              <a:gd name="csY30" fmla="*/ 3397547 h 8289088"/>
              <a:gd name="csX31" fmla="*/ 634007 w 11180243"/>
              <a:gd name="csY31" fmla="*/ 3222182 h 8289088"/>
              <a:gd name="csX32" fmla="*/ 659060 w 11180243"/>
              <a:gd name="csY32" fmla="*/ 3147026 h 8289088"/>
              <a:gd name="csX33" fmla="*/ 771794 w 11180243"/>
              <a:gd name="csY33" fmla="*/ 3046818 h 8289088"/>
              <a:gd name="csX34" fmla="*/ 846950 w 11180243"/>
              <a:gd name="csY34" fmla="*/ 2984188 h 8289088"/>
              <a:gd name="csX35" fmla="*/ 947158 w 11180243"/>
              <a:gd name="csY35" fmla="*/ 2934083 h 8289088"/>
              <a:gd name="csX36" fmla="*/ 1022314 w 11180243"/>
              <a:gd name="csY36" fmla="*/ 2883979 h 8289088"/>
              <a:gd name="csX37" fmla="*/ 1135049 w 11180243"/>
              <a:gd name="csY37" fmla="*/ 2821349 h 8289088"/>
              <a:gd name="csX38" fmla="*/ 1197679 w 11180243"/>
              <a:gd name="csY38" fmla="*/ 2758719 h 8289088"/>
              <a:gd name="csX39" fmla="*/ 1297887 w 11180243"/>
              <a:gd name="csY39" fmla="*/ 2671037 h 8289088"/>
              <a:gd name="csX40" fmla="*/ 1448199 w 11180243"/>
              <a:gd name="csY40" fmla="*/ 2620933 h 8289088"/>
              <a:gd name="csX41" fmla="*/ 1573460 w 11180243"/>
              <a:gd name="csY41" fmla="*/ 2658511 h 8289088"/>
              <a:gd name="csX42" fmla="*/ 1573460 w 11180243"/>
              <a:gd name="csY42" fmla="*/ 2658511 h 8289088"/>
              <a:gd name="csX43" fmla="*/ 1510829 w 11180243"/>
              <a:gd name="csY43" fmla="*/ 2595881 h 8289088"/>
              <a:gd name="csX44" fmla="*/ 1548407 w 11180243"/>
              <a:gd name="csY44" fmla="*/ 2407990 h 8289088"/>
              <a:gd name="csX45" fmla="*/ 1673668 w 11180243"/>
              <a:gd name="csY45" fmla="*/ 2307782 h 8289088"/>
              <a:gd name="csX46" fmla="*/ 1773876 w 11180243"/>
              <a:gd name="csY46" fmla="*/ 2245152 h 8289088"/>
              <a:gd name="csX47" fmla="*/ 1798928 w 11180243"/>
              <a:gd name="csY47" fmla="*/ 2207574 h 8289088"/>
              <a:gd name="csX48" fmla="*/ 1961766 w 11180243"/>
              <a:gd name="csY48" fmla="*/ 2195048 h 8289088"/>
              <a:gd name="csX49" fmla="*/ 2112079 w 11180243"/>
              <a:gd name="csY49" fmla="*/ 2245152 h 8289088"/>
              <a:gd name="csX50" fmla="*/ 2112079 w 11180243"/>
              <a:gd name="csY50" fmla="*/ 2245152 h 8289088"/>
              <a:gd name="csX51" fmla="*/ 2112079 w 11180243"/>
              <a:gd name="csY51" fmla="*/ 2245152 h 8289088"/>
              <a:gd name="csX52" fmla="*/ 2224813 w 11180243"/>
              <a:gd name="csY52" fmla="*/ 2195048 h 8289088"/>
              <a:gd name="csX53" fmla="*/ 2375125 w 11180243"/>
              <a:gd name="csY53" fmla="*/ 2094840 h 8289088"/>
              <a:gd name="csX54" fmla="*/ 2613120 w 11180243"/>
              <a:gd name="csY54" fmla="*/ 2057262 h 8289088"/>
              <a:gd name="csX55" fmla="*/ 2788484 w 11180243"/>
              <a:gd name="csY55" fmla="*/ 2082314 h 8289088"/>
              <a:gd name="csX56" fmla="*/ 2888692 w 11180243"/>
              <a:gd name="csY56" fmla="*/ 2169996 h 8289088"/>
              <a:gd name="csX57" fmla="*/ 3013953 w 11180243"/>
              <a:gd name="csY57" fmla="*/ 2195048 h 8289088"/>
              <a:gd name="csX58" fmla="*/ 2851114 w 11180243"/>
              <a:gd name="csY58" fmla="*/ 2082314 h 8289088"/>
              <a:gd name="csX59" fmla="*/ 2938797 w 11180243"/>
              <a:gd name="csY59" fmla="*/ 1957053 h 8289088"/>
              <a:gd name="csX60" fmla="*/ 3101635 w 11180243"/>
              <a:gd name="csY60" fmla="*/ 1957053 h 8289088"/>
              <a:gd name="csX61" fmla="*/ 3302051 w 11180243"/>
              <a:gd name="csY61" fmla="*/ 1957053 h 8289088"/>
              <a:gd name="csX62" fmla="*/ 3464890 w 11180243"/>
              <a:gd name="csY62" fmla="*/ 1969579 h 8289088"/>
              <a:gd name="csX63" fmla="*/ 3815618 w 11180243"/>
              <a:gd name="csY63" fmla="*/ 1919475 h 8289088"/>
              <a:gd name="csX64" fmla="*/ 3978457 w 11180243"/>
              <a:gd name="csY64" fmla="*/ 1919475 h 8289088"/>
              <a:gd name="csX65" fmla="*/ 4241503 w 11180243"/>
              <a:gd name="csY65" fmla="*/ 1894423 h 8289088"/>
              <a:gd name="csX66" fmla="*/ 4391816 w 11180243"/>
              <a:gd name="csY66" fmla="*/ 1906949 h 8289088"/>
              <a:gd name="csX67" fmla="*/ 4567180 w 11180243"/>
              <a:gd name="csY67" fmla="*/ 1994631 h 8289088"/>
              <a:gd name="csX68" fmla="*/ 4567180 w 11180243"/>
              <a:gd name="csY68" fmla="*/ 1994631 h 8289088"/>
              <a:gd name="csX69" fmla="*/ 4504550 w 11180243"/>
              <a:gd name="csY69" fmla="*/ 1844319 h 8289088"/>
              <a:gd name="csX70" fmla="*/ 4704966 w 11180243"/>
              <a:gd name="csY70" fmla="*/ 1844319 h 8289088"/>
              <a:gd name="csX71" fmla="*/ 4892857 w 11180243"/>
              <a:gd name="csY71" fmla="*/ 1869371 h 8289088"/>
              <a:gd name="csX72" fmla="*/ 4980539 w 11180243"/>
              <a:gd name="csY72" fmla="*/ 1869371 h 8289088"/>
              <a:gd name="csX73" fmla="*/ 5168429 w 11180243"/>
              <a:gd name="csY73" fmla="*/ 1769163 h 8289088"/>
              <a:gd name="csX74" fmla="*/ 5406424 w 11180243"/>
              <a:gd name="csY74" fmla="*/ 1794215 h 8289088"/>
              <a:gd name="csX75" fmla="*/ 5556736 w 11180243"/>
              <a:gd name="csY75" fmla="*/ 1819267 h 8289088"/>
              <a:gd name="csX76" fmla="*/ 5744627 w 11180243"/>
              <a:gd name="csY76" fmla="*/ 1781689 h 8289088"/>
              <a:gd name="csX77" fmla="*/ 5882413 w 11180243"/>
              <a:gd name="csY77" fmla="*/ 1794215 h 8289088"/>
              <a:gd name="csX78" fmla="*/ 5945043 w 11180243"/>
              <a:gd name="csY78" fmla="*/ 1794215 h 8289088"/>
              <a:gd name="csX79" fmla="*/ 6283246 w 11180243"/>
              <a:gd name="csY79" fmla="*/ 1631377 h 8289088"/>
              <a:gd name="csX80" fmla="*/ 6508714 w 11180243"/>
              <a:gd name="csY80" fmla="*/ 1593799 h 8289088"/>
              <a:gd name="csX81" fmla="*/ 6696605 w 11180243"/>
              <a:gd name="csY81" fmla="*/ 1481064 h 8289088"/>
              <a:gd name="csX82" fmla="*/ 6859443 w 11180243"/>
              <a:gd name="csY82" fmla="*/ 1493590 h 8289088"/>
              <a:gd name="csX83" fmla="*/ 6997229 w 11180243"/>
              <a:gd name="csY83" fmla="*/ 1481064 h 8289088"/>
              <a:gd name="csX84" fmla="*/ 7147542 w 11180243"/>
              <a:gd name="csY84" fmla="*/ 1355804 h 8289088"/>
              <a:gd name="csX85" fmla="*/ 7360484 w 11180243"/>
              <a:gd name="csY85" fmla="*/ 1230544 h 8289088"/>
              <a:gd name="csX86" fmla="*/ 7485744 w 11180243"/>
              <a:gd name="csY86" fmla="*/ 1243070 h 8289088"/>
              <a:gd name="csX87" fmla="*/ 7585953 w 11180243"/>
              <a:gd name="csY87" fmla="*/ 1255596 h 8289088"/>
              <a:gd name="csX88" fmla="*/ 7673635 w 11180243"/>
              <a:gd name="csY88" fmla="*/ 1255596 h 8289088"/>
              <a:gd name="csX89" fmla="*/ 7886577 w 11180243"/>
              <a:gd name="csY89" fmla="*/ 1218018 h 8289088"/>
              <a:gd name="csX90" fmla="*/ 7949207 w 11180243"/>
              <a:gd name="csY90" fmla="*/ 1167914 h 8289088"/>
              <a:gd name="csX91" fmla="*/ 8086994 w 11180243"/>
              <a:gd name="csY91" fmla="*/ 1180440 h 8289088"/>
              <a:gd name="csX92" fmla="*/ 8086994 w 11180243"/>
              <a:gd name="csY92" fmla="*/ 1180440 h 8289088"/>
              <a:gd name="csX93" fmla="*/ 8224780 w 11180243"/>
              <a:gd name="csY93" fmla="*/ 1130336 h 8289088"/>
              <a:gd name="csX94" fmla="*/ 8412671 w 11180243"/>
              <a:gd name="csY94" fmla="*/ 1042653 h 8289088"/>
              <a:gd name="csX95" fmla="*/ 8588035 w 11180243"/>
              <a:gd name="csY95" fmla="*/ 942445 h 8289088"/>
              <a:gd name="csX96" fmla="*/ 8663191 w 11180243"/>
              <a:gd name="csY96" fmla="*/ 854763 h 8289088"/>
              <a:gd name="csX97" fmla="*/ 8700769 w 11180243"/>
              <a:gd name="csY97" fmla="*/ 804659 h 8289088"/>
              <a:gd name="csX98" fmla="*/ 8851081 w 11180243"/>
              <a:gd name="csY98" fmla="*/ 779607 h 8289088"/>
              <a:gd name="csX99" fmla="*/ 8963816 w 11180243"/>
              <a:gd name="csY99" fmla="*/ 754555 h 8289088"/>
              <a:gd name="csX100" fmla="*/ 9076550 w 11180243"/>
              <a:gd name="csY100" fmla="*/ 716977 h 8289088"/>
              <a:gd name="csX101" fmla="*/ 9126654 w 11180243"/>
              <a:gd name="csY101" fmla="*/ 691925 h 8289088"/>
              <a:gd name="csX102" fmla="*/ 9373500 w 11180243"/>
              <a:gd name="csY102" fmla="*/ 691925 h 8289088"/>
              <a:gd name="csX103" fmla="*/ 9607403 w 11180243"/>
              <a:gd name="csY103" fmla="*/ 410423 h 8289088"/>
              <a:gd name="csX104" fmla="*/ 10101179 w 11180243"/>
              <a:gd name="csY104" fmla="*/ 123911 h 8289088"/>
              <a:gd name="csX105" fmla="*/ 10588859 w 11180243"/>
              <a:gd name="csY105" fmla="*/ 1991 h 8289088"/>
              <a:gd name="csX106" fmla="*/ 11011905 w 11180243"/>
              <a:gd name="csY106" fmla="*/ 89089 h 8289088"/>
              <a:gd name="csX107" fmla="*/ 11143595 w 11180243"/>
              <a:gd name="csY107" fmla="*/ 251926 h 8289088"/>
              <a:gd name="csX108" fmla="*/ 11180171 w 11180243"/>
              <a:gd name="csY108" fmla="*/ 629879 h 8289088"/>
              <a:gd name="csX109" fmla="*/ 11070443 w 11180243"/>
              <a:gd name="csY109" fmla="*/ 898102 h 8289088"/>
              <a:gd name="csX110" fmla="*/ 10930235 w 11180243"/>
              <a:gd name="csY110" fmla="*/ 1355303 h 8289088"/>
              <a:gd name="csX111" fmla="*/ 10466939 w 11180243"/>
              <a:gd name="csY111" fmla="*/ 1690582 h 8289088"/>
              <a:gd name="csX112" fmla="*/ 10381595 w 11180243"/>
              <a:gd name="csY112" fmla="*/ 2001478 h 8289088"/>
              <a:gd name="csX113" fmla="*/ 10174331 w 11180243"/>
              <a:gd name="csY113" fmla="*/ 2190454 h 8289088"/>
              <a:gd name="csX114" fmla="*/ 9912203 w 11180243"/>
              <a:gd name="csY114" fmla="*/ 2580598 h 8289088"/>
              <a:gd name="csX115" fmla="*/ 9729323 w 11180243"/>
              <a:gd name="csY115" fmla="*/ 2934166 h 8289088"/>
              <a:gd name="csX116" fmla="*/ 9497675 w 11180243"/>
              <a:gd name="csY116" fmla="*/ 3092662 h 8289088"/>
              <a:gd name="csX117" fmla="*/ 9290411 w 11180243"/>
              <a:gd name="csY117" fmla="*/ 3299926 h 8289088"/>
              <a:gd name="csX118" fmla="*/ 8985611 w 11180243"/>
              <a:gd name="csY118" fmla="*/ 3452326 h 8289088"/>
              <a:gd name="csX119" fmla="*/ 8814923 w 11180243"/>
              <a:gd name="csY119" fmla="*/ 3763222 h 8289088"/>
              <a:gd name="csX120" fmla="*/ 8400395 w 11180243"/>
              <a:gd name="csY120" fmla="*/ 3915622 h 8289088"/>
              <a:gd name="csX121" fmla="*/ 8315051 w 11180243"/>
              <a:gd name="csY121" fmla="*/ 4104598 h 8289088"/>
              <a:gd name="csX122" fmla="*/ 8089499 w 11180243"/>
              <a:gd name="csY122" fmla="*/ 4214326 h 8289088"/>
              <a:gd name="csX123" fmla="*/ 7711547 w 11180243"/>
              <a:gd name="csY123" fmla="*/ 4293574 h 8289088"/>
              <a:gd name="csX124" fmla="*/ 7400651 w 11180243"/>
              <a:gd name="csY124" fmla="*/ 4470358 h 8289088"/>
              <a:gd name="csX125" fmla="*/ 6967835 w 11180243"/>
              <a:gd name="csY125" fmla="*/ 4476454 h 8289088"/>
              <a:gd name="csX126" fmla="*/ 6644747 w 11180243"/>
              <a:gd name="csY126" fmla="*/ 4592278 h 8289088"/>
              <a:gd name="csX127" fmla="*/ 6260699 w 11180243"/>
              <a:gd name="csY127" fmla="*/ 4622758 h 8289088"/>
              <a:gd name="csX128" fmla="*/ 6144875 w 11180243"/>
              <a:gd name="csY128" fmla="*/ 4744678 h 8289088"/>
              <a:gd name="csX129" fmla="*/ 5931515 w 11180243"/>
              <a:gd name="csY129" fmla="*/ 4756870 h 8289088"/>
              <a:gd name="csX130" fmla="*/ 5742539 w 11180243"/>
              <a:gd name="csY130" fmla="*/ 4756870 h 8289088"/>
              <a:gd name="csX131" fmla="*/ 5273147 w 11180243"/>
              <a:gd name="csY131" fmla="*/ 4769062 h 8289088"/>
              <a:gd name="csX132" fmla="*/ 4876907 w 11180243"/>
              <a:gd name="csY132" fmla="*/ 4756870 h 8289088"/>
              <a:gd name="csX133" fmla="*/ 4773275 w 11180243"/>
              <a:gd name="csY133" fmla="*/ 4860502 h 8289088"/>
              <a:gd name="csX134" fmla="*/ 4370939 w 11180243"/>
              <a:gd name="csY134" fmla="*/ 5061670 h 8289088"/>
              <a:gd name="csX135" fmla="*/ 3925931 w 11180243"/>
              <a:gd name="csY135" fmla="*/ 5171398 h 8289088"/>
              <a:gd name="csX136" fmla="*/ 4200251 w 11180243"/>
              <a:gd name="csY136" fmla="*/ 5579830 h 8289088"/>
              <a:gd name="csX137" fmla="*/ 4194155 w 11180243"/>
              <a:gd name="csY137" fmla="*/ 6018742 h 8289088"/>
              <a:gd name="csX138" fmla="*/ 4261211 w 11180243"/>
              <a:gd name="csY138" fmla="*/ 6201622 h 8289088"/>
              <a:gd name="csX0" fmla="*/ 3222219 w 11180243"/>
              <a:gd name="csY0" fmla="*/ 8269420 h 8289088"/>
              <a:gd name="csX1" fmla="*/ 2091036 w 11180243"/>
              <a:gd name="csY1" fmla="*/ 8286453 h 8289088"/>
              <a:gd name="csX2" fmla="*/ 1530204 w 11180243"/>
              <a:gd name="csY2" fmla="*/ 8152341 h 8289088"/>
              <a:gd name="csX3" fmla="*/ 1292460 w 11180243"/>
              <a:gd name="csY3" fmla="*/ 7932885 h 8289088"/>
              <a:gd name="csX4" fmla="*/ 1005948 w 11180243"/>
              <a:gd name="csY4" fmla="*/ 7743909 h 8289088"/>
              <a:gd name="csX5" fmla="*/ 737724 w 11180243"/>
              <a:gd name="csY5" fmla="*/ 7585413 h 8289088"/>
              <a:gd name="csX6" fmla="*/ 609708 w 11180243"/>
              <a:gd name="csY6" fmla="*/ 7073349 h 8289088"/>
              <a:gd name="csX7" fmla="*/ 573132 w 11180243"/>
              <a:gd name="csY7" fmla="*/ 6683205 h 8289088"/>
              <a:gd name="csX8" fmla="*/ 128124 w 11180243"/>
              <a:gd name="csY8" fmla="*/ 6390597 h 8289088"/>
              <a:gd name="csX9" fmla="*/ 61068 w 11180243"/>
              <a:gd name="csY9" fmla="*/ 6116277 h 8289088"/>
              <a:gd name="csX10" fmla="*/ 109835 w 11180243"/>
              <a:gd name="csY10" fmla="*/ 5927301 h 8289088"/>
              <a:gd name="csX11" fmla="*/ 6204 w 11180243"/>
              <a:gd name="csY11" fmla="*/ 5793189 h 8289088"/>
              <a:gd name="csX12" fmla="*/ 18395 w 11180243"/>
              <a:gd name="csY12" fmla="*/ 5604213 h 8289088"/>
              <a:gd name="csX13" fmla="*/ 122027 w 11180243"/>
              <a:gd name="csY13" fmla="*/ 5372565 h 8289088"/>
              <a:gd name="csX14" fmla="*/ 270753 w 11180243"/>
              <a:gd name="csY14" fmla="*/ 4762883 h 8289088"/>
              <a:gd name="csX15" fmla="*/ 183071 w 11180243"/>
              <a:gd name="csY15" fmla="*/ 4612571 h 8289088"/>
              <a:gd name="csX16" fmla="*/ 208123 w 11180243"/>
              <a:gd name="csY16" fmla="*/ 4524889 h 8289088"/>
              <a:gd name="csX17" fmla="*/ 183071 w 11180243"/>
              <a:gd name="csY17" fmla="*/ 4399629 h 8289088"/>
              <a:gd name="csX18" fmla="*/ 145492 w 11180243"/>
              <a:gd name="csY18" fmla="*/ 4324473 h 8289088"/>
              <a:gd name="csX19" fmla="*/ 208123 w 11180243"/>
              <a:gd name="csY19" fmla="*/ 4174160 h 8289088"/>
              <a:gd name="csX20" fmla="*/ 258227 w 11180243"/>
              <a:gd name="csY20" fmla="*/ 4061426 h 8289088"/>
              <a:gd name="csX21" fmla="*/ 320857 w 11180243"/>
              <a:gd name="csY21" fmla="*/ 3961218 h 8289088"/>
              <a:gd name="csX22" fmla="*/ 320857 w 11180243"/>
              <a:gd name="csY22" fmla="*/ 3961218 h 8289088"/>
              <a:gd name="csX23" fmla="*/ 433591 w 11180243"/>
              <a:gd name="csY23" fmla="*/ 3835957 h 8289088"/>
              <a:gd name="csX24" fmla="*/ 558851 w 11180243"/>
              <a:gd name="csY24" fmla="*/ 3785853 h 8289088"/>
              <a:gd name="csX25" fmla="*/ 558851 w 11180243"/>
              <a:gd name="csY25" fmla="*/ 3785853 h 8289088"/>
              <a:gd name="csX26" fmla="*/ 546325 w 11180243"/>
              <a:gd name="csY26" fmla="*/ 3673119 h 8289088"/>
              <a:gd name="csX27" fmla="*/ 446117 w 11180243"/>
              <a:gd name="csY27" fmla="*/ 3635541 h 8289088"/>
              <a:gd name="csX28" fmla="*/ 433591 w 11180243"/>
              <a:gd name="csY28" fmla="*/ 3597963 h 8289088"/>
              <a:gd name="csX29" fmla="*/ 483695 w 11180243"/>
              <a:gd name="csY29" fmla="*/ 3472703 h 8289088"/>
              <a:gd name="csX30" fmla="*/ 533799 w 11180243"/>
              <a:gd name="csY30" fmla="*/ 3397547 h 8289088"/>
              <a:gd name="csX31" fmla="*/ 634007 w 11180243"/>
              <a:gd name="csY31" fmla="*/ 3222182 h 8289088"/>
              <a:gd name="csX32" fmla="*/ 659060 w 11180243"/>
              <a:gd name="csY32" fmla="*/ 3147026 h 8289088"/>
              <a:gd name="csX33" fmla="*/ 771794 w 11180243"/>
              <a:gd name="csY33" fmla="*/ 3046818 h 8289088"/>
              <a:gd name="csX34" fmla="*/ 846950 w 11180243"/>
              <a:gd name="csY34" fmla="*/ 2984188 h 8289088"/>
              <a:gd name="csX35" fmla="*/ 947158 w 11180243"/>
              <a:gd name="csY35" fmla="*/ 2934083 h 8289088"/>
              <a:gd name="csX36" fmla="*/ 1022314 w 11180243"/>
              <a:gd name="csY36" fmla="*/ 2883979 h 8289088"/>
              <a:gd name="csX37" fmla="*/ 1135049 w 11180243"/>
              <a:gd name="csY37" fmla="*/ 2821349 h 8289088"/>
              <a:gd name="csX38" fmla="*/ 1197679 w 11180243"/>
              <a:gd name="csY38" fmla="*/ 2758719 h 8289088"/>
              <a:gd name="csX39" fmla="*/ 1297887 w 11180243"/>
              <a:gd name="csY39" fmla="*/ 2671037 h 8289088"/>
              <a:gd name="csX40" fmla="*/ 1448199 w 11180243"/>
              <a:gd name="csY40" fmla="*/ 2620933 h 8289088"/>
              <a:gd name="csX41" fmla="*/ 1573460 w 11180243"/>
              <a:gd name="csY41" fmla="*/ 2658511 h 8289088"/>
              <a:gd name="csX42" fmla="*/ 1573460 w 11180243"/>
              <a:gd name="csY42" fmla="*/ 2658511 h 8289088"/>
              <a:gd name="csX43" fmla="*/ 1510829 w 11180243"/>
              <a:gd name="csY43" fmla="*/ 2595881 h 8289088"/>
              <a:gd name="csX44" fmla="*/ 1548407 w 11180243"/>
              <a:gd name="csY44" fmla="*/ 2407990 h 8289088"/>
              <a:gd name="csX45" fmla="*/ 1673668 w 11180243"/>
              <a:gd name="csY45" fmla="*/ 2307782 h 8289088"/>
              <a:gd name="csX46" fmla="*/ 1773876 w 11180243"/>
              <a:gd name="csY46" fmla="*/ 2245152 h 8289088"/>
              <a:gd name="csX47" fmla="*/ 1798928 w 11180243"/>
              <a:gd name="csY47" fmla="*/ 2207574 h 8289088"/>
              <a:gd name="csX48" fmla="*/ 1961766 w 11180243"/>
              <a:gd name="csY48" fmla="*/ 2195048 h 8289088"/>
              <a:gd name="csX49" fmla="*/ 2112079 w 11180243"/>
              <a:gd name="csY49" fmla="*/ 2245152 h 8289088"/>
              <a:gd name="csX50" fmla="*/ 2112079 w 11180243"/>
              <a:gd name="csY50" fmla="*/ 2245152 h 8289088"/>
              <a:gd name="csX51" fmla="*/ 2112079 w 11180243"/>
              <a:gd name="csY51" fmla="*/ 2245152 h 8289088"/>
              <a:gd name="csX52" fmla="*/ 2224813 w 11180243"/>
              <a:gd name="csY52" fmla="*/ 2195048 h 8289088"/>
              <a:gd name="csX53" fmla="*/ 2375125 w 11180243"/>
              <a:gd name="csY53" fmla="*/ 2094840 h 8289088"/>
              <a:gd name="csX54" fmla="*/ 2613120 w 11180243"/>
              <a:gd name="csY54" fmla="*/ 2057262 h 8289088"/>
              <a:gd name="csX55" fmla="*/ 2788484 w 11180243"/>
              <a:gd name="csY55" fmla="*/ 2082314 h 8289088"/>
              <a:gd name="csX56" fmla="*/ 2888692 w 11180243"/>
              <a:gd name="csY56" fmla="*/ 2169996 h 8289088"/>
              <a:gd name="csX57" fmla="*/ 3013953 w 11180243"/>
              <a:gd name="csY57" fmla="*/ 2195048 h 8289088"/>
              <a:gd name="csX58" fmla="*/ 2851114 w 11180243"/>
              <a:gd name="csY58" fmla="*/ 2082314 h 8289088"/>
              <a:gd name="csX59" fmla="*/ 2938797 w 11180243"/>
              <a:gd name="csY59" fmla="*/ 1957053 h 8289088"/>
              <a:gd name="csX60" fmla="*/ 3101635 w 11180243"/>
              <a:gd name="csY60" fmla="*/ 1957053 h 8289088"/>
              <a:gd name="csX61" fmla="*/ 3302051 w 11180243"/>
              <a:gd name="csY61" fmla="*/ 1957053 h 8289088"/>
              <a:gd name="csX62" fmla="*/ 3464890 w 11180243"/>
              <a:gd name="csY62" fmla="*/ 1969579 h 8289088"/>
              <a:gd name="csX63" fmla="*/ 3815618 w 11180243"/>
              <a:gd name="csY63" fmla="*/ 1919475 h 8289088"/>
              <a:gd name="csX64" fmla="*/ 3978457 w 11180243"/>
              <a:gd name="csY64" fmla="*/ 1919475 h 8289088"/>
              <a:gd name="csX65" fmla="*/ 4241503 w 11180243"/>
              <a:gd name="csY65" fmla="*/ 1894423 h 8289088"/>
              <a:gd name="csX66" fmla="*/ 4391816 w 11180243"/>
              <a:gd name="csY66" fmla="*/ 1906949 h 8289088"/>
              <a:gd name="csX67" fmla="*/ 4567180 w 11180243"/>
              <a:gd name="csY67" fmla="*/ 1994631 h 8289088"/>
              <a:gd name="csX68" fmla="*/ 4567180 w 11180243"/>
              <a:gd name="csY68" fmla="*/ 1994631 h 8289088"/>
              <a:gd name="csX69" fmla="*/ 4504550 w 11180243"/>
              <a:gd name="csY69" fmla="*/ 1844319 h 8289088"/>
              <a:gd name="csX70" fmla="*/ 4704966 w 11180243"/>
              <a:gd name="csY70" fmla="*/ 1844319 h 8289088"/>
              <a:gd name="csX71" fmla="*/ 4892857 w 11180243"/>
              <a:gd name="csY71" fmla="*/ 1869371 h 8289088"/>
              <a:gd name="csX72" fmla="*/ 4980539 w 11180243"/>
              <a:gd name="csY72" fmla="*/ 1869371 h 8289088"/>
              <a:gd name="csX73" fmla="*/ 5168429 w 11180243"/>
              <a:gd name="csY73" fmla="*/ 1769163 h 8289088"/>
              <a:gd name="csX74" fmla="*/ 5406424 w 11180243"/>
              <a:gd name="csY74" fmla="*/ 1794215 h 8289088"/>
              <a:gd name="csX75" fmla="*/ 5556736 w 11180243"/>
              <a:gd name="csY75" fmla="*/ 1819267 h 8289088"/>
              <a:gd name="csX76" fmla="*/ 5744627 w 11180243"/>
              <a:gd name="csY76" fmla="*/ 1781689 h 8289088"/>
              <a:gd name="csX77" fmla="*/ 5882413 w 11180243"/>
              <a:gd name="csY77" fmla="*/ 1794215 h 8289088"/>
              <a:gd name="csX78" fmla="*/ 5945043 w 11180243"/>
              <a:gd name="csY78" fmla="*/ 1794215 h 8289088"/>
              <a:gd name="csX79" fmla="*/ 6283246 w 11180243"/>
              <a:gd name="csY79" fmla="*/ 1631377 h 8289088"/>
              <a:gd name="csX80" fmla="*/ 6508714 w 11180243"/>
              <a:gd name="csY80" fmla="*/ 1593799 h 8289088"/>
              <a:gd name="csX81" fmla="*/ 6696605 w 11180243"/>
              <a:gd name="csY81" fmla="*/ 1481064 h 8289088"/>
              <a:gd name="csX82" fmla="*/ 6859443 w 11180243"/>
              <a:gd name="csY82" fmla="*/ 1493590 h 8289088"/>
              <a:gd name="csX83" fmla="*/ 6997229 w 11180243"/>
              <a:gd name="csY83" fmla="*/ 1481064 h 8289088"/>
              <a:gd name="csX84" fmla="*/ 7147542 w 11180243"/>
              <a:gd name="csY84" fmla="*/ 1355804 h 8289088"/>
              <a:gd name="csX85" fmla="*/ 7360484 w 11180243"/>
              <a:gd name="csY85" fmla="*/ 1230544 h 8289088"/>
              <a:gd name="csX86" fmla="*/ 7485744 w 11180243"/>
              <a:gd name="csY86" fmla="*/ 1243070 h 8289088"/>
              <a:gd name="csX87" fmla="*/ 7585953 w 11180243"/>
              <a:gd name="csY87" fmla="*/ 1255596 h 8289088"/>
              <a:gd name="csX88" fmla="*/ 7673635 w 11180243"/>
              <a:gd name="csY88" fmla="*/ 1255596 h 8289088"/>
              <a:gd name="csX89" fmla="*/ 7886577 w 11180243"/>
              <a:gd name="csY89" fmla="*/ 1218018 h 8289088"/>
              <a:gd name="csX90" fmla="*/ 7949207 w 11180243"/>
              <a:gd name="csY90" fmla="*/ 1167914 h 8289088"/>
              <a:gd name="csX91" fmla="*/ 8086994 w 11180243"/>
              <a:gd name="csY91" fmla="*/ 1180440 h 8289088"/>
              <a:gd name="csX92" fmla="*/ 8086994 w 11180243"/>
              <a:gd name="csY92" fmla="*/ 1180440 h 8289088"/>
              <a:gd name="csX93" fmla="*/ 8224780 w 11180243"/>
              <a:gd name="csY93" fmla="*/ 1130336 h 8289088"/>
              <a:gd name="csX94" fmla="*/ 8412671 w 11180243"/>
              <a:gd name="csY94" fmla="*/ 1042653 h 8289088"/>
              <a:gd name="csX95" fmla="*/ 8588035 w 11180243"/>
              <a:gd name="csY95" fmla="*/ 942445 h 8289088"/>
              <a:gd name="csX96" fmla="*/ 8663191 w 11180243"/>
              <a:gd name="csY96" fmla="*/ 854763 h 8289088"/>
              <a:gd name="csX97" fmla="*/ 8700769 w 11180243"/>
              <a:gd name="csY97" fmla="*/ 804659 h 8289088"/>
              <a:gd name="csX98" fmla="*/ 8851081 w 11180243"/>
              <a:gd name="csY98" fmla="*/ 779607 h 8289088"/>
              <a:gd name="csX99" fmla="*/ 8963816 w 11180243"/>
              <a:gd name="csY99" fmla="*/ 754555 h 8289088"/>
              <a:gd name="csX100" fmla="*/ 9076550 w 11180243"/>
              <a:gd name="csY100" fmla="*/ 716977 h 8289088"/>
              <a:gd name="csX101" fmla="*/ 9126654 w 11180243"/>
              <a:gd name="csY101" fmla="*/ 691925 h 8289088"/>
              <a:gd name="csX102" fmla="*/ 9373500 w 11180243"/>
              <a:gd name="csY102" fmla="*/ 691925 h 8289088"/>
              <a:gd name="csX103" fmla="*/ 9607403 w 11180243"/>
              <a:gd name="csY103" fmla="*/ 410423 h 8289088"/>
              <a:gd name="csX104" fmla="*/ 10101179 w 11180243"/>
              <a:gd name="csY104" fmla="*/ 123911 h 8289088"/>
              <a:gd name="csX105" fmla="*/ 10588859 w 11180243"/>
              <a:gd name="csY105" fmla="*/ 1991 h 8289088"/>
              <a:gd name="csX106" fmla="*/ 11011905 w 11180243"/>
              <a:gd name="csY106" fmla="*/ 89089 h 8289088"/>
              <a:gd name="csX107" fmla="*/ 11143595 w 11180243"/>
              <a:gd name="csY107" fmla="*/ 251926 h 8289088"/>
              <a:gd name="csX108" fmla="*/ 11180171 w 11180243"/>
              <a:gd name="csY108" fmla="*/ 629879 h 8289088"/>
              <a:gd name="csX109" fmla="*/ 11070443 w 11180243"/>
              <a:gd name="csY109" fmla="*/ 898102 h 8289088"/>
              <a:gd name="csX110" fmla="*/ 10930235 w 11180243"/>
              <a:gd name="csY110" fmla="*/ 1355303 h 8289088"/>
              <a:gd name="csX111" fmla="*/ 10466939 w 11180243"/>
              <a:gd name="csY111" fmla="*/ 1690582 h 8289088"/>
              <a:gd name="csX112" fmla="*/ 10381595 w 11180243"/>
              <a:gd name="csY112" fmla="*/ 2001478 h 8289088"/>
              <a:gd name="csX113" fmla="*/ 10174331 w 11180243"/>
              <a:gd name="csY113" fmla="*/ 2190454 h 8289088"/>
              <a:gd name="csX114" fmla="*/ 9912203 w 11180243"/>
              <a:gd name="csY114" fmla="*/ 2580598 h 8289088"/>
              <a:gd name="csX115" fmla="*/ 9729323 w 11180243"/>
              <a:gd name="csY115" fmla="*/ 2934166 h 8289088"/>
              <a:gd name="csX116" fmla="*/ 9497675 w 11180243"/>
              <a:gd name="csY116" fmla="*/ 3092662 h 8289088"/>
              <a:gd name="csX117" fmla="*/ 9290411 w 11180243"/>
              <a:gd name="csY117" fmla="*/ 3299926 h 8289088"/>
              <a:gd name="csX118" fmla="*/ 8985611 w 11180243"/>
              <a:gd name="csY118" fmla="*/ 3452326 h 8289088"/>
              <a:gd name="csX119" fmla="*/ 8814923 w 11180243"/>
              <a:gd name="csY119" fmla="*/ 3763222 h 8289088"/>
              <a:gd name="csX120" fmla="*/ 8400395 w 11180243"/>
              <a:gd name="csY120" fmla="*/ 3915622 h 8289088"/>
              <a:gd name="csX121" fmla="*/ 8315051 w 11180243"/>
              <a:gd name="csY121" fmla="*/ 4104598 h 8289088"/>
              <a:gd name="csX122" fmla="*/ 8089499 w 11180243"/>
              <a:gd name="csY122" fmla="*/ 4214326 h 8289088"/>
              <a:gd name="csX123" fmla="*/ 7711547 w 11180243"/>
              <a:gd name="csY123" fmla="*/ 4293574 h 8289088"/>
              <a:gd name="csX124" fmla="*/ 7400651 w 11180243"/>
              <a:gd name="csY124" fmla="*/ 4470358 h 8289088"/>
              <a:gd name="csX125" fmla="*/ 6967835 w 11180243"/>
              <a:gd name="csY125" fmla="*/ 4476454 h 8289088"/>
              <a:gd name="csX126" fmla="*/ 6644747 w 11180243"/>
              <a:gd name="csY126" fmla="*/ 4592278 h 8289088"/>
              <a:gd name="csX127" fmla="*/ 6260699 w 11180243"/>
              <a:gd name="csY127" fmla="*/ 4622758 h 8289088"/>
              <a:gd name="csX128" fmla="*/ 6144875 w 11180243"/>
              <a:gd name="csY128" fmla="*/ 4744678 h 8289088"/>
              <a:gd name="csX129" fmla="*/ 5931515 w 11180243"/>
              <a:gd name="csY129" fmla="*/ 4756870 h 8289088"/>
              <a:gd name="csX130" fmla="*/ 5742539 w 11180243"/>
              <a:gd name="csY130" fmla="*/ 4756870 h 8289088"/>
              <a:gd name="csX131" fmla="*/ 5273147 w 11180243"/>
              <a:gd name="csY131" fmla="*/ 4769062 h 8289088"/>
              <a:gd name="csX132" fmla="*/ 4876907 w 11180243"/>
              <a:gd name="csY132" fmla="*/ 4756870 h 8289088"/>
              <a:gd name="csX133" fmla="*/ 4773275 w 11180243"/>
              <a:gd name="csY133" fmla="*/ 4860502 h 8289088"/>
              <a:gd name="csX134" fmla="*/ 4370939 w 11180243"/>
              <a:gd name="csY134" fmla="*/ 5061670 h 8289088"/>
              <a:gd name="csX135" fmla="*/ 3925931 w 11180243"/>
              <a:gd name="csY135" fmla="*/ 5171398 h 8289088"/>
              <a:gd name="csX136" fmla="*/ 4200251 w 11180243"/>
              <a:gd name="csY136" fmla="*/ 5579830 h 8289088"/>
              <a:gd name="csX137" fmla="*/ 4194155 w 11180243"/>
              <a:gd name="csY137" fmla="*/ 6018742 h 8289088"/>
              <a:gd name="csX138" fmla="*/ 4261211 w 11180243"/>
              <a:gd name="csY138" fmla="*/ 6201622 h 8289088"/>
              <a:gd name="csX0" fmla="*/ 3222219 w 11180243"/>
              <a:gd name="csY0" fmla="*/ 8269420 h 8288454"/>
              <a:gd name="csX1" fmla="*/ 2615292 w 11180243"/>
              <a:gd name="csY1" fmla="*/ 8188917 h 8288454"/>
              <a:gd name="csX2" fmla="*/ 2091036 w 11180243"/>
              <a:gd name="csY2" fmla="*/ 8286453 h 8288454"/>
              <a:gd name="csX3" fmla="*/ 1530204 w 11180243"/>
              <a:gd name="csY3" fmla="*/ 8152341 h 8288454"/>
              <a:gd name="csX4" fmla="*/ 1292460 w 11180243"/>
              <a:gd name="csY4" fmla="*/ 7932885 h 8288454"/>
              <a:gd name="csX5" fmla="*/ 1005948 w 11180243"/>
              <a:gd name="csY5" fmla="*/ 7743909 h 8288454"/>
              <a:gd name="csX6" fmla="*/ 737724 w 11180243"/>
              <a:gd name="csY6" fmla="*/ 7585413 h 8288454"/>
              <a:gd name="csX7" fmla="*/ 609708 w 11180243"/>
              <a:gd name="csY7" fmla="*/ 7073349 h 8288454"/>
              <a:gd name="csX8" fmla="*/ 573132 w 11180243"/>
              <a:gd name="csY8" fmla="*/ 6683205 h 8288454"/>
              <a:gd name="csX9" fmla="*/ 128124 w 11180243"/>
              <a:gd name="csY9" fmla="*/ 6390597 h 8288454"/>
              <a:gd name="csX10" fmla="*/ 61068 w 11180243"/>
              <a:gd name="csY10" fmla="*/ 6116277 h 8288454"/>
              <a:gd name="csX11" fmla="*/ 109835 w 11180243"/>
              <a:gd name="csY11" fmla="*/ 5927301 h 8288454"/>
              <a:gd name="csX12" fmla="*/ 6204 w 11180243"/>
              <a:gd name="csY12" fmla="*/ 5793189 h 8288454"/>
              <a:gd name="csX13" fmla="*/ 18395 w 11180243"/>
              <a:gd name="csY13" fmla="*/ 5604213 h 8288454"/>
              <a:gd name="csX14" fmla="*/ 122027 w 11180243"/>
              <a:gd name="csY14" fmla="*/ 5372565 h 8288454"/>
              <a:gd name="csX15" fmla="*/ 270753 w 11180243"/>
              <a:gd name="csY15" fmla="*/ 4762883 h 8288454"/>
              <a:gd name="csX16" fmla="*/ 183071 w 11180243"/>
              <a:gd name="csY16" fmla="*/ 4612571 h 8288454"/>
              <a:gd name="csX17" fmla="*/ 208123 w 11180243"/>
              <a:gd name="csY17" fmla="*/ 4524889 h 8288454"/>
              <a:gd name="csX18" fmla="*/ 183071 w 11180243"/>
              <a:gd name="csY18" fmla="*/ 4399629 h 8288454"/>
              <a:gd name="csX19" fmla="*/ 145492 w 11180243"/>
              <a:gd name="csY19" fmla="*/ 4324473 h 8288454"/>
              <a:gd name="csX20" fmla="*/ 208123 w 11180243"/>
              <a:gd name="csY20" fmla="*/ 4174160 h 8288454"/>
              <a:gd name="csX21" fmla="*/ 258227 w 11180243"/>
              <a:gd name="csY21" fmla="*/ 4061426 h 8288454"/>
              <a:gd name="csX22" fmla="*/ 320857 w 11180243"/>
              <a:gd name="csY22" fmla="*/ 3961218 h 8288454"/>
              <a:gd name="csX23" fmla="*/ 320857 w 11180243"/>
              <a:gd name="csY23" fmla="*/ 3961218 h 8288454"/>
              <a:gd name="csX24" fmla="*/ 433591 w 11180243"/>
              <a:gd name="csY24" fmla="*/ 3835957 h 8288454"/>
              <a:gd name="csX25" fmla="*/ 558851 w 11180243"/>
              <a:gd name="csY25" fmla="*/ 3785853 h 8288454"/>
              <a:gd name="csX26" fmla="*/ 558851 w 11180243"/>
              <a:gd name="csY26" fmla="*/ 3785853 h 8288454"/>
              <a:gd name="csX27" fmla="*/ 546325 w 11180243"/>
              <a:gd name="csY27" fmla="*/ 3673119 h 8288454"/>
              <a:gd name="csX28" fmla="*/ 446117 w 11180243"/>
              <a:gd name="csY28" fmla="*/ 3635541 h 8288454"/>
              <a:gd name="csX29" fmla="*/ 433591 w 11180243"/>
              <a:gd name="csY29" fmla="*/ 3597963 h 8288454"/>
              <a:gd name="csX30" fmla="*/ 483695 w 11180243"/>
              <a:gd name="csY30" fmla="*/ 3472703 h 8288454"/>
              <a:gd name="csX31" fmla="*/ 533799 w 11180243"/>
              <a:gd name="csY31" fmla="*/ 3397547 h 8288454"/>
              <a:gd name="csX32" fmla="*/ 634007 w 11180243"/>
              <a:gd name="csY32" fmla="*/ 3222182 h 8288454"/>
              <a:gd name="csX33" fmla="*/ 659060 w 11180243"/>
              <a:gd name="csY33" fmla="*/ 3147026 h 8288454"/>
              <a:gd name="csX34" fmla="*/ 771794 w 11180243"/>
              <a:gd name="csY34" fmla="*/ 3046818 h 8288454"/>
              <a:gd name="csX35" fmla="*/ 846950 w 11180243"/>
              <a:gd name="csY35" fmla="*/ 2984188 h 8288454"/>
              <a:gd name="csX36" fmla="*/ 947158 w 11180243"/>
              <a:gd name="csY36" fmla="*/ 2934083 h 8288454"/>
              <a:gd name="csX37" fmla="*/ 1022314 w 11180243"/>
              <a:gd name="csY37" fmla="*/ 2883979 h 8288454"/>
              <a:gd name="csX38" fmla="*/ 1135049 w 11180243"/>
              <a:gd name="csY38" fmla="*/ 2821349 h 8288454"/>
              <a:gd name="csX39" fmla="*/ 1197679 w 11180243"/>
              <a:gd name="csY39" fmla="*/ 2758719 h 8288454"/>
              <a:gd name="csX40" fmla="*/ 1297887 w 11180243"/>
              <a:gd name="csY40" fmla="*/ 2671037 h 8288454"/>
              <a:gd name="csX41" fmla="*/ 1448199 w 11180243"/>
              <a:gd name="csY41" fmla="*/ 2620933 h 8288454"/>
              <a:gd name="csX42" fmla="*/ 1573460 w 11180243"/>
              <a:gd name="csY42" fmla="*/ 2658511 h 8288454"/>
              <a:gd name="csX43" fmla="*/ 1573460 w 11180243"/>
              <a:gd name="csY43" fmla="*/ 2658511 h 8288454"/>
              <a:gd name="csX44" fmla="*/ 1510829 w 11180243"/>
              <a:gd name="csY44" fmla="*/ 2595881 h 8288454"/>
              <a:gd name="csX45" fmla="*/ 1548407 w 11180243"/>
              <a:gd name="csY45" fmla="*/ 2407990 h 8288454"/>
              <a:gd name="csX46" fmla="*/ 1673668 w 11180243"/>
              <a:gd name="csY46" fmla="*/ 2307782 h 8288454"/>
              <a:gd name="csX47" fmla="*/ 1773876 w 11180243"/>
              <a:gd name="csY47" fmla="*/ 2245152 h 8288454"/>
              <a:gd name="csX48" fmla="*/ 1798928 w 11180243"/>
              <a:gd name="csY48" fmla="*/ 2207574 h 8288454"/>
              <a:gd name="csX49" fmla="*/ 1961766 w 11180243"/>
              <a:gd name="csY49" fmla="*/ 2195048 h 8288454"/>
              <a:gd name="csX50" fmla="*/ 2112079 w 11180243"/>
              <a:gd name="csY50" fmla="*/ 2245152 h 8288454"/>
              <a:gd name="csX51" fmla="*/ 2112079 w 11180243"/>
              <a:gd name="csY51" fmla="*/ 2245152 h 8288454"/>
              <a:gd name="csX52" fmla="*/ 2112079 w 11180243"/>
              <a:gd name="csY52" fmla="*/ 2245152 h 8288454"/>
              <a:gd name="csX53" fmla="*/ 2224813 w 11180243"/>
              <a:gd name="csY53" fmla="*/ 2195048 h 8288454"/>
              <a:gd name="csX54" fmla="*/ 2375125 w 11180243"/>
              <a:gd name="csY54" fmla="*/ 2094840 h 8288454"/>
              <a:gd name="csX55" fmla="*/ 2613120 w 11180243"/>
              <a:gd name="csY55" fmla="*/ 2057262 h 8288454"/>
              <a:gd name="csX56" fmla="*/ 2788484 w 11180243"/>
              <a:gd name="csY56" fmla="*/ 2082314 h 8288454"/>
              <a:gd name="csX57" fmla="*/ 2888692 w 11180243"/>
              <a:gd name="csY57" fmla="*/ 2169996 h 8288454"/>
              <a:gd name="csX58" fmla="*/ 3013953 w 11180243"/>
              <a:gd name="csY58" fmla="*/ 2195048 h 8288454"/>
              <a:gd name="csX59" fmla="*/ 2851114 w 11180243"/>
              <a:gd name="csY59" fmla="*/ 2082314 h 8288454"/>
              <a:gd name="csX60" fmla="*/ 2938797 w 11180243"/>
              <a:gd name="csY60" fmla="*/ 1957053 h 8288454"/>
              <a:gd name="csX61" fmla="*/ 3101635 w 11180243"/>
              <a:gd name="csY61" fmla="*/ 1957053 h 8288454"/>
              <a:gd name="csX62" fmla="*/ 3302051 w 11180243"/>
              <a:gd name="csY62" fmla="*/ 1957053 h 8288454"/>
              <a:gd name="csX63" fmla="*/ 3464890 w 11180243"/>
              <a:gd name="csY63" fmla="*/ 1969579 h 8288454"/>
              <a:gd name="csX64" fmla="*/ 3815618 w 11180243"/>
              <a:gd name="csY64" fmla="*/ 1919475 h 8288454"/>
              <a:gd name="csX65" fmla="*/ 3978457 w 11180243"/>
              <a:gd name="csY65" fmla="*/ 1919475 h 8288454"/>
              <a:gd name="csX66" fmla="*/ 4241503 w 11180243"/>
              <a:gd name="csY66" fmla="*/ 1894423 h 8288454"/>
              <a:gd name="csX67" fmla="*/ 4391816 w 11180243"/>
              <a:gd name="csY67" fmla="*/ 1906949 h 8288454"/>
              <a:gd name="csX68" fmla="*/ 4567180 w 11180243"/>
              <a:gd name="csY68" fmla="*/ 1994631 h 8288454"/>
              <a:gd name="csX69" fmla="*/ 4567180 w 11180243"/>
              <a:gd name="csY69" fmla="*/ 1994631 h 8288454"/>
              <a:gd name="csX70" fmla="*/ 4504550 w 11180243"/>
              <a:gd name="csY70" fmla="*/ 1844319 h 8288454"/>
              <a:gd name="csX71" fmla="*/ 4704966 w 11180243"/>
              <a:gd name="csY71" fmla="*/ 1844319 h 8288454"/>
              <a:gd name="csX72" fmla="*/ 4892857 w 11180243"/>
              <a:gd name="csY72" fmla="*/ 1869371 h 8288454"/>
              <a:gd name="csX73" fmla="*/ 4980539 w 11180243"/>
              <a:gd name="csY73" fmla="*/ 1869371 h 8288454"/>
              <a:gd name="csX74" fmla="*/ 5168429 w 11180243"/>
              <a:gd name="csY74" fmla="*/ 1769163 h 8288454"/>
              <a:gd name="csX75" fmla="*/ 5406424 w 11180243"/>
              <a:gd name="csY75" fmla="*/ 1794215 h 8288454"/>
              <a:gd name="csX76" fmla="*/ 5556736 w 11180243"/>
              <a:gd name="csY76" fmla="*/ 1819267 h 8288454"/>
              <a:gd name="csX77" fmla="*/ 5744627 w 11180243"/>
              <a:gd name="csY77" fmla="*/ 1781689 h 8288454"/>
              <a:gd name="csX78" fmla="*/ 5882413 w 11180243"/>
              <a:gd name="csY78" fmla="*/ 1794215 h 8288454"/>
              <a:gd name="csX79" fmla="*/ 5945043 w 11180243"/>
              <a:gd name="csY79" fmla="*/ 1794215 h 8288454"/>
              <a:gd name="csX80" fmla="*/ 6283246 w 11180243"/>
              <a:gd name="csY80" fmla="*/ 1631377 h 8288454"/>
              <a:gd name="csX81" fmla="*/ 6508714 w 11180243"/>
              <a:gd name="csY81" fmla="*/ 1593799 h 8288454"/>
              <a:gd name="csX82" fmla="*/ 6696605 w 11180243"/>
              <a:gd name="csY82" fmla="*/ 1481064 h 8288454"/>
              <a:gd name="csX83" fmla="*/ 6859443 w 11180243"/>
              <a:gd name="csY83" fmla="*/ 1493590 h 8288454"/>
              <a:gd name="csX84" fmla="*/ 6997229 w 11180243"/>
              <a:gd name="csY84" fmla="*/ 1481064 h 8288454"/>
              <a:gd name="csX85" fmla="*/ 7147542 w 11180243"/>
              <a:gd name="csY85" fmla="*/ 1355804 h 8288454"/>
              <a:gd name="csX86" fmla="*/ 7360484 w 11180243"/>
              <a:gd name="csY86" fmla="*/ 1230544 h 8288454"/>
              <a:gd name="csX87" fmla="*/ 7485744 w 11180243"/>
              <a:gd name="csY87" fmla="*/ 1243070 h 8288454"/>
              <a:gd name="csX88" fmla="*/ 7585953 w 11180243"/>
              <a:gd name="csY88" fmla="*/ 1255596 h 8288454"/>
              <a:gd name="csX89" fmla="*/ 7673635 w 11180243"/>
              <a:gd name="csY89" fmla="*/ 1255596 h 8288454"/>
              <a:gd name="csX90" fmla="*/ 7886577 w 11180243"/>
              <a:gd name="csY90" fmla="*/ 1218018 h 8288454"/>
              <a:gd name="csX91" fmla="*/ 7949207 w 11180243"/>
              <a:gd name="csY91" fmla="*/ 1167914 h 8288454"/>
              <a:gd name="csX92" fmla="*/ 8086994 w 11180243"/>
              <a:gd name="csY92" fmla="*/ 1180440 h 8288454"/>
              <a:gd name="csX93" fmla="*/ 8086994 w 11180243"/>
              <a:gd name="csY93" fmla="*/ 1180440 h 8288454"/>
              <a:gd name="csX94" fmla="*/ 8224780 w 11180243"/>
              <a:gd name="csY94" fmla="*/ 1130336 h 8288454"/>
              <a:gd name="csX95" fmla="*/ 8412671 w 11180243"/>
              <a:gd name="csY95" fmla="*/ 1042653 h 8288454"/>
              <a:gd name="csX96" fmla="*/ 8588035 w 11180243"/>
              <a:gd name="csY96" fmla="*/ 942445 h 8288454"/>
              <a:gd name="csX97" fmla="*/ 8663191 w 11180243"/>
              <a:gd name="csY97" fmla="*/ 854763 h 8288454"/>
              <a:gd name="csX98" fmla="*/ 8700769 w 11180243"/>
              <a:gd name="csY98" fmla="*/ 804659 h 8288454"/>
              <a:gd name="csX99" fmla="*/ 8851081 w 11180243"/>
              <a:gd name="csY99" fmla="*/ 779607 h 8288454"/>
              <a:gd name="csX100" fmla="*/ 8963816 w 11180243"/>
              <a:gd name="csY100" fmla="*/ 754555 h 8288454"/>
              <a:gd name="csX101" fmla="*/ 9076550 w 11180243"/>
              <a:gd name="csY101" fmla="*/ 716977 h 8288454"/>
              <a:gd name="csX102" fmla="*/ 9126654 w 11180243"/>
              <a:gd name="csY102" fmla="*/ 691925 h 8288454"/>
              <a:gd name="csX103" fmla="*/ 9373500 w 11180243"/>
              <a:gd name="csY103" fmla="*/ 691925 h 8288454"/>
              <a:gd name="csX104" fmla="*/ 9607403 w 11180243"/>
              <a:gd name="csY104" fmla="*/ 410423 h 8288454"/>
              <a:gd name="csX105" fmla="*/ 10101179 w 11180243"/>
              <a:gd name="csY105" fmla="*/ 123911 h 8288454"/>
              <a:gd name="csX106" fmla="*/ 10588859 w 11180243"/>
              <a:gd name="csY106" fmla="*/ 1991 h 8288454"/>
              <a:gd name="csX107" fmla="*/ 11011905 w 11180243"/>
              <a:gd name="csY107" fmla="*/ 89089 h 8288454"/>
              <a:gd name="csX108" fmla="*/ 11143595 w 11180243"/>
              <a:gd name="csY108" fmla="*/ 251926 h 8288454"/>
              <a:gd name="csX109" fmla="*/ 11180171 w 11180243"/>
              <a:gd name="csY109" fmla="*/ 629879 h 8288454"/>
              <a:gd name="csX110" fmla="*/ 11070443 w 11180243"/>
              <a:gd name="csY110" fmla="*/ 898102 h 8288454"/>
              <a:gd name="csX111" fmla="*/ 10930235 w 11180243"/>
              <a:gd name="csY111" fmla="*/ 1355303 h 8288454"/>
              <a:gd name="csX112" fmla="*/ 10466939 w 11180243"/>
              <a:gd name="csY112" fmla="*/ 1690582 h 8288454"/>
              <a:gd name="csX113" fmla="*/ 10381595 w 11180243"/>
              <a:gd name="csY113" fmla="*/ 2001478 h 8288454"/>
              <a:gd name="csX114" fmla="*/ 10174331 w 11180243"/>
              <a:gd name="csY114" fmla="*/ 2190454 h 8288454"/>
              <a:gd name="csX115" fmla="*/ 9912203 w 11180243"/>
              <a:gd name="csY115" fmla="*/ 2580598 h 8288454"/>
              <a:gd name="csX116" fmla="*/ 9729323 w 11180243"/>
              <a:gd name="csY116" fmla="*/ 2934166 h 8288454"/>
              <a:gd name="csX117" fmla="*/ 9497675 w 11180243"/>
              <a:gd name="csY117" fmla="*/ 3092662 h 8288454"/>
              <a:gd name="csX118" fmla="*/ 9290411 w 11180243"/>
              <a:gd name="csY118" fmla="*/ 3299926 h 8288454"/>
              <a:gd name="csX119" fmla="*/ 8985611 w 11180243"/>
              <a:gd name="csY119" fmla="*/ 3452326 h 8288454"/>
              <a:gd name="csX120" fmla="*/ 8814923 w 11180243"/>
              <a:gd name="csY120" fmla="*/ 3763222 h 8288454"/>
              <a:gd name="csX121" fmla="*/ 8400395 w 11180243"/>
              <a:gd name="csY121" fmla="*/ 3915622 h 8288454"/>
              <a:gd name="csX122" fmla="*/ 8315051 w 11180243"/>
              <a:gd name="csY122" fmla="*/ 4104598 h 8288454"/>
              <a:gd name="csX123" fmla="*/ 8089499 w 11180243"/>
              <a:gd name="csY123" fmla="*/ 4214326 h 8288454"/>
              <a:gd name="csX124" fmla="*/ 7711547 w 11180243"/>
              <a:gd name="csY124" fmla="*/ 4293574 h 8288454"/>
              <a:gd name="csX125" fmla="*/ 7400651 w 11180243"/>
              <a:gd name="csY125" fmla="*/ 4470358 h 8288454"/>
              <a:gd name="csX126" fmla="*/ 6967835 w 11180243"/>
              <a:gd name="csY126" fmla="*/ 4476454 h 8288454"/>
              <a:gd name="csX127" fmla="*/ 6644747 w 11180243"/>
              <a:gd name="csY127" fmla="*/ 4592278 h 8288454"/>
              <a:gd name="csX128" fmla="*/ 6260699 w 11180243"/>
              <a:gd name="csY128" fmla="*/ 4622758 h 8288454"/>
              <a:gd name="csX129" fmla="*/ 6144875 w 11180243"/>
              <a:gd name="csY129" fmla="*/ 4744678 h 8288454"/>
              <a:gd name="csX130" fmla="*/ 5931515 w 11180243"/>
              <a:gd name="csY130" fmla="*/ 4756870 h 8288454"/>
              <a:gd name="csX131" fmla="*/ 5742539 w 11180243"/>
              <a:gd name="csY131" fmla="*/ 4756870 h 8288454"/>
              <a:gd name="csX132" fmla="*/ 5273147 w 11180243"/>
              <a:gd name="csY132" fmla="*/ 4769062 h 8288454"/>
              <a:gd name="csX133" fmla="*/ 4876907 w 11180243"/>
              <a:gd name="csY133" fmla="*/ 4756870 h 8288454"/>
              <a:gd name="csX134" fmla="*/ 4773275 w 11180243"/>
              <a:gd name="csY134" fmla="*/ 4860502 h 8288454"/>
              <a:gd name="csX135" fmla="*/ 4370939 w 11180243"/>
              <a:gd name="csY135" fmla="*/ 5061670 h 8288454"/>
              <a:gd name="csX136" fmla="*/ 3925931 w 11180243"/>
              <a:gd name="csY136" fmla="*/ 5171398 h 8288454"/>
              <a:gd name="csX137" fmla="*/ 4200251 w 11180243"/>
              <a:gd name="csY137" fmla="*/ 5579830 h 8288454"/>
              <a:gd name="csX138" fmla="*/ 4194155 w 11180243"/>
              <a:gd name="csY138" fmla="*/ 6018742 h 8288454"/>
              <a:gd name="csX139" fmla="*/ 4261211 w 11180243"/>
              <a:gd name="csY139" fmla="*/ 6201622 h 8288454"/>
              <a:gd name="csX0" fmla="*/ 2807691 w 11180243"/>
              <a:gd name="csY0" fmla="*/ 8318188 h 8318188"/>
              <a:gd name="csX1" fmla="*/ 2615292 w 11180243"/>
              <a:gd name="csY1" fmla="*/ 8188917 h 8318188"/>
              <a:gd name="csX2" fmla="*/ 2091036 w 11180243"/>
              <a:gd name="csY2" fmla="*/ 8286453 h 8318188"/>
              <a:gd name="csX3" fmla="*/ 1530204 w 11180243"/>
              <a:gd name="csY3" fmla="*/ 8152341 h 8318188"/>
              <a:gd name="csX4" fmla="*/ 1292460 w 11180243"/>
              <a:gd name="csY4" fmla="*/ 7932885 h 8318188"/>
              <a:gd name="csX5" fmla="*/ 1005948 w 11180243"/>
              <a:gd name="csY5" fmla="*/ 7743909 h 8318188"/>
              <a:gd name="csX6" fmla="*/ 737724 w 11180243"/>
              <a:gd name="csY6" fmla="*/ 7585413 h 8318188"/>
              <a:gd name="csX7" fmla="*/ 609708 w 11180243"/>
              <a:gd name="csY7" fmla="*/ 7073349 h 8318188"/>
              <a:gd name="csX8" fmla="*/ 573132 w 11180243"/>
              <a:gd name="csY8" fmla="*/ 6683205 h 8318188"/>
              <a:gd name="csX9" fmla="*/ 128124 w 11180243"/>
              <a:gd name="csY9" fmla="*/ 6390597 h 8318188"/>
              <a:gd name="csX10" fmla="*/ 61068 w 11180243"/>
              <a:gd name="csY10" fmla="*/ 6116277 h 8318188"/>
              <a:gd name="csX11" fmla="*/ 109835 w 11180243"/>
              <a:gd name="csY11" fmla="*/ 5927301 h 8318188"/>
              <a:gd name="csX12" fmla="*/ 6204 w 11180243"/>
              <a:gd name="csY12" fmla="*/ 5793189 h 8318188"/>
              <a:gd name="csX13" fmla="*/ 18395 w 11180243"/>
              <a:gd name="csY13" fmla="*/ 5604213 h 8318188"/>
              <a:gd name="csX14" fmla="*/ 122027 w 11180243"/>
              <a:gd name="csY14" fmla="*/ 5372565 h 8318188"/>
              <a:gd name="csX15" fmla="*/ 270753 w 11180243"/>
              <a:gd name="csY15" fmla="*/ 4762883 h 8318188"/>
              <a:gd name="csX16" fmla="*/ 183071 w 11180243"/>
              <a:gd name="csY16" fmla="*/ 4612571 h 8318188"/>
              <a:gd name="csX17" fmla="*/ 208123 w 11180243"/>
              <a:gd name="csY17" fmla="*/ 4524889 h 8318188"/>
              <a:gd name="csX18" fmla="*/ 183071 w 11180243"/>
              <a:gd name="csY18" fmla="*/ 4399629 h 8318188"/>
              <a:gd name="csX19" fmla="*/ 145492 w 11180243"/>
              <a:gd name="csY19" fmla="*/ 4324473 h 8318188"/>
              <a:gd name="csX20" fmla="*/ 208123 w 11180243"/>
              <a:gd name="csY20" fmla="*/ 4174160 h 8318188"/>
              <a:gd name="csX21" fmla="*/ 258227 w 11180243"/>
              <a:gd name="csY21" fmla="*/ 4061426 h 8318188"/>
              <a:gd name="csX22" fmla="*/ 320857 w 11180243"/>
              <a:gd name="csY22" fmla="*/ 3961218 h 8318188"/>
              <a:gd name="csX23" fmla="*/ 320857 w 11180243"/>
              <a:gd name="csY23" fmla="*/ 3961218 h 8318188"/>
              <a:gd name="csX24" fmla="*/ 433591 w 11180243"/>
              <a:gd name="csY24" fmla="*/ 3835957 h 8318188"/>
              <a:gd name="csX25" fmla="*/ 558851 w 11180243"/>
              <a:gd name="csY25" fmla="*/ 3785853 h 8318188"/>
              <a:gd name="csX26" fmla="*/ 558851 w 11180243"/>
              <a:gd name="csY26" fmla="*/ 3785853 h 8318188"/>
              <a:gd name="csX27" fmla="*/ 546325 w 11180243"/>
              <a:gd name="csY27" fmla="*/ 3673119 h 8318188"/>
              <a:gd name="csX28" fmla="*/ 446117 w 11180243"/>
              <a:gd name="csY28" fmla="*/ 3635541 h 8318188"/>
              <a:gd name="csX29" fmla="*/ 433591 w 11180243"/>
              <a:gd name="csY29" fmla="*/ 3597963 h 8318188"/>
              <a:gd name="csX30" fmla="*/ 483695 w 11180243"/>
              <a:gd name="csY30" fmla="*/ 3472703 h 8318188"/>
              <a:gd name="csX31" fmla="*/ 533799 w 11180243"/>
              <a:gd name="csY31" fmla="*/ 3397547 h 8318188"/>
              <a:gd name="csX32" fmla="*/ 634007 w 11180243"/>
              <a:gd name="csY32" fmla="*/ 3222182 h 8318188"/>
              <a:gd name="csX33" fmla="*/ 659060 w 11180243"/>
              <a:gd name="csY33" fmla="*/ 3147026 h 8318188"/>
              <a:gd name="csX34" fmla="*/ 771794 w 11180243"/>
              <a:gd name="csY34" fmla="*/ 3046818 h 8318188"/>
              <a:gd name="csX35" fmla="*/ 846950 w 11180243"/>
              <a:gd name="csY35" fmla="*/ 2984188 h 8318188"/>
              <a:gd name="csX36" fmla="*/ 947158 w 11180243"/>
              <a:gd name="csY36" fmla="*/ 2934083 h 8318188"/>
              <a:gd name="csX37" fmla="*/ 1022314 w 11180243"/>
              <a:gd name="csY37" fmla="*/ 2883979 h 8318188"/>
              <a:gd name="csX38" fmla="*/ 1135049 w 11180243"/>
              <a:gd name="csY38" fmla="*/ 2821349 h 8318188"/>
              <a:gd name="csX39" fmla="*/ 1197679 w 11180243"/>
              <a:gd name="csY39" fmla="*/ 2758719 h 8318188"/>
              <a:gd name="csX40" fmla="*/ 1297887 w 11180243"/>
              <a:gd name="csY40" fmla="*/ 2671037 h 8318188"/>
              <a:gd name="csX41" fmla="*/ 1448199 w 11180243"/>
              <a:gd name="csY41" fmla="*/ 2620933 h 8318188"/>
              <a:gd name="csX42" fmla="*/ 1573460 w 11180243"/>
              <a:gd name="csY42" fmla="*/ 2658511 h 8318188"/>
              <a:gd name="csX43" fmla="*/ 1573460 w 11180243"/>
              <a:gd name="csY43" fmla="*/ 2658511 h 8318188"/>
              <a:gd name="csX44" fmla="*/ 1510829 w 11180243"/>
              <a:gd name="csY44" fmla="*/ 2595881 h 8318188"/>
              <a:gd name="csX45" fmla="*/ 1548407 w 11180243"/>
              <a:gd name="csY45" fmla="*/ 2407990 h 8318188"/>
              <a:gd name="csX46" fmla="*/ 1673668 w 11180243"/>
              <a:gd name="csY46" fmla="*/ 2307782 h 8318188"/>
              <a:gd name="csX47" fmla="*/ 1773876 w 11180243"/>
              <a:gd name="csY47" fmla="*/ 2245152 h 8318188"/>
              <a:gd name="csX48" fmla="*/ 1798928 w 11180243"/>
              <a:gd name="csY48" fmla="*/ 2207574 h 8318188"/>
              <a:gd name="csX49" fmla="*/ 1961766 w 11180243"/>
              <a:gd name="csY49" fmla="*/ 2195048 h 8318188"/>
              <a:gd name="csX50" fmla="*/ 2112079 w 11180243"/>
              <a:gd name="csY50" fmla="*/ 2245152 h 8318188"/>
              <a:gd name="csX51" fmla="*/ 2112079 w 11180243"/>
              <a:gd name="csY51" fmla="*/ 2245152 h 8318188"/>
              <a:gd name="csX52" fmla="*/ 2112079 w 11180243"/>
              <a:gd name="csY52" fmla="*/ 2245152 h 8318188"/>
              <a:gd name="csX53" fmla="*/ 2224813 w 11180243"/>
              <a:gd name="csY53" fmla="*/ 2195048 h 8318188"/>
              <a:gd name="csX54" fmla="*/ 2375125 w 11180243"/>
              <a:gd name="csY54" fmla="*/ 2094840 h 8318188"/>
              <a:gd name="csX55" fmla="*/ 2613120 w 11180243"/>
              <a:gd name="csY55" fmla="*/ 2057262 h 8318188"/>
              <a:gd name="csX56" fmla="*/ 2788484 w 11180243"/>
              <a:gd name="csY56" fmla="*/ 2082314 h 8318188"/>
              <a:gd name="csX57" fmla="*/ 2888692 w 11180243"/>
              <a:gd name="csY57" fmla="*/ 2169996 h 8318188"/>
              <a:gd name="csX58" fmla="*/ 3013953 w 11180243"/>
              <a:gd name="csY58" fmla="*/ 2195048 h 8318188"/>
              <a:gd name="csX59" fmla="*/ 2851114 w 11180243"/>
              <a:gd name="csY59" fmla="*/ 2082314 h 8318188"/>
              <a:gd name="csX60" fmla="*/ 2938797 w 11180243"/>
              <a:gd name="csY60" fmla="*/ 1957053 h 8318188"/>
              <a:gd name="csX61" fmla="*/ 3101635 w 11180243"/>
              <a:gd name="csY61" fmla="*/ 1957053 h 8318188"/>
              <a:gd name="csX62" fmla="*/ 3302051 w 11180243"/>
              <a:gd name="csY62" fmla="*/ 1957053 h 8318188"/>
              <a:gd name="csX63" fmla="*/ 3464890 w 11180243"/>
              <a:gd name="csY63" fmla="*/ 1969579 h 8318188"/>
              <a:gd name="csX64" fmla="*/ 3815618 w 11180243"/>
              <a:gd name="csY64" fmla="*/ 1919475 h 8318188"/>
              <a:gd name="csX65" fmla="*/ 3978457 w 11180243"/>
              <a:gd name="csY65" fmla="*/ 1919475 h 8318188"/>
              <a:gd name="csX66" fmla="*/ 4241503 w 11180243"/>
              <a:gd name="csY66" fmla="*/ 1894423 h 8318188"/>
              <a:gd name="csX67" fmla="*/ 4391816 w 11180243"/>
              <a:gd name="csY67" fmla="*/ 1906949 h 8318188"/>
              <a:gd name="csX68" fmla="*/ 4567180 w 11180243"/>
              <a:gd name="csY68" fmla="*/ 1994631 h 8318188"/>
              <a:gd name="csX69" fmla="*/ 4567180 w 11180243"/>
              <a:gd name="csY69" fmla="*/ 1994631 h 8318188"/>
              <a:gd name="csX70" fmla="*/ 4504550 w 11180243"/>
              <a:gd name="csY70" fmla="*/ 1844319 h 8318188"/>
              <a:gd name="csX71" fmla="*/ 4704966 w 11180243"/>
              <a:gd name="csY71" fmla="*/ 1844319 h 8318188"/>
              <a:gd name="csX72" fmla="*/ 4892857 w 11180243"/>
              <a:gd name="csY72" fmla="*/ 1869371 h 8318188"/>
              <a:gd name="csX73" fmla="*/ 4980539 w 11180243"/>
              <a:gd name="csY73" fmla="*/ 1869371 h 8318188"/>
              <a:gd name="csX74" fmla="*/ 5168429 w 11180243"/>
              <a:gd name="csY74" fmla="*/ 1769163 h 8318188"/>
              <a:gd name="csX75" fmla="*/ 5406424 w 11180243"/>
              <a:gd name="csY75" fmla="*/ 1794215 h 8318188"/>
              <a:gd name="csX76" fmla="*/ 5556736 w 11180243"/>
              <a:gd name="csY76" fmla="*/ 1819267 h 8318188"/>
              <a:gd name="csX77" fmla="*/ 5744627 w 11180243"/>
              <a:gd name="csY77" fmla="*/ 1781689 h 8318188"/>
              <a:gd name="csX78" fmla="*/ 5882413 w 11180243"/>
              <a:gd name="csY78" fmla="*/ 1794215 h 8318188"/>
              <a:gd name="csX79" fmla="*/ 5945043 w 11180243"/>
              <a:gd name="csY79" fmla="*/ 1794215 h 8318188"/>
              <a:gd name="csX80" fmla="*/ 6283246 w 11180243"/>
              <a:gd name="csY80" fmla="*/ 1631377 h 8318188"/>
              <a:gd name="csX81" fmla="*/ 6508714 w 11180243"/>
              <a:gd name="csY81" fmla="*/ 1593799 h 8318188"/>
              <a:gd name="csX82" fmla="*/ 6696605 w 11180243"/>
              <a:gd name="csY82" fmla="*/ 1481064 h 8318188"/>
              <a:gd name="csX83" fmla="*/ 6859443 w 11180243"/>
              <a:gd name="csY83" fmla="*/ 1493590 h 8318188"/>
              <a:gd name="csX84" fmla="*/ 6997229 w 11180243"/>
              <a:gd name="csY84" fmla="*/ 1481064 h 8318188"/>
              <a:gd name="csX85" fmla="*/ 7147542 w 11180243"/>
              <a:gd name="csY85" fmla="*/ 1355804 h 8318188"/>
              <a:gd name="csX86" fmla="*/ 7360484 w 11180243"/>
              <a:gd name="csY86" fmla="*/ 1230544 h 8318188"/>
              <a:gd name="csX87" fmla="*/ 7485744 w 11180243"/>
              <a:gd name="csY87" fmla="*/ 1243070 h 8318188"/>
              <a:gd name="csX88" fmla="*/ 7585953 w 11180243"/>
              <a:gd name="csY88" fmla="*/ 1255596 h 8318188"/>
              <a:gd name="csX89" fmla="*/ 7673635 w 11180243"/>
              <a:gd name="csY89" fmla="*/ 1255596 h 8318188"/>
              <a:gd name="csX90" fmla="*/ 7886577 w 11180243"/>
              <a:gd name="csY90" fmla="*/ 1218018 h 8318188"/>
              <a:gd name="csX91" fmla="*/ 7949207 w 11180243"/>
              <a:gd name="csY91" fmla="*/ 1167914 h 8318188"/>
              <a:gd name="csX92" fmla="*/ 8086994 w 11180243"/>
              <a:gd name="csY92" fmla="*/ 1180440 h 8318188"/>
              <a:gd name="csX93" fmla="*/ 8086994 w 11180243"/>
              <a:gd name="csY93" fmla="*/ 1180440 h 8318188"/>
              <a:gd name="csX94" fmla="*/ 8224780 w 11180243"/>
              <a:gd name="csY94" fmla="*/ 1130336 h 8318188"/>
              <a:gd name="csX95" fmla="*/ 8412671 w 11180243"/>
              <a:gd name="csY95" fmla="*/ 1042653 h 8318188"/>
              <a:gd name="csX96" fmla="*/ 8588035 w 11180243"/>
              <a:gd name="csY96" fmla="*/ 942445 h 8318188"/>
              <a:gd name="csX97" fmla="*/ 8663191 w 11180243"/>
              <a:gd name="csY97" fmla="*/ 854763 h 8318188"/>
              <a:gd name="csX98" fmla="*/ 8700769 w 11180243"/>
              <a:gd name="csY98" fmla="*/ 804659 h 8318188"/>
              <a:gd name="csX99" fmla="*/ 8851081 w 11180243"/>
              <a:gd name="csY99" fmla="*/ 779607 h 8318188"/>
              <a:gd name="csX100" fmla="*/ 8963816 w 11180243"/>
              <a:gd name="csY100" fmla="*/ 754555 h 8318188"/>
              <a:gd name="csX101" fmla="*/ 9076550 w 11180243"/>
              <a:gd name="csY101" fmla="*/ 716977 h 8318188"/>
              <a:gd name="csX102" fmla="*/ 9126654 w 11180243"/>
              <a:gd name="csY102" fmla="*/ 691925 h 8318188"/>
              <a:gd name="csX103" fmla="*/ 9373500 w 11180243"/>
              <a:gd name="csY103" fmla="*/ 691925 h 8318188"/>
              <a:gd name="csX104" fmla="*/ 9607403 w 11180243"/>
              <a:gd name="csY104" fmla="*/ 410423 h 8318188"/>
              <a:gd name="csX105" fmla="*/ 10101179 w 11180243"/>
              <a:gd name="csY105" fmla="*/ 123911 h 8318188"/>
              <a:gd name="csX106" fmla="*/ 10588859 w 11180243"/>
              <a:gd name="csY106" fmla="*/ 1991 h 8318188"/>
              <a:gd name="csX107" fmla="*/ 11011905 w 11180243"/>
              <a:gd name="csY107" fmla="*/ 89089 h 8318188"/>
              <a:gd name="csX108" fmla="*/ 11143595 w 11180243"/>
              <a:gd name="csY108" fmla="*/ 251926 h 8318188"/>
              <a:gd name="csX109" fmla="*/ 11180171 w 11180243"/>
              <a:gd name="csY109" fmla="*/ 629879 h 8318188"/>
              <a:gd name="csX110" fmla="*/ 11070443 w 11180243"/>
              <a:gd name="csY110" fmla="*/ 898102 h 8318188"/>
              <a:gd name="csX111" fmla="*/ 10930235 w 11180243"/>
              <a:gd name="csY111" fmla="*/ 1355303 h 8318188"/>
              <a:gd name="csX112" fmla="*/ 10466939 w 11180243"/>
              <a:gd name="csY112" fmla="*/ 1690582 h 8318188"/>
              <a:gd name="csX113" fmla="*/ 10381595 w 11180243"/>
              <a:gd name="csY113" fmla="*/ 2001478 h 8318188"/>
              <a:gd name="csX114" fmla="*/ 10174331 w 11180243"/>
              <a:gd name="csY114" fmla="*/ 2190454 h 8318188"/>
              <a:gd name="csX115" fmla="*/ 9912203 w 11180243"/>
              <a:gd name="csY115" fmla="*/ 2580598 h 8318188"/>
              <a:gd name="csX116" fmla="*/ 9729323 w 11180243"/>
              <a:gd name="csY116" fmla="*/ 2934166 h 8318188"/>
              <a:gd name="csX117" fmla="*/ 9497675 w 11180243"/>
              <a:gd name="csY117" fmla="*/ 3092662 h 8318188"/>
              <a:gd name="csX118" fmla="*/ 9290411 w 11180243"/>
              <a:gd name="csY118" fmla="*/ 3299926 h 8318188"/>
              <a:gd name="csX119" fmla="*/ 8985611 w 11180243"/>
              <a:gd name="csY119" fmla="*/ 3452326 h 8318188"/>
              <a:gd name="csX120" fmla="*/ 8814923 w 11180243"/>
              <a:gd name="csY120" fmla="*/ 3763222 h 8318188"/>
              <a:gd name="csX121" fmla="*/ 8400395 w 11180243"/>
              <a:gd name="csY121" fmla="*/ 3915622 h 8318188"/>
              <a:gd name="csX122" fmla="*/ 8315051 w 11180243"/>
              <a:gd name="csY122" fmla="*/ 4104598 h 8318188"/>
              <a:gd name="csX123" fmla="*/ 8089499 w 11180243"/>
              <a:gd name="csY123" fmla="*/ 4214326 h 8318188"/>
              <a:gd name="csX124" fmla="*/ 7711547 w 11180243"/>
              <a:gd name="csY124" fmla="*/ 4293574 h 8318188"/>
              <a:gd name="csX125" fmla="*/ 7400651 w 11180243"/>
              <a:gd name="csY125" fmla="*/ 4470358 h 8318188"/>
              <a:gd name="csX126" fmla="*/ 6967835 w 11180243"/>
              <a:gd name="csY126" fmla="*/ 4476454 h 8318188"/>
              <a:gd name="csX127" fmla="*/ 6644747 w 11180243"/>
              <a:gd name="csY127" fmla="*/ 4592278 h 8318188"/>
              <a:gd name="csX128" fmla="*/ 6260699 w 11180243"/>
              <a:gd name="csY128" fmla="*/ 4622758 h 8318188"/>
              <a:gd name="csX129" fmla="*/ 6144875 w 11180243"/>
              <a:gd name="csY129" fmla="*/ 4744678 h 8318188"/>
              <a:gd name="csX130" fmla="*/ 5931515 w 11180243"/>
              <a:gd name="csY130" fmla="*/ 4756870 h 8318188"/>
              <a:gd name="csX131" fmla="*/ 5742539 w 11180243"/>
              <a:gd name="csY131" fmla="*/ 4756870 h 8318188"/>
              <a:gd name="csX132" fmla="*/ 5273147 w 11180243"/>
              <a:gd name="csY132" fmla="*/ 4769062 h 8318188"/>
              <a:gd name="csX133" fmla="*/ 4876907 w 11180243"/>
              <a:gd name="csY133" fmla="*/ 4756870 h 8318188"/>
              <a:gd name="csX134" fmla="*/ 4773275 w 11180243"/>
              <a:gd name="csY134" fmla="*/ 4860502 h 8318188"/>
              <a:gd name="csX135" fmla="*/ 4370939 w 11180243"/>
              <a:gd name="csY135" fmla="*/ 5061670 h 8318188"/>
              <a:gd name="csX136" fmla="*/ 3925931 w 11180243"/>
              <a:gd name="csY136" fmla="*/ 5171398 h 8318188"/>
              <a:gd name="csX137" fmla="*/ 4200251 w 11180243"/>
              <a:gd name="csY137" fmla="*/ 5579830 h 8318188"/>
              <a:gd name="csX138" fmla="*/ 4194155 w 11180243"/>
              <a:gd name="csY138" fmla="*/ 6018742 h 8318188"/>
              <a:gd name="csX139" fmla="*/ 4261211 w 11180243"/>
              <a:gd name="csY139" fmla="*/ 6201622 h 8318188"/>
              <a:gd name="csX0" fmla="*/ 4081755 w 11180243"/>
              <a:gd name="csY0" fmla="*/ 7659820 h 8288454"/>
              <a:gd name="csX1" fmla="*/ 2615292 w 11180243"/>
              <a:gd name="csY1" fmla="*/ 8188917 h 8288454"/>
              <a:gd name="csX2" fmla="*/ 2091036 w 11180243"/>
              <a:gd name="csY2" fmla="*/ 8286453 h 8288454"/>
              <a:gd name="csX3" fmla="*/ 1530204 w 11180243"/>
              <a:gd name="csY3" fmla="*/ 8152341 h 8288454"/>
              <a:gd name="csX4" fmla="*/ 1292460 w 11180243"/>
              <a:gd name="csY4" fmla="*/ 7932885 h 8288454"/>
              <a:gd name="csX5" fmla="*/ 1005948 w 11180243"/>
              <a:gd name="csY5" fmla="*/ 7743909 h 8288454"/>
              <a:gd name="csX6" fmla="*/ 737724 w 11180243"/>
              <a:gd name="csY6" fmla="*/ 7585413 h 8288454"/>
              <a:gd name="csX7" fmla="*/ 609708 w 11180243"/>
              <a:gd name="csY7" fmla="*/ 7073349 h 8288454"/>
              <a:gd name="csX8" fmla="*/ 573132 w 11180243"/>
              <a:gd name="csY8" fmla="*/ 6683205 h 8288454"/>
              <a:gd name="csX9" fmla="*/ 128124 w 11180243"/>
              <a:gd name="csY9" fmla="*/ 6390597 h 8288454"/>
              <a:gd name="csX10" fmla="*/ 61068 w 11180243"/>
              <a:gd name="csY10" fmla="*/ 6116277 h 8288454"/>
              <a:gd name="csX11" fmla="*/ 109835 w 11180243"/>
              <a:gd name="csY11" fmla="*/ 5927301 h 8288454"/>
              <a:gd name="csX12" fmla="*/ 6204 w 11180243"/>
              <a:gd name="csY12" fmla="*/ 5793189 h 8288454"/>
              <a:gd name="csX13" fmla="*/ 18395 w 11180243"/>
              <a:gd name="csY13" fmla="*/ 5604213 h 8288454"/>
              <a:gd name="csX14" fmla="*/ 122027 w 11180243"/>
              <a:gd name="csY14" fmla="*/ 5372565 h 8288454"/>
              <a:gd name="csX15" fmla="*/ 270753 w 11180243"/>
              <a:gd name="csY15" fmla="*/ 4762883 h 8288454"/>
              <a:gd name="csX16" fmla="*/ 183071 w 11180243"/>
              <a:gd name="csY16" fmla="*/ 4612571 h 8288454"/>
              <a:gd name="csX17" fmla="*/ 208123 w 11180243"/>
              <a:gd name="csY17" fmla="*/ 4524889 h 8288454"/>
              <a:gd name="csX18" fmla="*/ 183071 w 11180243"/>
              <a:gd name="csY18" fmla="*/ 4399629 h 8288454"/>
              <a:gd name="csX19" fmla="*/ 145492 w 11180243"/>
              <a:gd name="csY19" fmla="*/ 4324473 h 8288454"/>
              <a:gd name="csX20" fmla="*/ 208123 w 11180243"/>
              <a:gd name="csY20" fmla="*/ 4174160 h 8288454"/>
              <a:gd name="csX21" fmla="*/ 258227 w 11180243"/>
              <a:gd name="csY21" fmla="*/ 4061426 h 8288454"/>
              <a:gd name="csX22" fmla="*/ 320857 w 11180243"/>
              <a:gd name="csY22" fmla="*/ 3961218 h 8288454"/>
              <a:gd name="csX23" fmla="*/ 320857 w 11180243"/>
              <a:gd name="csY23" fmla="*/ 3961218 h 8288454"/>
              <a:gd name="csX24" fmla="*/ 433591 w 11180243"/>
              <a:gd name="csY24" fmla="*/ 3835957 h 8288454"/>
              <a:gd name="csX25" fmla="*/ 558851 w 11180243"/>
              <a:gd name="csY25" fmla="*/ 3785853 h 8288454"/>
              <a:gd name="csX26" fmla="*/ 558851 w 11180243"/>
              <a:gd name="csY26" fmla="*/ 3785853 h 8288454"/>
              <a:gd name="csX27" fmla="*/ 546325 w 11180243"/>
              <a:gd name="csY27" fmla="*/ 3673119 h 8288454"/>
              <a:gd name="csX28" fmla="*/ 446117 w 11180243"/>
              <a:gd name="csY28" fmla="*/ 3635541 h 8288454"/>
              <a:gd name="csX29" fmla="*/ 433591 w 11180243"/>
              <a:gd name="csY29" fmla="*/ 3597963 h 8288454"/>
              <a:gd name="csX30" fmla="*/ 483695 w 11180243"/>
              <a:gd name="csY30" fmla="*/ 3472703 h 8288454"/>
              <a:gd name="csX31" fmla="*/ 533799 w 11180243"/>
              <a:gd name="csY31" fmla="*/ 3397547 h 8288454"/>
              <a:gd name="csX32" fmla="*/ 634007 w 11180243"/>
              <a:gd name="csY32" fmla="*/ 3222182 h 8288454"/>
              <a:gd name="csX33" fmla="*/ 659060 w 11180243"/>
              <a:gd name="csY33" fmla="*/ 3147026 h 8288454"/>
              <a:gd name="csX34" fmla="*/ 771794 w 11180243"/>
              <a:gd name="csY34" fmla="*/ 3046818 h 8288454"/>
              <a:gd name="csX35" fmla="*/ 846950 w 11180243"/>
              <a:gd name="csY35" fmla="*/ 2984188 h 8288454"/>
              <a:gd name="csX36" fmla="*/ 947158 w 11180243"/>
              <a:gd name="csY36" fmla="*/ 2934083 h 8288454"/>
              <a:gd name="csX37" fmla="*/ 1022314 w 11180243"/>
              <a:gd name="csY37" fmla="*/ 2883979 h 8288454"/>
              <a:gd name="csX38" fmla="*/ 1135049 w 11180243"/>
              <a:gd name="csY38" fmla="*/ 2821349 h 8288454"/>
              <a:gd name="csX39" fmla="*/ 1197679 w 11180243"/>
              <a:gd name="csY39" fmla="*/ 2758719 h 8288454"/>
              <a:gd name="csX40" fmla="*/ 1297887 w 11180243"/>
              <a:gd name="csY40" fmla="*/ 2671037 h 8288454"/>
              <a:gd name="csX41" fmla="*/ 1448199 w 11180243"/>
              <a:gd name="csY41" fmla="*/ 2620933 h 8288454"/>
              <a:gd name="csX42" fmla="*/ 1573460 w 11180243"/>
              <a:gd name="csY42" fmla="*/ 2658511 h 8288454"/>
              <a:gd name="csX43" fmla="*/ 1573460 w 11180243"/>
              <a:gd name="csY43" fmla="*/ 2658511 h 8288454"/>
              <a:gd name="csX44" fmla="*/ 1510829 w 11180243"/>
              <a:gd name="csY44" fmla="*/ 2595881 h 8288454"/>
              <a:gd name="csX45" fmla="*/ 1548407 w 11180243"/>
              <a:gd name="csY45" fmla="*/ 2407990 h 8288454"/>
              <a:gd name="csX46" fmla="*/ 1673668 w 11180243"/>
              <a:gd name="csY46" fmla="*/ 2307782 h 8288454"/>
              <a:gd name="csX47" fmla="*/ 1773876 w 11180243"/>
              <a:gd name="csY47" fmla="*/ 2245152 h 8288454"/>
              <a:gd name="csX48" fmla="*/ 1798928 w 11180243"/>
              <a:gd name="csY48" fmla="*/ 2207574 h 8288454"/>
              <a:gd name="csX49" fmla="*/ 1961766 w 11180243"/>
              <a:gd name="csY49" fmla="*/ 2195048 h 8288454"/>
              <a:gd name="csX50" fmla="*/ 2112079 w 11180243"/>
              <a:gd name="csY50" fmla="*/ 2245152 h 8288454"/>
              <a:gd name="csX51" fmla="*/ 2112079 w 11180243"/>
              <a:gd name="csY51" fmla="*/ 2245152 h 8288454"/>
              <a:gd name="csX52" fmla="*/ 2112079 w 11180243"/>
              <a:gd name="csY52" fmla="*/ 2245152 h 8288454"/>
              <a:gd name="csX53" fmla="*/ 2224813 w 11180243"/>
              <a:gd name="csY53" fmla="*/ 2195048 h 8288454"/>
              <a:gd name="csX54" fmla="*/ 2375125 w 11180243"/>
              <a:gd name="csY54" fmla="*/ 2094840 h 8288454"/>
              <a:gd name="csX55" fmla="*/ 2613120 w 11180243"/>
              <a:gd name="csY55" fmla="*/ 2057262 h 8288454"/>
              <a:gd name="csX56" fmla="*/ 2788484 w 11180243"/>
              <a:gd name="csY56" fmla="*/ 2082314 h 8288454"/>
              <a:gd name="csX57" fmla="*/ 2888692 w 11180243"/>
              <a:gd name="csY57" fmla="*/ 2169996 h 8288454"/>
              <a:gd name="csX58" fmla="*/ 3013953 w 11180243"/>
              <a:gd name="csY58" fmla="*/ 2195048 h 8288454"/>
              <a:gd name="csX59" fmla="*/ 2851114 w 11180243"/>
              <a:gd name="csY59" fmla="*/ 2082314 h 8288454"/>
              <a:gd name="csX60" fmla="*/ 2938797 w 11180243"/>
              <a:gd name="csY60" fmla="*/ 1957053 h 8288454"/>
              <a:gd name="csX61" fmla="*/ 3101635 w 11180243"/>
              <a:gd name="csY61" fmla="*/ 1957053 h 8288454"/>
              <a:gd name="csX62" fmla="*/ 3302051 w 11180243"/>
              <a:gd name="csY62" fmla="*/ 1957053 h 8288454"/>
              <a:gd name="csX63" fmla="*/ 3464890 w 11180243"/>
              <a:gd name="csY63" fmla="*/ 1969579 h 8288454"/>
              <a:gd name="csX64" fmla="*/ 3815618 w 11180243"/>
              <a:gd name="csY64" fmla="*/ 1919475 h 8288454"/>
              <a:gd name="csX65" fmla="*/ 3978457 w 11180243"/>
              <a:gd name="csY65" fmla="*/ 1919475 h 8288454"/>
              <a:gd name="csX66" fmla="*/ 4241503 w 11180243"/>
              <a:gd name="csY66" fmla="*/ 1894423 h 8288454"/>
              <a:gd name="csX67" fmla="*/ 4391816 w 11180243"/>
              <a:gd name="csY67" fmla="*/ 1906949 h 8288454"/>
              <a:gd name="csX68" fmla="*/ 4567180 w 11180243"/>
              <a:gd name="csY68" fmla="*/ 1994631 h 8288454"/>
              <a:gd name="csX69" fmla="*/ 4567180 w 11180243"/>
              <a:gd name="csY69" fmla="*/ 1994631 h 8288454"/>
              <a:gd name="csX70" fmla="*/ 4504550 w 11180243"/>
              <a:gd name="csY70" fmla="*/ 1844319 h 8288454"/>
              <a:gd name="csX71" fmla="*/ 4704966 w 11180243"/>
              <a:gd name="csY71" fmla="*/ 1844319 h 8288454"/>
              <a:gd name="csX72" fmla="*/ 4892857 w 11180243"/>
              <a:gd name="csY72" fmla="*/ 1869371 h 8288454"/>
              <a:gd name="csX73" fmla="*/ 4980539 w 11180243"/>
              <a:gd name="csY73" fmla="*/ 1869371 h 8288454"/>
              <a:gd name="csX74" fmla="*/ 5168429 w 11180243"/>
              <a:gd name="csY74" fmla="*/ 1769163 h 8288454"/>
              <a:gd name="csX75" fmla="*/ 5406424 w 11180243"/>
              <a:gd name="csY75" fmla="*/ 1794215 h 8288454"/>
              <a:gd name="csX76" fmla="*/ 5556736 w 11180243"/>
              <a:gd name="csY76" fmla="*/ 1819267 h 8288454"/>
              <a:gd name="csX77" fmla="*/ 5744627 w 11180243"/>
              <a:gd name="csY77" fmla="*/ 1781689 h 8288454"/>
              <a:gd name="csX78" fmla="*/ 5882413 w 11180243"/>
              <a:gd name="csY78" fmla="*/ 1794215 h 8288454"/>
              <a:gd name="csX79" fmla="*/ 5945043 w 11180243"/>
              <a:gd name="csY79" fmla="*/ 1794215 h 8288454"/>
              <a:gd name="csX80" fmla="*/ 6283246 w 11180243"/>
              <a:gd name="csY80" fmla="*/ 1631377 h 8288454"/>
              <a:gd name="csX81" fmla="*/ 6508714 w 11180243"/>
              <a:gd name="csY81" fmla="*/ 1593799 h 8288454"/>
              <a:gd name="csX82" fmla="*/ 6696605 w 11180243"/>
              <a:gd name="csY82" fmla="*/ 1481064 h 8288454"/>
              <a:gd name="csX83" fmla="*/ 6859443 w 11180243"/>
              <a:gd name="csY83" fmla="*/ 1493590 h 8288454"/>
              <a:gd name="csX84" fmla="*/ 6997229 w 11180243"/>
              <a:gd name="csY84" fmla="*/ 1481064 h 8288454"/>
              <a:gd name="csX85" fmla="*/ 7147542 w 11180243"/>
              <a:gd name="csY85" fmla="*/ 1355804 h 8288454"/>
              <a:gd name="csX86" fmla="*/ 7360484 w 11180243"/>
              <a:gd name="csY86" fmla="*/ 1230544 h 8288454"/>
              <a:gd name="csX87" fmla="*/ 7485744 w 11180243"/>
              <a:gd name="csY87" fmla="*/ 1243070 h 8288454"/>
              <a:gd name="csX88" fmla="*/ 7585953 w 11180243"/>
              <a:gd name="csY88" fmla="*/ 1255596 h 8288454"/>
              <a:gd name="csX89" fmla="*/ 7673635 w 11180243"/>
              <a:gd name="csY89" fmla="*/ 1255596 h 8288454"/>
              <a:gd name="csX90" fmla="*/ 7886577 w 11180243"/>
              <a:gd name="csY90" fmla="*/ 1218018 h 8288454"/>
              <a:gd name="csX91" fmla="*/ 7949207 w 11180243"/>
              <a:gd name="csY91" fmla="*/ 1167914 h 8288454"/>
              <a:gd name="csX92" fmla="*/ 8086994 w 11180243"/>
              <a:gd name="csY92" fmla="*/ 1180440 h 8288454"/>
              <a:gd name="csX93" fmla="*/ 8086994 w 11180243"/>
              <a:gd name="csY93" fmla="*/ 1180440 h 8288454"/>
              <a:gd name="csX94" fmla="*/ 8224780 w 11180243"/>
              <a:gd name="csY94" fmla="*/ 1130336 h 8288454"/>
              <a:gd name="csX95" fmla="*/ 8412671 w 11180243"/>
              <a:gd name="csY95" fmla="*/ 1042653 h 8288454"/>
              <a:gd name="csX96" fmla="*/ 8588035 w 11180243"/>
              <a:gd name="csY96" fmla="*/ 942445 h 8288454"/>
              <a:gd name="csX97" fmla="*/ 8663191 w 11180243"/>
              <a:gd name="csY97" fmla="*/ 854763 h 8288454"/>
              <a:gd name="csX98" fmla="*/ 8700769 w 11180243"/>
              <a:gd name="csY98" fmla="*/ 804659 h 8288454"/>
              <a:gd name="csX99" fmla="*/ 8851081 w 11180243"/>
              <a:gd name="csY99" fmla="*/ 779607 h 8288454"/>
              <a:gd name="csX100" fmla="*/ 8963816 w 11180243"/>
              <a:gd name="csY100" fmla="*/ 754555 h 8288454"/>
              <a:gd name="csX101" fmla="*/ 9076550 w 11180243"/>
              <a:gd name="csY101" fmla="*/ 716977 h 8288454"/>
              <a:gd name="csX102" fmla="*/ 9126654 w 11180243"/>
              <a:gd name="csY102" fmla="*/ 691925 h 8288454"/>
              <a:gd name="csX103" fmla="*/ 9373500 w 11180243"/>
              <a:gd name="csY103" fmla="*/ 691925 h 8288454"/>
              <a:gd name="csX104" fmla="*/ 9607403 w 11180243"/>
              <a:gd name="csY104" fmla="*/ 410423 h 8288454"/>
              <a:gd name="csX105" fmla="*/ 10101179 w 11180243"/>
              <a:gd name="csY105" fmla="*/ 123911 h 8288454"/>
              <a:gd name="csX106" fmla="*/ 10588859 w 11180243"/>
              <a:gd name="csY106" fmla="*/ 1991 h 8288454"/>
              <a:gd name="csX107" fmla="*/ 11011905 w 11180243"/>
              <a:gd name="csY107" fmla="*/ 89089 h 8288454"/>
              <a:gd name="csX108" fmla="*/ 11143595 w 11180243"/>
              <a:gd name="csY108" fmla="*/ 251926 h 8288454"/>
              <a:gd name="csX109" fmla="*/ 11180171 w 11180243"/>
              <a:gd name="csY109" fmla="*/ 629879 h 8288454"/>
              <a:gd name="csX110" fmla="*/ 11070443 w 11180243"/>
              <a:gd name="csY110" fmla="*/ 898102 h 8288454"/>
              <a:gd name="csX111" fmla="*/ 10930235 w 11180243"/>
              <a:gd name="csY111" fmla="*/ 1355303 h 8288454"/>
              <a:gd name="csX112" fmla="*/ 10466939 w 11180243"/>
              <a:gd name="csY112" fmla="*/ 1690582 h 8288454"/>
              <a:gd name="csX113" fmla="*/ 10381595 w 11180243"/>
              <a:gd name="csY113" fmla="*/ 2001478 h 8288454"/>
              <a:gd name="csX114" fmla="*/ 10174331 w 11180243"/>
              <a:gd name="csY114" fmla="*/ 2190454 h 8288454"/>
              <a:gd name="csX115" fmla="*/ 9912203 w 11180243"/>
              <a:gd name="csY115" fmla="*/ 2580598 h 8288454"/>
              <a:gd name="csX116" fmla="*/ 9729323 w 11180243"/>
              <a:gd name="csY116" fmla="*/ 2934166 h 8288454"/>
              <a:gd name="csX117" fmla="*/ 9497675 w 11180243"/>
              <a:gd name="csY117" fmla="*/ 3092662 h 8288454"/>
              <a:gd name="csX118" fmla="*/ 9290411 w 11180243"/>
              <a:gd name="csY118" fmla="*/ 3299926 h 8288454"/>
              <a:gd name="csX119" fmla="*/ 8985611 w 11180243"/>
              <a:gd name="csY119" fmla="*/ 3452326 h 8288454"/>
              <a:gd name="csX120" fmla="*/ 8814923 w 11180243"/>
              <a:gd name="csY120" fmla="*/ 3763222 h 8288454"/>
              <a:gd name="csX121" fmla="*/ 8400395 w 11180243"/>
              <a:gd name="csY121" fmla="*/ 3915622 h 8288454"/>
              <a:gd name="csX122" fmla="*/ 8315051 w 11180243"/>
              <a:gd name="csY122" fmla="*/ 4104598 h 8288454"/>
              <a:gd name="csX123" fmla="*/ 8089499 w 11180243"/>
              <a:gd name="csY123" fmla="*/ 4214326 h 8288454"/>
              <a:gd name="csX124" fmla="*/ 7711547 w 11180243"/>
              <a:gd name="csY124" fmla="*/ 4293574 h 8288454"/>
              <a:gd name="csX125" fmla="*/ 7400651 w 11180243"/>
              <a:gd name="csY125" fmla="*/ 4470358 h 8288454"/>
              <a:gd name="csX126" fmla="*/ 6967835 w 11180243"/>
              <a:gd name="csY126" fmla="*/ 4476454 h 8288454"/>
              <a:gd name="csX127" fmla="*/ 6644747 w 11180243"/>
              <a:gd name="csY127" fmla="*/ 4592278 h 8288454"/>
              <a:gd name="csX128" fmla="*/ 6260699 w 11180243"/>
              <a:gd name="csY128" fmla="*/ 4622758 h 8288454"/>
              <a:gd name="csX129" fmla="*/ 6144875 w 11180243"/>
              <a:gd name="csY129" fmla="*/ 4744678 h 8288454"/>
              <a:gd name="csX130" fmla="*/ 5931515 w 11180243"/>
              <a:gd name="csY130" fmla="*/ 4756870 h 8288454"/>
              <a:gd name="csX131" fmla="*/ 5742539 w 11180243"/>
              <a:gd name="csY131" fmla="*/ 4756870 h 8288454"/>
              <a:gd name="csX132" fmla="*/ 5273147 w 11180243"/>
              <a:gd name="csY132" fmla="*/ 4769062 h 8288454"/>
              <a:gd name="csX133" fmla="*/ 4876907 w 11180243"/>
              <a:gd name="csY133" fmla="*/ 4756870 h 8288454"/>
              <a:gd name="csX134" fmla="*/ 4773275 w 11180243"/>
              <a:gd name="csY134" fmla="*/ 4860502 h 8288454"/>
              <a:gd name="csX135" fmla="*/ 4370939 w 11180243"/>
              <a:gd name="csY135" fmla="*/ 5061670 h 8288454"/>
              <a:gd name="csX136" fmla="*/ 3925931 w 11180243"/>
              <a:gd name="csY136" fmla="*/ 5171398 h 8288454"/>
              <a:gd name="csX137" fmla="*/ 4200251 w 11180243"/>
              <a:gd name="csY137" fmla="*/ 5579830 h 8288454"/>
              <a:gd name="csX138" fmla="*/ 4194155 w 11180243"/>
              <a:gd name="csY138" fmla="*/ 6018742 h 8288454"/>
              <a:gd name="csX139" fmla="*/ 4261211 w 11180243"/>
              <a:gd name="csY139" fmla="*/ 6201622 h 8288454"/>
              <a:gd name="csX0" fmla="*/ 4081755 w 11180243"/>
              <a:gd name="csY0" fmla="*/ 7659820 h 8319657"/>
              <a:gd name="csX1" fmla="*/ 2907900 w 11180243"/>
              <a:gd name="csY1" fmla="*/ 8298645 h 8319657"/>
              <a:gd name="csX2" fmla="*/ 2615292 w 11180243"/>
              <a:gd name="csY2" fmla="*/ 8188917 h 8319657"/>
              <a:gd name="csX3" fmla="*/ 2091036 w 11180243"/>
              <a:gd name="csY3" fmla="*/ 8286453 h 8319657"/>
              <a:gd name="csX4" fmla="*/ 1530204 w 11180243"/>
              <a:gd name="csY4" fmla="*/ 8152341 h 8319657"/>
              <a:gd name="csX5" fmla="*/ 1292460 w 11180243"/>
              <a:gd name="csY5" fmla="*/ 7932885 h 8319657"/>
              <a:gd name="csX6" fmla="*/ 1005948 w 11180243"/>
              <a:gd name="csY6" fmla="*/ 7743909 h 8319657"/>
              <a:gd name="csX7" fmla="*/ 737724 w 11180243"/>
              <a:gd name="csY7" fmla="*/ 7585413 h 8319657"/>
              <a:gd name="csX8" fmla="*/ 609708 w 11180243"/>
              <a:gd name="csY8" fmla="*/ 7073349 h 8319657"/>
              <a:gd name="csX9" fmla="*/ 573132 w 11180243"/>
              <a:gd name="csY9" fmla="*/ 6683205 h 8319657"/>
              <a:gd name="csX10" fmla="*/ 128124 w 11180243"/>
              <a:gd name="csY10" fmla="*/ 6390597 h 8319657"/>
              <a:gd name="csX11" fmla="*/ 61068 w 11180243"/>
              <a:gd name="csY11" fmla="*/ 6116277 h 8319657"/>
              <a:gd name="csX12" fmla="*/ 109835 w 11180243"/>
              <a:gd name="csY12" fmla="*/ 5927301 h 8319657"/>
              <a:gd name="csX13" fmla="*/ 6204 w 11180243"/>
              <a:gd name="csY13" fmla="*/ 5793189 h 8319657"/>
              <a:gd name="csX14" fmla="*/ 18395 w 11180243"/>
              <a:gd name="csY14" fmla="*/ 5604213 h 8319657"/>
              <a:gd name="csX15" fmla="*/ 122027 w 11180243"/>
              <a:gd name="csY15" fmla="*/ 5372565 h 8319657"/>
              <a:gd name="csX16" fmla="*/ 270753 w 11180243"/>
              <a:gd name="csY16" fmla="*/ 4762883 h 8319657"/>
              <a:gd name="csX17" fmla="*/ 183071 w 11180243"/>
              <a:gd name="csY17" fmla="*/ 4612571 h 8319657"/>
              <a:gd name="csX18" fmla="*/ 208123 w 11180243"/>
              <a:gd name="csY18" fmla="*/ 4524889 h 8319657"/>
              <a:gd name="csX19" fmla="*/ 183071 w 11180243"/>
              <a:gd name="csY19" fmla="*/ 4399629 h 8319657"/>
              <a:gd name="csX20" fmla="*/ 145492 w 11180243"/>
              <a:gd name="csY20" fmla="*/ 4324473 h 8319657"/>
              <a:gd name="csX21" fmla="*/ 208123 w 11180243"/>
              <a:gd name="csY21" fmla="*/ 4174160 h 8319657"/>
              <a:gd name="csX22" fmla="*/ 258227 w 11180243"/>
              <a:gd name="csY22" fmla="*/ 4061426 h 8319657"/>
              <a:gd name="csX23" fmla="*/ 320857 w 11180243"/>
              <a:gd name="csY23" fmla="*/ 3961218 h 8319657"/>
              <a:gd name="csX24" fmla="*/ 320857 w 11180243"/>
              <a:gd name="csY24" fmla="*/ 3961218 h 8319657"/>
              <a:gd name="csX25" fmla="*/ 433591 w 11180243"/>
              <a:gd name="csY25" fmla="*/ 3835957 h 8319657"/>
              <a:gd name="csX26" fmla="*/ 558851 w 11180243"/>
              <a:gd name="csY26" fmla="*/ 3785853 h 8319657"/>
              <a:gd name="csX27" fmla="*/ 558851 w 11180243"/>
              <a:gd name="csY27" fmla="*/ 3785853 h 8319657"/>
              <a:gd name="csX28" fmla="*/ 546325 w 11180243"/>
              <a:gd name="csY28" fmla="*/ 3673119 h 8319657"/>
              <a:gd name="csX29" fmla="*/ 446117 w 11180243"/>
              <a:gd name="csY29" fmla="*/ 3635541 h 8319657"/>
              <a:gd name="csX30" fmla="*/ 433591 w 11180243"/>
              <a:gd name="csY30" fmla="*/ 3597963 h 8319657"/>
              <a:gd name="csX31" fmla="*/ 483695 w 11180243"/>
              <a:gd name="csY31" fmla="*/ 3472703 h 8319657"/>
              <a:gd name="csX32" fmla="*/ 533799 w 11180243"/>
              <a:gd name="csY32" fmla="*/ 3397547 h 8319657"/>
              <a:gd name="csX33" fmla="*/ 634007 w 11180243"/>
              <a:gd name="csY33" fmla="*/ 3222182 h 8319657"/>
              <a:gd name="csX34" fmla="*/ 659060 w 11180243"/>
              <a:gd name="csY34" fmla="*/ 3147026 h 8319657"/>
              <a:gd name="csX35" fmla="*/ 771794 w 11180243"/>
              <a:gd name="csY35" fmla="*/ 3046818 h 8319657"/>
              <a:gd name="csX36" fmla="*/ 846950 w 11180243"/>
              <a:gd name="csY36" fmla="*/ 2984188 h 8319657"/>
              <a:gd name="csX37" fmla="*/ 947158 w 11180243"/>
              <a:gd name="csY37" fmla="*/ 2934083 h 8319657"/>
              <a:gd name="csX38" fmla="*/ 1022314 w 11180243"/>
              <a:gd name="csY38" fmla="*/ 2883979 h 8319657"/>
              <a:gd name="csX39" fmla="*/ 1135049 w 11180243"/>
              <a:gd name="csY39" fmla="*/ 2821349 h 8319657"/>
              <a:gd name="csX40" fmla="*/ 1197679 w 11180243"/>
              <a:gd name="csY40" fmla="*/ 2758719 h 8319657"/>
              <a:gd name="csX41" fmla="*/ 1297887 w 11180243"/>
              <a:gd name="csY41" fmla="*/ 2671037 h 8319657"/>
              <a:gd name="csX42" fmla="*/ 1448199 w 11180243"/>
              <a:gd name="csY42" fmla="*/ 2620933 h 8319657"/>
              <a:gd name="csX43" fmla="*/ 1573460 w 11180243"/>
              <a:gd name="csY43" fmla="*/ 2658511 h 8319657"/>
              <a:gd name="csX44" fmla="*/ 1573460 w 11180243"/>
              <a:gd name="csY44" fmla="*/ 2658511 h 8319657"/>
              <a:gd name="csX45" fmla="*/ 1510829 w 11180243"/>
              <a:gd name="csY45" fmla="*/ 2595881 h 8319657"/>
              <a:gd name="csX46" fmla="*/ 1548407 w 11180243"/>
              <a:gd name="csY46" fmla="*/ 2407990 h 8319657"/>
              <a:gd name="csX47" fmla="*/ 1673668 w 11180243"/>
              <a:gd name="csY47" fmla="*/ 2307782 h 8319657"/>
              <a:gd name="csX48" fmla="*/ 1773876 w 11180243"/>
              <a:gd name="csY48" fmla="*/ 2245152 h 8319657"/>
              <a:gd name="csX49" fmla="*/ 1798928 w 11180243"/>
              <a:gd name="csY49" fmla="*/ 2207574 h 8319657"/>
              <a:gd name="csX50" fmla="*/ 1961766 w 11180243"/>
              <a:gd name="csY50" fmla="*/ 2195048 h 8319657"/>
              <a:gd name="csX51" fmla="*/ 2112079 w 11180243"/>
              <a:gd name="csY51" fmla="*/ 2245152 h 8319657"/>
              <a:gd name="csX52" fmla="*/ 2112079 w 11180243"/>
              <a:gd name="csY52" fmla="*/ 2245152 h 8319657"/>
              <a:gd name="csX53" fmla="*/ 2112079 w 11180243"/>
              <a:gd name="csY53" fmla="*/ 2245152 h 8319657"/>
              <a:gd name="csX54" fmla="*/ 2224813 w 11180243"/>
              <a:gd name="csY54" fmla="*/ 2195048 h 8319657"/>
              <a:gd name="csX55" fmla="*/ 2375125 w 11180243"/>
              <a:gd name="csY55" fmla="*/ 2094840 h 8319657"/>
              <a:gd name="csX56" fmla="*/ 2613120 w 11180243"/>
              <a:gd name="csY56" fmla="*/ 2057262 h 8319657"/>
              <a:gd name="csX57" fmla="*/ 2788484 w 11180243"/>
              <a:gd name="csY57" fmla="*/ 2082314 h 8319657"/>
              <a:gd name="csX58" fmla="*/ 2888692 w 11180243"/>
              <a:gd name="csY58" fmla="*/ 2169996 h 8319657"/>
              <a:gd name="csX59" fmla="*/ 3013953 w 11180243"/>
              <a:gd name="csY59" fmla="*/ 2195048 h 8319657"/>
              <a:gd name="csX60" fmla="*/ 2851114 w 11180243"/>
              <a:gd name="csY60" fmla="*/ 2082314 h 8319657"/>
              <a:gd name="csX61" fmla="*/ 2938797 w 11180243"/>
              <a:gd name="csY61" fmla="*/ 1957053 h 8319657"/>
              <a:gd name="csX62" fmla="*/ 3101635 w 11180243"/>
              <a:gd name="csY62" fmla="*/ 1957053 h 8319657"/>
              <a:gd name="csX63" fmla="*/ 3302051 w 11180243"/>
              <a:gd name="csY63" fmla="*/ 1957053 h 8319657"/>
              <a:gd name="csX64" fmla="*/ 3464890 w 11180243"/>
              <a:gd name="csY64" fmla="*/ 1969579 h 8319657"/>
              <a:gd name="csX65" fmla="*/ 3815618 w 11180243"/>
              <a:gd name="csY65" fmla="*/ 1919475 h 8319657"/>
              <a:gd name="csX66" fmla="*/ 3978457 w 11180243"/>
              <a:gd name="csY66" fmla="*/ 1919475 h 8319657"/>
              <a:gd name="csX67" fmla="*/ 4241503 w 11180243"/>
              <a:gd name="csY67" fmla="*/ 1894423 h 8319657"/>
              <a:gd name="csX68" fmla="*/ 4391816 w 11180243"/>
              <a:gd name="csY68" fmla="*/ 1906949 h 8319657"/>
              <a:gd name="csX69" fmla="*/ 4567180 w 11180243"/>
              <a:gd name="csY69" fmla="*/ 1994631 h 8319657"/>
              <a:gd name="csX70" fmla="*/ 4567180 w 11180243"/>
              <a:gd name="csY70" fmla="*/ 1994631 h 8319657"/>
              <a:gd name="csX71" fmla="*/ 4504550 w 11180243"/>
              <a:gd name="csY71" fmla="*/ 1844319 h 8319657"/>
              <a:gd name="csX72" fmla="*/ 4704966 w 11180243"/>
              <a:gd name="csY72" fmla="*/ 1844319 h 8319657"/>
              <a:gd name="csX73" fmla="*/ 4892857 w 11180243"/>
              <a:gd name="csY73" fmla="*/ 1869371 h 8319657"/>
              <a:gd name="csX74" fmla="*/ 4980539 w 11180243"/>
              <a:gd name="csY74" fmla="*/ 1869371 h 8319657"/>
              <a:gd name="csX75" fmla="*/ 5168429 w 11180243"/>
              <a:gd name="csY75" fmla="*/ 1769163 h 8319657"/>
              <a:gd name="csX76" fmla="*/ 5406424 w 11180243"/>
              <a:gd name="csY76" fmla="*/ 1794215 h 8319657"/>
              <a:gd name="csX77" fmla="*/ 5556736 w 11180243"/>
              <a:gd name="csY77" fmla="*/ 1819267 h 8319657"/>
              <a:gd name="csX78" fmla="*/ 5744627 w 11180243"/>
              <a:gd name="csY78" fmla="*/ 1781689 h 8319657"/>
              <a:gd name="csX79" fmla="*/ 5882413 w 11180243"/>
              <a:gd name="csY79" fmla="*/ 1794215 h 8319657"/>
              <a:gd name="csX80" fmla="*/ 5945043 w 11180243"/>
              <a:gd name="csY80" fmla="*/ 1794215 h 8319657"/>
              <a:gd name="csX81" fmla="*/ 6283246 w 11180243"/>
              <a:gd name="csY81" fmla="*/ 1631377 h 8319657"/>
              <a:gd name="csX82" fmla="*/ 6508714 w 11180243"/>
              <a:gd name="csY82" fmla="*/ 1593799 h 8319657"/>
              <a:gd name="csX83" fmla="*/ 6696605 w 11180243"/>
              <a:gd name="csY83" fmla="*/ 1481064 h 8319657"/>
              <a:gd name="csX84" fmla="*/ 6859443 w 11180243"/>
              <a:gd name="csY84" fmla="*/ 1493590 h 8319657"/>
              <a:gd name="csX85" fmla="*/ 6997229 w 11180243"/>
              <a:gd name="csY85" fmla="*/ 1481064 h 8319657"/>
              <a:gd name="csX86" fmla="*/ 7147542 w 11180243"/>
              <a:gd name="csY86" fmla="*/ 1355804 h 8319657"/>
              <a:gd name="csX87" fmla="*/ 7360484 w 11180243"/>
              <a:gd name="csY87" fmla="*/ 1230544 h 8319657"/>
              <a:gd name="csX88" fmla="*/ 7485744 w 11180243"/>
              <a:gd name="csY88" fmla="*/ 1243070 h 8319657"/>
              <a:gd name="csX89" fmla="*/ 7585953 w 11180243"/>
              <a:gd name="csY89" fmla="*/ 1255596 h 8319657"/>
              <a:gd name="csX90" fmla="*/ 7673635 w 11180243"/>
              <a:gd name="csY90" fmla="*/ 1255596 h 8319657"/>
              <a:gd name="csX91" fmla="*/ 7886577 w 11180243"/>
              <a:gd name="csY91" fmla="*/ 1218018 h 8319657"/>
              <a:gd name="csX92" fmla="*/ 7949207 w 11180243"/>
              <a:gd name="csY92" fmla="*/ 1167914 h 8319657"/>
              <a:gd name="csX93" fmla="*/ 8086994 w 11180243"/>
              <a:gd name="csY93" fmla="*/ 1180440 h 8319657"/>
              <a:gd name="csX94" fmla="*/ 8086994 w 11180243"/>
              <a:gd name="csY94" fmla="*/ 1180440 h 8319657"/>
              <a:gd name="csX95" fmla="*/ 8224780 w 11180243"/>
              <a:gd name="csY95" fmla="*/ 1130336 h 8319657"/>
              <a:gd name="csX96" fmla="*/ 8412671 w 11180243"/>
              <a:gd name="csY96" fmla="*/ 1042653 h 8319657"/>
              <a:gd name="csX97" fmla="*/ 8588035 w 11180243"/>
              <a:gd name="csY97" fmla="*/ 942445 h 8319657"/>
              <a:gd name="csX98" fmla="*/ 8663191 w 11180243"/>
              <a:gd name="csY98" fmla="*/ 854763 h 8319657"/>
              <a:gd name="csX99" fmla="*/ 8700769 w 11180243"/>
              <a:gd name="csY99" fmla="*/ 804659 h 8319657"/>
              <a:gd name="csX100" fmla="*/ 8851081 w 11180243"/>
              <a:gd name="csY100" fmla="*/ 779607 h 8319657"/>
              <a:gd name="csX101" fmla="*/ 8963816 w 11180243"/>
              <a:gd name="csY101" fmla="*/ 754555 h 8319657"/>
              <a:gd name="csX102" fmla="*/ 9076550 w 11180243"/>
              <a:gd name="csY102" fmla="*/ 716977 h 8319657"/>
              <a:gd name="csX103" fmla="*/ 9126654 w 11180243"/>
              <a:gd name="csY103" fmla="*/ 691925 h 8319657"/>
              <a:gd name="csX104" fmla="*/ 9373500 w 11180243"/>
              <a:gd name="csY104" fmla="*/ 691925 h 8319657"/>
              <a:gd name="csX105" fmla="*/ 9607403 w 11180243"/>
              <a:gd name="csY105" fmla="*/ 410423 h 8319657"/>
              <a:gd name="csX106" fmla="*/ 10101179 w 11180243"/>
              <a:gd name="csY106" fmla="*/ 123911 h 8319657"/>
              <a:gd name="csX107" fmla="*/ 10588859 w 11180243"/>
              <a:gd name="csY107" fmla="*/ 1991 h 8319657"/>
              <a:gd name="csX108" fmla="*/ 11011905 w 11180243"/>
              <a:gd name="csY108" fmla="*/ 89089 h 8319657"/>
              <a:gd name="csX109" fmla="*/ 11143595 w 11180243"/>
              <a:gd name="csY109" fmla="*/ 251926 h 8319657"/>
              <a:gd name="csX110" fmla="*/ 11180171 w 11180243"/>
              <a:gd name="csY110" fmla="*/ 629879 h 8319657"/>
              <a:gd name="csX111" fmla="*/ 11070443 w 11180243"/>
              <a:gd name="csY111" fmla="*/ 898102 h 8319657"/>
              <a:gd name="csX112" fmla="*/ 10930235 w 11180243"/>
              <a:gd name="csY112" fmla="*/ 1355303 h 8319657"/>
              <a:gd name="csX113" fmla="*/ 10466939 w 11180243"/>
              <a:gd name="csY113" fmla="*/ 1690582 h 8319657"/>
              <a:gd name="csX114" fmla="*/ 10381595 w 11180243"/>
              <a:gd name="csY114" fmla="*/ 2001478 h 8319657"/>
              <a:gd name="csX115" fmla="*/ 10174331 w 11180243"/>
              <a:gd name="csY115" fmla="*/ 2190454 h 8319657"/>
              <a:gd name="csX116" fmla="*/ 9912203 w 11180243"/>
              <a:gd name="csY116" fmla="*/ 2580598 h 8319657"/>
              <a:gd name="csX117" fmla="*/ 9729323 w 11180243"/>
              <a:gd name="csY117" fmla="*/ 2934166 h 8319657"/>
              <a:gd name="csX118" fmla="*/ 9497675 w 11180243"/>
              <a:gd name="csY118" fmla="*/ 3092662 h 8319657"/>
              <a:gd name="csX119" fmla="*/ 9290411 w 11180243"/>
              <a:gd name="csY119" fmla="*/ 3299926 h 8319657"/>
              <a:gd name="csX120" fmla="*/ 8985611 w 11180243"/>
              <a:gd name="csY120" fmla="*/ 3452326 h 8319657"/>
              <a:gd name="csX121" fmla="*/ 8814923 w 11180243"/>
              <a:gd name="csY121" fmla="*/ 3763222 h 8319657"/>
              <a:gd name="csX122" fmla="*/ 8400395 w 11180243"/>
              <a:gd name="csY122" fmla="*/ 3915622 h 8319657"/>
              <a:gd name="csX123" fmla="*/ 8315051 w 11180243"/>
              <a:gd name="csY123" fmla="*/ 4104598 h 8319657"/>
              <a:gd name="csX124" fmla="*/ 8089499 w 11180243"/>
              <a:gd name="csY124" fmla="*/ 4214326 h 8319657"/>
              <a:gd name="csX125" fmla="*/ 7711547 w 11180243"/>
              <a:gd name="csY125" fmla="*/ 4293574 h 8319657"/>
              <a:gd name="csX126" fmla="*/ 7400651 w 11180243"/>
              <a:gd name="csY126" fmla="*/ 4470358 h 8319657"/>
              <a:gd name="csX127" fmla="*/ 6967835 w 11180243"/>
              <a:gd name="csY127" fmla="*/ 4476454 h 8319657"/>
              <a:gd name="csX128" fmla="*/ 6644747 w 11180243"/>
              <a:gd name="csY128" fmla="*/ 4592278 h 8319657"/>
              <a:gd name="csX129" fmla="*/ 6260699 w 11180243"/>
              <a:gd name="csY129" fmla="*/ 4622758 h 8319657"/>
              <a:gd name="csX130" fmla="*/ 6144875 w 11180243"/>
              <a:gd name="csY130" fmla="*/ 4744678 h 8319657"/>
              <a:gd name="csX131" fmla="*/ 5931515 w 11180243"/>
              <a:gd name="csY131" fmla="*/ 4756870 h 8319657"/>
              <a:gd name="csX132" fmla="*/ 5742539 w 11180243"/>
              <a:gd name="csY132" fmla="*/ 4756870 h 8319657"/>
              <a:gd name="csX133" fmla="*/ 5273147 w 11180243"/>
              <a:gd name="csY133" fmla="*/ 4769062 h 8319657"/>
              <a:gd name="csX134" fmla="*/ 4876907 w 11180243"/>
              <a:gd name="csY134" fmla="*/ 4756870 h 8319657"/>
              <a:gd name="csX135" fmla="*/ 4773275 w 11180243"/>
              <a:gd name="csY135" fmla="*/ 4860502 h 8319657"/>
              <a:gd name="csX136" fmla="*/ 4370939 w 11180243"/>
              <a:gd name="csY136" fmla="*/ 5061670 h 8319657"/>
              <a:gd name="csX137" fmla="*/ 3925931 w 11180243"/>
              <a:gd name="csY137" fmla="*/ 5171398 h 8319657"/>
              <a:gd name="csX138" fmla="*/ 4200251 w 11180243"/>
              <a:gd name="csY138" fmla="*/ 5579830 h 8319657"/>
              <a:gd name="csX139" fmla="*/ 4194155 w 11180243"/>
              <a:gd name="csY139" fmla="*/ 6018742 h 8319657"/>
              <a:gd name="csX140" fmla="*/ 4261211 w 11180243"/>
              <a:gd name="csY140" fmla="*/ 6201622 h 8319657"/>
              <a:gd name="csX0" fmla="*/ 4081755 w 11180243"/>
              <a:gd name="csY0" fmla="*/ 7659820 h 8319657"/>
              <a:gd name="csX1" fmla="*/ 2907900 w 11180243"/>
              <a:gd name="csY1" fmla="*/ 8298645 h 8319657"/>
              <a:gd name="csX2" fmla="*/ 2615292 w 11180243"/>
              <a:gd name="csY2" fmla="*/ 8188917 h 8319657"/>
              <a:gd name="csX3" fmla="*/ 2091036 w 11180243"/>
              <a:gd name="csY3" fmla="*/ 8286453 h 8319657"/>
              <a:gd name="csX4" fmla="*/ 1530204 w 11180243"/>
              <a:gd name="csY4" fmla="*/ 8152341 h 8319657"/>
              <a:gd name="csX5" fmla="*/ 1292460 w 11180243"/>
              <a:gd name="csY5" fmla="*/ 7932885 h 8319657"/>
              <a:gd name="csX6" fmla="*/ 1005948 w 11180243"/>
              <a:gd name="csY6" fmla="*/ 7743909 h 8319657"/>
              <a:gd name="csX7" fmla="*/ 737724 w 11180243"/>
              <a:gd name="csY7" fmla="*/ 7585413 h 8319657"/>
              <a:gd name="csX8" fmla="*/ 609708 w 11180243"/>
              <a:gd name="csY8" fmla="*/ 7073349 h 8319657"/>
              <a:gd name="csX9" fmla="*/ 573132 w 11180243"/>
              <a:gd name="csY9" fmla="*/ 6683205 h 8319657"/>
              <a:gd name="csX10" fmla="*/ 128124 w 11180243"/>
              <a:gd name="csY10" fmla="*/ 6390597 h 8319657"/>
              <a:gd name="csX11" fmla="*/ 61068 w 11180243"/>
              <a:gd name="csY11" fmla="*/ 6116277 h 8319657"/>
              <a:gd name="csX12" fmla="*/ 109835 w 11180243"/>
              <a:gd name="csY12" fmla="*/ 5927301 h 8319657"/>
              <a:gd name="csX13" fmla="*/ 6204 w 11180243"/>
              <a:gd name="csY13" fmla="*/ 5793189 h 8319657"/>
              <a:gd name="csX14" fmla="*/ 18395 w 11180243"/>
              <a:gd name="csY14" fmla="*/ 5604213 h 8319657"/>
              <a:gd name="csX15" fmla="*/ 122027 w 11180243"/>
              <a:gd name="csY15" fmla="*/ 5372565 h 8319657"/>
              <a:gd name="csX16" fmla="*/ 270753 w 11180243"/>
              <a:gd name="csY16" fmla="*/ 4762883 h 8319657"/>
              <a:gd name="csX17" fmla="*/ 183071 w 11180243"/>
              <a:gd name="csY17" fmla="*/ 4612571 h 8319657"/>
              <a:gd name="csX18" fmla="*/ 208123 w 11180243"/>
              <a:gd name="csY18" fmla="*/ 4524889 h 8319657"/>
              <a:gd name="csX19" fmla="*/ 183071 w 11180243"/>
              <a:gd name="csY19" fmla="*/ 4399629 h 8319657"/>
              <a:gd name="csX20" fmla="*/ 145492 w 11180243"/>
              <a:gd name="csY20" fmla="*/ 4324473 h 8319657"/>
              <a:gd name="csX21" fmla="*/ 208123 w 11180243"/>
              <a:gd name="csY21" fmla="*/ 4174160 h 8319657"/>
              <a:gd name="csX22" fmla="*/ 258227 w 11180243"/>
              <a:gd name="csY22" fmla="*/ 4061426 h 8319657"/>
              <a:gd name="csX23" fmla="*/ 320857 w 11180243"/>
              <a:gd name="csY23" fmla="*/ 3961218 h 8319657"/>
              <a:gd name="csX24" fmla="*/ 320857 w 11180243"/>
              <a:gd name="csY24" fmla="*/ 3961218 h 8319657"/>
              <a:gd name="csX25" fmla="*/ 433591 w 11180243"/>
              <a:gd name="csY25" fmla="*/ 3835957 h 8319657"/>
              <a:gd name="csX26" fmla="*/ 558851 w 11180243"/>
              <a:gd name="csY26" fmla="*/ 3785853 h 8319657"/>
              <a:gd name="csX27" fmla="*/ 558851 w 11180243"/>
              <a:gd name="csY27" fmla="*/ 3785853 h 8319657"/>
              <a:gd name="csX28" fmla="*/ 546325 w 11180243"/>
              <a:gd name="csY28" fmla="*/ 3673119 h 8319657"/>
              <a:gd name="csX29" fmla="*/ 446117 w 11180243"/>
              <a:gd name="csY29" fmla="*/ 3635541 h 8319657"/>
              <a:gd name="csX30" fmla="*/ 433591 w 11180243"/>
              <a:gd name="csY30" fmla="*/ 3597963 h 8319657"/>
              <a:gd name="csX31" fmla="*/ 483695 w 11180243"/>
              <a:gd name="csY31" fmla="*/ 3472703 h 8319657"/>
              <a:gd name="csX32" fmla="*/ 533799 w 11180243"/>
              <a:gd name="csY32" fmla="*/ 3397547 h 8319657"/>
              <a:gd name="csX33" fmla="*/ 634007 w 11180243"/>
              <a:gd name="csY33" fmla="*/ 3222182 h 8319657"/>
              <a:gd name="csX34" fmla="*/ 659060 w 11180243"/>
              <a:gd name="csY34" fmla="*/ 3147026 h 8319657"/>
              <a:gd name="csX35" fmla="*/ 771794 w 11180243"/>
              <a:gd name="csY35" fmla="*/ 3046818 h 8319657"/>
              <a:gd name="csX36" fmla="*/ 846950 w 11180243"/>
              <a:gd name="csY36" fmla="*/ 2984188 h 8319657"/>
              <a:gd name="csX37" fmla="*/ 947158 w 11180243"/>
              <a:gd name="csY37" fmla="*/ 2934083 h 8319657"/>
              <a:gd name="csX38" fmla="*/ 1022314 w 11180243"/>
              <a:gd name="csY38" fmla="*/ 2883979 h 8319657"/>
              <a:gd name="csX39" fmla="*/ 1135049 w 11180243"/>
              <a:gd name="csY39" fmla="*/ 2821349 h 8319657"/>
              <a:gd name="csX40" fmla="*/ 1197679 w 11180243"/>
              <a:gd name="csY40" fmla="*/ 2758719 h 8319657"/>
              <a:gd name="csX41" fmla="*/ 1297887 w 11180243"/>
              <a:gd name="csY41" fmla="*/ 2671037 h 8319657"/>
              <a:gd name="csX42" fmla="*/ 1448199 w 11180243"/>
              <a:gd name="csY42" fmla="*/ 2620933 h 8319657"/>
              <a:gd name="csX43" fmla="*/ 1573460 w 11180243"/>
              <a:gd name="csY43" fmla="*/ 2658511 h 8319657"/>
              <a:gd name="csX44" fmla="*/ 1573460 w 11180243"/>
              <a:gd name="csY44" fmla="*/ 2658511 h 8319657"/>
              <a:gd name="csX45" fmla="*/ 1510829 w 11180243"/>
              <a:gd name="csY45" fmla="*/ 2595881 h 8319657"/>
              <a:gd name="csX46" fmla="*/ 1548407 w 11180243"/>
              <a:gd name="csY46" fmla="*/ 2407990 h 8319657"/>
              <a:gd name="csX47" fmla="*/ 1673668 w 11180243"/>
              <a:gd name="csY47" fmla="*/ 2307782 h 8319657"/>
              <a:gd name="csX48" fmla="*/ 1773876 w 11180243"/>
              <a:gd name="csY48" fmla="*/ 2245152 h 8319657"/>
              <a:gd name="csX49" fmla="*/ 1798928 w 11180243"/>
              <a:gd name="csY49" fmla="*/ 2207574 h 8319657"/>
              <a:gd name="csX50" fmla="*/ 1961766 w 11180243"/>
              <a:gd name="csY50" fmla="*/ 2195048 h 8319657"/>
              <a:gd name="csX51" fmla="*/ 2112079 w 11180243"/>
              <a:gd name="csY51" fmla="*/ 2245152 h 8319657"/>
              <a:gd name="csX52" fmla="*/ 2112079 w 11180243"/>
              <a:gd name="csY52" fmla="*/ 2245152 h 8319657"/>
              <a:gd name="csX53" fmla="*/ 2112079 w 11180243"/>
              <a:gd name="csY53" fmla="*/ 2245152 h 8319657"/>
              <a:gd name="csX54" fmla="*/ 2224813 w 11180243"/>
              <a:gd name="csY54" fmla="*/ 2195048 h 8319657"/>
              <a:gd name="csX55" fmla="*/ 2375125 w 11180243"/>
              <a:gd name="csY55" fmla="*/ 2094840 h 8319657"/>
              <a:gd name="csX56" fmla="*/ 2613120 w 11180243"/>
              <a:gd name="csY56" fmla="*/ 2057262 h 8319657"/>
              <a:gd name="csX57" fmla="*/ 2788484 w 11180243"/>
              <a:gd name="csY57" fmla="*/ 2082314 h 8319657"/>
              <a:gd name="csX58" fmla="*/ 2888692 w 11180243"/>
              <a:gd name="csY58" fmla="*/ 2169996 h 8319657"/>
              <a:gd name="csX59" fmla="*/ 3013953 w 11180243"/>
              <a:gd name="csY59" fmla="*/ 2195048 h 8319657"/>
              <a:gd name="csX60" fmla="*/ 2851114 w 11180243"/>
              <a:gd name="csY60" fmla="*/ 2082314 h 8319657"/>
              <a:gd name="csX61" fmla="*/ 2938797 w 11180243"/>
              <a:gd name="csY61" fmla="*/ 1957053 h 8319657"/>
              <a:gd name="csX62" fmla="*/ 3101635 w 11180243"/>
              <a:gd name="csY62" fmla="*/ 1957053 h 8319657"/>
              <a:gd name="csX63" fmla="*/ 3302051 w 11180243"/>
              <a:gd name="csY63" fmla="*/ 1957053 h 8319657"/>
              <a:gd name="csX64" fmla="*/ 3464890 w 11180243"/>
              <a:gd name="csY64" fmla="*/ 1969579 h 8319657"/>
              <a:gd name="csX65" fmla="*/ 3815618 w 11180243"/>
              <a:gd name="csY65" fmla="*/ 1919475 h 8319657"/>
              <a:gd name="csX66" fmla="*/ 3978457 w 11180243"/>
              <a:gd name="csY66" fmla="*/ 1919475 h 8319657"/>
              <a:gd name="csX67" fmla="*/ 4241503 w 11180243"/>
              <a:gd name="csY67" fmla="*/ 1894423 h 8319657"/>
              <a:gd name="csX68" fmla="*/ 4391816 w 11180243"/>
              <a:gd name="csY68" fmla="*/ 1906949 h 8319657"/>
              <a:gd name="csX69" fmla="*/ 4567180 w 11180243"/>
              <a:gd name="csY69" fmla="*/ 1994631 h 8319657"/>
              <a:gd name="csX70" fmla="*/ 4567180 w 11180243"/>
              <a:gd name="csY70" fmla="*/ 1994631 h 8319657"/>
              <a:gd name="csX71" fmla="*/ 4504550 w 11180243"/>
              <a:gd name="csY71" fmla="*/ 1844319 h 8319657"/>
              <a:gd name="csX72" fmla="*/ 4704966 w 11180243"/>
              <a:gd name="csY72" fmla="*/ 1844319 h 8319657"/>
              <a:gd name="csX73" fmla="*/ 4892857 w 11180243"/>
              <a:gd name="csY73" fmla="*/ 1869371 h 8319657"/>
              <a:gd name="csX74" fmla="*/ 4980539 w 11180243"/>
              <a:gd name="csY74" fmla="*/ 1869371 h 8319657"/>
              <a:gd name="csX75" fmla="*/ 5168429 w 11180243"/>
              <a:gd name="csY75" fmla="*/ 1769163 h 8319657"/>
              <a:gd name="csX76" fmla="*/ 5406424 w 11180243"/>
              <a:gd name="csY76" fmla="*/ 1794215 h 8319657"/>
              <a:gd name="csX77" fmla="*/ 5556736 w 11180243"/>
              <a:gd name="csY77" fmla="*/ 1819267 h 8319657"/>
              <a:gd name="csX78" fmla="*/ 5744627 w 11180243"/>
              <a:gd name="csY78" fmla="*/ 1781689 h 8319657"/>
              <a:gd name="csX79" fmla="*/ 5882413 w 11180243"/>
              <a:gd name="csY79" fmla="*/ 1794215 h 8319657"/>
              <a:gd name="csX80" fmla="*/ 5945043 w 11180243"/>
              <a:gd name="csY80" fmla="*/ 1794215 h 8319657"/>
              <a:gd name="csX81" fmla="*/ 6283246 w 11180243"/>
              <a:gd name="csY81" fmla="*/ 1631377 h 8319657"/>
              <a:gd name="csX82" fmla="*/ 6508714 w 11180243"/>
              <a:gd name="csY82" fmla="*/ 1593799 h 8319657"/>
              <a:gd name="csX83" fmla="*/ 6696605 w 11180243"/>
              <a:gd name="csY83" fmla="*/ 1481064 h 8319657"/>
              <a:gd name="csX84" fmla="*/ 6859443 w 11180243"/>
              <a:gd name="csY84" fmla="*/ 1493590 h 8319657"/>
              <a:gd name="csX85" fmla="*/ 6997229 w 11180243"/>
              <a:gd name="csY85" fmla="*/ 1481064 h 8319657"/>
              <a:gd name="csX86" fmla="*/ 7147542 w 11180243"/>
              <a:gd name="csY86" fmla="*/ 1355804 h 8319657"/>
              <a:gd name="csX87" fmla="*/ 7360484 w 11180243"/>
              <a:gd name="csY87" fmla="*/ 1230544 h 8319657"/>
              <a:gd name="csX88" fmla="*/ 7485744 w 11180243"/>
              <a:gd name="csY88" fmla="*/ 1243070 h 8319657"/>
              <a:gd name="csX89" fmla="*/ 7585953 w 11180243"/>
              <a:gd name="csY89" fmla="*/ 1255596 h 8319657"/>
              <a:gd name="csX90" fmla="*/ 7673635 w 11180243"/>
              <a:gd name="csY90" fmla="*/ 1255596 h 8319657"/>
              <a:gd name="csX91" fmla="*/ 7886577 w 11180243"/>
              <a:gd name="csY91" fmla="*/ 1218018 h 8319657"/>
              <a:gd name="csX92" fmla="*/ 7949207 w 11180243"/>
              <a:gd name="csY92" fmla="*/ 1167914 h 8319657"/>
              <a:gd name="csX93" fmla="*/ 8086994 w 11180243"/>
              <a:gd name="csY93" fmla="*/ 1180440 h 8319657"/>
              <a:gd name="csX94" fmla="*/ 8086994 w 11180243"/>
              <a:gd name="csY94" fmla="*/ 1180440 h 8319657"/>
              <a:gd name="csX95" fmla="*/ 8224780 w 11180243"/>
              <a:gd name="csY95" fmla="*/ 1130336 h 8319657"/>
              <a:gd name="csX96" fmla="*/ 8412671 w 11180243"/>
              <a:gd name="csY96" fmla="*/ 1042653 h 8319657"/>
              <a:gd name="csX97" fmla="*/ 8588035 w 11180243"/>
              <a:gd name="csY97" fmla="*/ 942445 h 8319657"/>
              <a:gd name="csX98" fmla="*/ 8663191 w 11180243"/>
              <a:gd name="csY98" fmla="*/ 854763 h 8319657"/>
              <a:gd name="csX99" fmla="*/ 8700769 w 11180243"/>
              <a:gd name="csY99" fmla="*/ 804659 h 8319657"/>
              <a:gd name="csX100" fmla="*/ 8851081 w 11180243"/>
              <a:gd name="csY100" fmla="*/ 779607 h 8319657"/>
              <a:gd name="csX101" fmla="*/ 8963816 w 11180243"/>
              <a:gd name="csY101" fmla="*/ 754555 h 8319657"/>
              <a:gd name="csX102" fmla="*/ 9076550 w 11180243"/>
              <a:gd name="csY102" fmla="*/ 716977 h 8319657"/>
              <a:gd name="csX103" fmla="*/ 9126654 w 11180243"/>
              <a:gd name="csY103" fmla="*/ 691925 h 8319657"/>
              <a:gd name="csX104" fmla="*/ 9373500 w 11180243"/>
              <a:gd name="csY104" fmla="*/ 691925 h 8319657"/>
              <a:gd name="csX105" fmla="*/ 9607403 w 11180243"/>
              <a:gd name="csY105" fmla="*/ 410423 h 8319657"/>
              <a:gd name="csX106" fmla="*/ 10101179 w 11180243"/>
              <a:gd name="csY106" fmla="*/ 123911 h 8319657"/>
              <a:gd name="csX107" fmla="*/ 10588859 w 11180243"/>
              <a:gd name="csY107" fmla="*/ 1991 h 8319657"/>
              <a:gd name="csX108" fmla="*/ 11011905 w 11180243"/>
              <a:gd name="csY108" fmla="*/ 89089 h 8319657"/>
              <a:gd name="csX109" fmla="*/ 11143595 w 11180243"/>
              <a:gd name="csY109" fmla="*/ 251926 h 8319657"/>
              <a:gd name="csX110" fmla="*/ 11180171 w 11180243"/>
              <a:gd name="csY110" fmla="*/ 629879 h 8319657"/>
              <a:gd name="csX111" fmla="*/ 11070443 w 11180243"/>
              <a:gd name="csY111" fmla="*/ 898102 h 8319657"/>
              <a:gd name="csX112" fmla="*/ 10930235 w 11180243"/>
              <a:gd name="csY112" fmla="*/ 1355303 h 8319657"/>
              <a:gd name="csX113" fmla="*/ 10466939 w 11180243"/>
              <a:gd name="csY113" fmla="*/ 1690582 h 8319657"/>
              <a:gd name="csX114" fmla="*/ 10381595 w 11180243"/>
              <a:gd name="csY114" fmla="*/ 2001478 h 8319657"/>
              <a:gd name="csX115" fmla="*/ 10174331 w 11180243"/>
              <a:gd name="csY115" fmla="*/ 2190454 h 8319657"/>
              <a:gd name="csX116" fmla="*/ 9912203 w 11180243"/>
              <a:gd name="csY116" fmla="*/ 2580598 h 8319657"/>
              <a:gd name="csX117" fmla="*/ 9729323 w 11180243"/>
              <a:gd name="csY117" fmla="*/ 2934166 h 8319657"/>
              <a:gd name="csX118" fmla="*/ 9497675 w 11180243"/>
              <a:gd name="csY118" fmla="*/ 3092662 h 8319657"/>
              <a:gd name="csX119" fmla="*/ 9290411 w 11180243"/>
              <a:gd name="csY119" fmla="*/ 3299926 h 8319657"/>
              <a:gd name="csX120" fmla="*/ 8985611 w 11180243"/>
              <a:gd name="csY120" fmla="*/ 3452326 h 8319657"/>
              <a:gd name="csX121" fmla="*/ 8814923 w 11180243"/>
              <a:gd name="csY121" fmla="*/ 3763222 h 8319657"/>
              <a:gd name="csX122" fmla="*/ 8400395 w 11180243"/>
              <a:gd name="csY122" fmla="*/ 3915622 h 8319657"/>
              <a:gd name="csX123" fmla="*/ 8315051 w 11180243"/>
              <a:gd name="csY123" fmla="*/ 4104598 h 8319657"/>
              <a:gd name="csX124" fmla="*/ 8089499 w 11180243"/>
              <a:gd name="csY124" fmla="*/ 4214326 h 8319657"/>
              <a:gd name="csX125" fmla="*/ 7711547 w 11180243"/>
              <a:gd name="csY125" fmla="*/ 4293574 h 8319657"/>
              <a:gd name="csX126" fmla="*/ 7400651 w 11180243"/>
              <a:gd name="csY126" fmla="*/ 4470358 h 8319657"/>
              <a:gd name="csX127" fmla="*/ 6967835 w 11180243"/>
              <a:gd name="csY127" fmla="*/ 4476454 h 8319657"/>
              <a:gd name="csX128" fmla="*/ 6644747 w 11180243"/>
              <a:gd name="csY128" fmla="*/ 4592278 h 8319657"/>
              <a:gd name="csX129" fmla="*/ 6260699 w 11180243"/>
              <a:gd name="csY129" fmla="*/ 4622758 h 8319657"/>
              <a:gd name="csX130" fmla="*/ 6144875 w 11180243"/>
              <a:gd name="csY130" fmla="*/ 4744678 h 8319657"/>
              <a:gd name="csX131" fmla="*/ 5931515 w 11180243"/>
              <a:gd name="csY131" fmla="*/ 4756870 h 8319657"/>
              <a:gd name="csX132" fmla="*/ 5742539 w 11180243"/>
              <a:gd name="csY132" fmla="*/ 4756870 h 8319657"/>
              <a:gd name="csX133" fmla="*/ 5273147 w 11180243"/>
              <a:gd name="csY133" fmla="*/ 4769062 h 8319657"/>
              <a:gd name="csX134" fmla="*/ 4876907 w 11180243"/>
              <a:gd name="csY134" fmla="*/ 4756870 h 8319657"/>
              <a:gd name="csX135" fmla="*/ 4773275 w 11180243"/>
              <a:gd name="csY135" fmla="*/ 4860502 h 8319657"/>
              <a:gd name="csX136" fmla="*/ 4370939 w 11180243"/>
              <a:gd name="csY136" fmla="*/ 5061670 h 8319657"/>
              <a:gd name="csX137" fmla="*/ 3925931 w 11180243"/>
              <a:gd name="csY137" fmla="*/ 5171398 h 8319657"/>
              <a:gd name="csX138" fmla="*/ 4200251 w 11180243"/>
              <a:gd name="csY138" fmla="*/ 5579830 h 8319657"/>
              <a:gd name="csX139" fmla="*/ 4194155 w 11180243"/>
              <a:gd name="csY139" fmla="*/ 6018742 h 8319657"/>
              <a:gd name="csX140" fmla="*/ 4261211 w 11180243"/>
              <a:gd name="csY140" fmla="*/ 6201622 h 8319657"/>
              <a:gd name="csX0" fmla="*/ 4081755 w 11180243"/>
              <a:gd name="csY0" fmla="*/ 7659820 h 8319657"/>
              <a:gd name="csX1" fmla="*/ 3029820 w 11180243"/>
              <a:gd name="csY1" fmla="*/ 8231589 h 8319657"/>
              <a:gd name="csX2" fmla="*/ 2907900 w 11180243"/>
              <a:gd name="csY2" fmla="*/ 8298645 h 8319657"/>
              <a:gd name="csX3" fmla="*/ 2615292 w 11180243"/>
              <a:gd name="csY3" fmla="*/ 8188917 h 8319657"/>
              <a:gd name="csX4" fmla="*/ 2091036 w 11180243"/>
              <a:gd name="csY4" fmla="*/ 8286453 h 8319657"/>
              <a:gd name="csX5" fmla="*/ 1530204 w 11180243"/>
              <a:gd name="csY5" fmla="*/ 8152341 h 8319657"/>
              <a:gd name="csX6" fmla="*/ 1292460 w 11180243"/>
              <a:gd name="csY6" fmla="*/ 7932885 h 8319657"/>
              <a:gd name="csX7" fmla="*/ 1005948 w 11180243"/>
              <a:gd name="csY7" fmla="*/ 7743909 h 8319657"/>
              <a:gd name="csX8" fmla="*/ 737724 w 11180243"/>
              <a:gd name="csY8" fmla="*/ 7585413 h 8319657"/>
              <a:gd name="csX9" fmla="*/ 609708 w 11180243"/>
              <a:gd name="csY9" fmla="*/ 7073349 h 8319657"/>
              <a:gd name="csX10" fmla="*/ 573132 w 11180243"/>
              <a:gd name="csY10" fmla="*/ 6683205 h 8319657"/>
              <a:gd name="csX11" fmla="*/ 128124 w 11180243"/>
              <a:gd name="csY11" fmla="*/ 6390597 h 8319657"/>
              <a:gd name="csX12" fmla="*/ 61068 w 11180243"/>
              <a:gd name="csY12" fmla="*/ 6116277 h 8319657"/>
              <a:gd name="csX13" fmla="*/ 109835 w 11180243"/>
              <a:gd name="csY13" fmla="*/ 5927301 h 8319657"/>
              <a:gd name="csX14" fmla="*/ 6204 w 11180243"/>
              <a:gd name="csY14" fmla="*/ 5793189 h 8319657"/>
              <a:gd name="csX15" fmla="*/ 18395 w 11180243"/>
              <a:gd name="csY15" fmla="*/ 5604213 h 8319657"/>
              <a:gd name="csX16" fmla="*/ 122027 w 11180243"/>
              <a:gd name="csY16" fmla="*/ 5372565 h 8319657"/>
              <a:gd name="csX17" fmla="*/ 270753 w 11180243"/>
              <a:gd name="csY17" fmla="*/ 4762883 h 8319657"/>
              <a:gd name="csX18" fmla="*/ 183071 w 11180243"/>
              <a:gd name="csY18" fmla="*/ 4612571 h 8319657"/>
              <a:gd name="csX19" fmla="*/ 208123 w 11180243"/>
              <a:gd name="csY19" fmla="*/ 4524889 h 8319657"/>
              <a:gd name="csX20" fmla="*/ 183071 w 11180243"/>
              <a:gd name="csY20" fmla="*/ 4399629 h 8319657"/>
              <a:gd name="csX21" fmla="*/ 145492 w 11180243"/>
              <a:gd name="csY21" fmla="*/ 4324473 h 8319657"/>
              <a:gd name="csX22" fmla="*/ 208123 w 11180243"/>
              <a:gd name="csY22" fmla="*/ 4174160 h 8319657"/>
              <a:gd name="csX23" fmla="*/ 258227 w 11180243"/>
              <a:gd name="csY23" fmla="*/ 4061426 h 8319657"/>
              <a:gd name="csX24" fmla="*/ 320857 w 11180243"/>
              <a:gd name="csY24" fmla="*/ 3961218 h 8319657"/>
              <a:gd name="csX25" fmla="*/ 320857 w 11180243"/>
              <a:gd name="csY25" fmla="*/ 3961218 h 8319657"/>
              <a:gd name="csX26" fmla="*/ 433591 w 11180243"/>
              <a:gd name="csY26" fmla="*/ 3835957 h 8319657"/>
              <a:gd name="csX27" fmla="*/ 558851 w 11180243"/>
              <a:gd name="csY27" fmla="*/ 3785853 h 8319657"/>
              <a:gd name="csX28" fmla="*/ 558851 w 11180243"/>
              <a:gd name="csY28" fmla="*/ 3785853 h 8319657"/>
              <a:gd name="csX29" fmla="*/ 546325 w 11180243"/>
              <a:gd name="csY29" fmla="*/ 3673119 h 8319657"/>
              <a:gd name="csX30" fmla="*/ 446117 w 11180243"/>
              <a:gd name="csY30" fmla="*/ 3635541 h 8319657"/>
              <a:gd name="csX31" fmla="*/ 433591 w 11180243"/>
              <a:gd name="csY31" fmla="*/ 3597963 h 8319657"/>
              <a:gd name="csX32" fmla="*/ 483695 w 11180243"/>
              <a:gd name="csY32" fmla="*/ 3472703 h 8319657"/>
              <a:gd name="csX33" fmla="*/ 533799 w 11180243"/>
              <a:gd name="csY33" fmla="*/ 3397547 h 8319657"/>
              <a:gd name="csX34" fmla="*/ 634007 w 11180243"/>
              <a:gd name="csY34" fmla="*/ 3222182 h 8319657"/>
              <a:gd name="csX35" fmla="*/ 659060 w 11180243"/>
              <a:gd name="csY35" fmla="*/ 3147026 h 8319657"/>
              <a:gd name="csX36" fmla="*/ 771794 w 11180243"/>
              <a:gd name="csY36" fmla="*/ 3046818 h 8319657"/>
              <a:gd name="csX37" fmla="*/ 846950 w 11180243"/>
              <a:gd name="csY37" fmla="*/ 2984188 h 8319657"/>
              <a:gd name="csX38" fmla="*/ 947158 w 11180243"/>
              <a:gd name="csY38" fmla="*/ 2934083 h 8319657"/>
              <a:gd name="csX39" fmla="*/ 1022314 w 11180243"/>
              <a:gd name="csY39" fmla="*/ 2883979 h 8319657"/>
              <a:gd name="csX40" fmla="*/ 1135049 w 11180243"/>
              <a:gd name="csY40" fmla="*/ 2821349 h 8319657"/>
              <a:gd name="csX41" fmla="*/ 1197679 w 11180243"/>
              <a:gd name="csY41" fmla="*/ 2758719 h 8319657"/>
              <a:gd name="csX42" fmla="*/ 1297887 w 11180243"/>
              <a:gd name="csY42" fmla="*/ 2671037 h 8319657"/>
              <a:gd name="csX43" fmla="*/ 1448199 w 11180243"/>
              <a:gd name="csY43" fmla="*/ 2620933 h 8319657"/>
              <a:gd name="csX44" fmla="*/ 1573460 w 11180243"/>
              <a:gd name="csY44" fmla="*/ 2658511 h 8319657"/>
              <a:gd name="csX45" fmla="*/ 1573460 w 11180243"/>
              <a:gd name="csY45" fmla="*/ 2658511 h 8319657"/>
              <a:gd name="csX46" fmla="*/ 1510829 w 11180243"/>
              <a:gd name="csY46" fmla="*/ 2595881 h 8319657"/>
              <a:gd name="csX47" fmla="*/ 1548407 w 11180243"/>
              <a:gd name="csY47" fmla="*/ 2407990 h 8319657"/>
              <a:gd name="csX48" fmla="*/ 1673668 w 11180243"/>
              <a:gd name="csY48" fmla="*/ 2307782 h 8319657"/>
              <a:gd name="csX49" fmla="*/ 1773876 w 11180243"/>
              <a:gd name="csY49" fmla="*/ 2245152 h 8319657"/>
              <a:gd name="csX50" fmla="*/ 1798928 w 11180243"/>
              <a:gd name="csY50" fmla="*/ 2207574 h 8319657"/>
              <a:gd name="csX51" fmla="*/ 1961766 w 11180243"/>
              <a:gd name="csY51" fmla="*/ 2195048 h 8319657"/>
              <a:gd name="csX52" fmla="*/ 2112079 w 11180243"/>
              <a:gd name="csY52" fmla="*/ 2245152 h 8319657"/>
              <a:gd name="csX53" fmla="*/ 2112079 w 11180243"/>
              <a:gd name="csY53" fmla="*/ 2245152 h 8319657"/>
              <a:gd name="csX54" fmla="*/ 2112079 w 11180243"/>
              <a:gd name="csY54" fmla="*/ 2245152 h 8319657"/>
              <a:gd name="csX55" fmla="*/ 2224813 w 11180243"/>
              <a:gd name="csY55" fmla="*/ 2195048 h 8319657"/>
              <a:gd name="csX56" fmla="*/ 2375125 w 11180243"/>
              <a:gd name="csY56" fmla="*/ 2094840 h 8319657"/>
              <a:gd name="csX57" fmla="*/ 2613120 w 11180243"/>
              <a:gd name="csY57" fmla="*/ 2057262 h 8319657"/>
              <a:gd name="csX58" fmla="*/ 2788484 w 11180243"/>
              <a:gd name="csY58" fmla="*/ 2082314 h 8319657"/>
              <a:gd name="csX59" fmla="*/ 2888692 w 11180243"/>
              <a:gd name="csY59" fmla="*/ 2169996 h 8319657"/>
              <a:gd name="csX60" fmla="*/ 3013953 w 11180243"/>
              <a:gd name="csY60" fmla="*/ 2195048 h 8319657"/>
              <a:gd name="csX61" fmla="*/ 2851114 w 11180243"/>
              <a:gd name="csY61" fmla="*/ 2082314 h 8319657"/>
              <a:gd name="csX62" fmla="*/ 2938797 w 11180243"/>
              <a:gd name="csY62" fmla="*/ 1957053 h 8319657"/>
              <a:gd name="csX63" fmla="*/ 3101635 w 11180243"/>
              <a:gd name="csY63" fmla="*/ 1957053 h 8319657"/>
              <a:gd name="csX64" fmla="*/ 3302051 w 11180243"/>
              <a:gd name="csY64" fmla="*/ 1957053 h 8319657"/>
              <a:gd name="csX65" fmla="*/ 3464890 w 11180243"/>
              <a:gd name="csY65" fmla="*/ 1969579 h 8319657"/>
              <a:gd name="csX66" fmla="*/ 3815618 w 11180243"/>
              <a:gd name="csY66" fmla="*/ 1919475 h 8319657"/>
              <a:gd name="csX67" fmla="*/ 3978457 w 11180243"/>
              <a:gd name="csY67" fmla="*/ 1919475 h 8319657"/>
              <a:gd name="csX68" fmla="*/ 4241503 w 11180243"/>
              <a:gd name="csY68" fmla="*/ 1894423 h 8319657"/>
              <a:gd name="csX69" fmla="*/ 4391816 w 11180243"/>
              <a:gd name="csY69" fmla="*/ 1906949 h 8319657"/>
              <a:gd name="csX70" fmla="*/ 4567180 w 11180243"/>
              <a:gd name="csY70" fmla="*/ 1994631 h 8319657"/>
              <a:gd name="csX71" fmla="*/ 4567180 w 11180243"/>
              <a:gd name="csY71" fmla="*/ 1994631 h 8319657"/>
              <a:gd name="csX72" fmla="*/ 4504550 w 11180243"/>
              <a:gd name="csY72" fmla="*/ 1844319 h 8319657"/>
              <a:gd name="csX73" fmla="*/ 4704966 w 11180243"/>
              <a:gd name="csY73" fmla="*/ 1844319 h 8319657"/>
              <a:gd name="csX74" fmla="*/ 4892857 w 11180243"/>
              <a:gd name="csY74" fmla="*/ 1869371 h 8319657"/>
              <a:gd name="csX75" fmla="*/ 4980539 w 11180243"/>
              <a:gd name="csY75" fmla="*/ 1869371 h 8319657"/>
              <a:gd name="csX76" fmla="*/ 5168429 w 11180243"/>
              <a:gd name="csY76" fmla="*/ 1769163 h 8319657"/>
              <a:gd name="csX77" fmla="*/ 5406424 w 11180243"/>
              <a:gd name="csY77" fmla="*/ 1794215 h 8319657"/>
              <a:gd name="csX78" fmla="*/ 5556736 w 11180243"/>
              <a:gd name="csY78" fmla="*/ 1819267 h 8319657"/>
              <a:gd name="csX79" fmla="*/ 5744627 w 11180243"/>
              <a:gd name="csY79" fmla="*/ 1781689 h 8319657"/>
              <a:gd name="csX80" fmla="*/ 5882413 w 11180243"/>
              <a:gd name="csY80" fmla="*/ 1794215 h 8319657"/>
              <a:gd name="csX81" fmla="*/ 5945043 w 11180243"/>
              <a:gd name="csY81" fmla="*/ 1794215 h 8319657"/>
              <a:gd name="csX82" fmla="*/ 6283246 w 11180243"/>
              <a:gd name="csY82" fmla="*/ 1631377 h 8319657"/>
              <a:gd name="csX83" fmla="*/ 6508714 w 11180243"/>
              <a:gd name="csY83" fmla="*/ 1593799 h 8319657"/>
              <a:gd name="csX84" fmla="*/ 6696605 w 11180243"/>
              <a:gd name="csY84" fmla="*/ 1481064 h 8319657"/>
              <a:gd name="csX85" fmla="*/ 6859443 w 11180243"/>
              <a:gd name="csY85" fmla="*/ 1493590 h 8319657"/>
              <a:gd name="csX86" fmla="*/ 6997229 w 11180243"/>
              <a:gd name="csY86" fmla="*/ 1481064 h 8319657"/>
              <a:gd name="csX87" fmla="*/ 7147542 w 11180243"/>
              <a:gd name="csY87" fmla="*/ 1355804 h 8319657"/>
              <a:gd name="csX88" fmla="*/ 7360484 w 11180243"/>
              <a:gd name="csY88" fmla="*/ 1230544 h 8319657"/>
              <a:gd name="csX89" fmla="*/ 7485744 w 11180243"/>
              <a:gd name="csY89" fmla="*/ 1243070 h 8319657"/>
              <a:gd name="csX90" fmla="*/ 7585953 w 11180243"/>
              <a:gd name="csY90" fmla="*/ 1255596 h 8319657"/>
              <a:gd name="csX91" fmla="*/ 7673635 w 11180243"/>
              <a:gd name="csY91" fmla="*/ 1255596 h 8319657"/>
              <a:gd name="csX92" fmla="*/ 7886577 w 11180243"/>
              <a:gd name="csY92" fmla="*/ 1218018 h 8319657"/>
              <a:gd name="csX93" fmla="*/ 7949207 w 11180243"/>
              <a:gd name="csY93" fmla="*/ 1167914 h 8319657"/>
              <a:gd name="csX94" fmla="*/ 8086994 w 11180243"/>
              <a:gd name="csY94" fmla="*/ 1180440 h 8319657"/>
              <a:gd name="csX95" fmla="*/ 8086994 w 11180243"/>
              <a:gd name="csY95" fmla="*/ 1180440 h 8319657"/>
              <a:gd name="csX96" fmla="*/ 8224780 w 11180243"/>
              <a:gd name="csY96" fmla="*/ 1130336 h 8319657"/>
              <a:gd name="csX97" fmla="*/ 8412671 w 11180243"/>
              <a:gd name="csY97" fmla="*/ 1042653 h 8319657"/>
              <a:gd name="csX98" fmla="*/ 8588035 w 11180243"/>
              <a:gd name="csY98" fmla="*/ 942445 h 8319657"/>
              <a:gd name="csX99" fmla="*/ 8663191 w 11180243"/>
              <a:gd name="csY99" fmla="*/ 854763 h 8319657"/>
              <a:gd name="csX100" fmla="*/ 8700769 w 11180243"/>
              <a:gd name="csY100" fmla="*/ 804659 h 8319657"/>
              <a:gd name="csX101" fmla="*/ 8851081 w 11180243"/>
              <a:gd name="csY101" fmla="*/ 779607 h 8319657"/>
              <a:gd name="csX102" fmla="*/ 8963816 w 11180243"/>
              <a:gd name="csY102" fmla="*/ 754555 h 8319657"/>
              <a:gd name="csX103" fmla="*/ 9076550 w 11180243"/>
              <a:gd name="csY103" fmla="*/ 716977 h 8319657"/>
              <a:gd name="csX104" fmla="*/ 9126654 w 11180243"/>
              <a:gd name="csY104" fmla="*/ 691925 h 8319657"/>
              <a:gd name="csX105" fmla="*/ 9373500 w 11180243"/>
              <a:gd name="csY105" fmla="*/ 691925 h 8319657"/>
              <a:gd name="csX106" fmla="*/ 9607403 w 11180243"/>
              <a:gd name="csY106" fmla="*/ 410423 h 8319657"/>
              <a:gd name="csX107" fmla="*/ 10101179 w 11180243"/>
              <a:gd name="csY107" fmla="*/ 123911 h 8319657"/>
              <a:gd name="csX108" fmla="*/ 10588859 w 11180243"/>
              <a:gd name="csY108" fmla="*/ 1991 h 8319657"/>
              <a:gd name="csX109" fmla="*/ 11011905 w 11180243"/>
              <a:gd name="csY109" fmla="*/ 89089 h 8319657"/>
              <a:gd name="csX110" fmla="*/ 11143595 w 11180243"/>
              <a:gd name="csY110" fmla="*/ 251926 h 8319657"/>
              <a:gd name="csX111" fmla="*/ 11180171 w 11180243"/>
              <a:gd name="csY111" fmla="*/ 629879 h 8319657"/>
              <a:gd name="csX112" fmla="*/ 11070443 w 11180243"/>
              <a:gd name="csY112" fmla="*/ 898102 h 8319657"/>
              <a:gd name="csX113" fmla="*/ 10930235 w 11180243"/>
              <a:gd name="csY113" fmla="*/ 1355303 h 8319657"/>
              <a:gd name="csX114" fmla="*/ 10466939 w 11180243"/>
              <a:gd name="csY114" fmla="*/ 1690582 h 8319657"/>
              <a:gd name="csX115" fmla="*/ 10381595 w 11180243"/>
              <a:gd name="csY115" fmla="*/ 2001478 h 8319657"/>
              <a:gd name="csX116" fmla="*/ 10174331 w 11180243"/>
              <a:gd name="csY116" fmla="*/ 2190454 h 8319657"/>
              <a:gd name="csX117" fmla="*/ 9912203 w 11180243"/>
              <a:gd name="csY117" fmla="*/ 2580598 h 8319657"/>
              <a:gd name="csX118" fmla="*/ 9729323 w 11180243"/>
              <a:gd name="csY118" fmla="*/ 2934166 h 8319657"/>
              <a:gd name="csX119" fmla="*/ 9497675 w 11180243"/>
              <a:gd name="csY119" fmla="*/ 3092662 h 8319657"/>
              <a:gd name="csX120" fmla="*/ 9290411 w 11180243"/>
              <a:gd name="csY120" fmla="*/ 3299926 h 8319657"/>
              <a:gd name="csX121" fmla="*/ 8985611 w 11180243"/>
              <a:gd name="csY121" fmla="*/ 3452326 h 8319657"/>
              <a:gd name="csX122" fmla="*/ 8814923 w 11180243"/>
              <a:gd name="csY122" fmla="*/ 3763222 h 8319657"/>
              <a:gd name="csX123" fmla="*/ 8400395 w 11180243"/>
              <a:gd name="csY123" fmla="*/ 3915622 h 8319657"/>
              <a:gd name="csX124" fmla="*/ 8315051 w 11180243"/>
              <a:gd name="csY124" fmla="*/ 4104598 h 8319657"/>
              <a:gd name="csX125" fmla="*/ 8089499 w 11180243"/>
              <a:gd name="csY125" fmla="*/ 4214326 h 8319657"/>
              <a:gd name="csX126" fmla="*/ 7711547 w 11180243"/>
              <a:gd name="csY126" fmla="*/ 4293574 h 8319657"/>
              <a:gd name="csX127" fmla="*/ 7400651 w 11180243"/>
              <a:gd name="csY127" fmla="*/ 4470358 h 8319657"/>
              <a:gd name="csX128" fmla="*/ 6967835 w 11180243"/>
              <a:gd name="csY128" fmla="*/ 4476454 h 8319657"/>
              <a:gd name="csX129" fmla="*/ 6644747 w 11180243"/>
              <a:gd name="csY129" fmla="*/ 4592278 h 8319657"/>
              <a:gd name="csX130" fmla="*/ 6260699 w 11180243"/>
              <a:gd name="csY130" fmla="*/ 4622758 h 8319657"/>
              <a:gd name="csX131" fmla="*/ 6144875 w 11180243"/>
              <a:gd name="csY131" fmla="*/ 4744678 h 8319657"/>
              <a:gd name="csX132" fmla="*/ 5931515 w 11180243"/>
              <a:gd name="csY132" fmla="*/ 4756870 h 8319657"/>
              <a:gd name="csX133" fmla="*/ 5742539 w 11180243"/>
              <a:gd name="csY133" fmla="*/ 4756870 h 8319657"/>
              <a:gd name="csX134" fmla="*/ 5273147 w 11180243"/>
              <a:gd name="csY134" fmla="*/ 4769062 h 8319657"/>
              <a:gd name="csX135" fmla="*/ 4876907 w 11180243"/>
              <a:gd name="csY135" fmla="*/ 4756870 h 8319657"/>
              <a:gd name="csX136" fmla="*/ 4773275 w 11180243"/>
              <a:gd name="csY136" fmla="*/ 4860502 h 8319657"/>
              <a:gd name="csX137" fmla="*/ 4370939 w 11180243"/>
              <a:gd name="csY137" fmla="*/ 5061670 h 8319657"/>
              <a:gd name="csX138" fmla="*/ 3925931 w 11180243"/>
              <a:gd name="csY138" fmla="*/ 5171398 h 8319657"/>
              <a:gd name="csX139" fmla="*/ 4200251 w 11180243"/>
              <a:gd name="csY139" fmla="*/ 5579830 h 8319657"/>
              <a:gd name="csX140" fmla="*/ 4194155 w 11180243"/>
              <a:gd name="csY140" fmla="*/ 6018742 h 8319657"/>
              <a:gd name="csX141" fmla="*/ 4261211 w 11180243"/>
              <a:gd name="csY141" fmla="*/ 6201622 h 8319657"/>
              <a:gd name="csX0" fmla="*/ 4081755 w 11180243"/>
              <a:gd name="csY0" fmla="*/ 7659820 h 8319657"/>
              <a:gd name="csX1" fmla="*/ 3291948 w 11180243"/>
              <a:gd name="csY1" fmla="*/ 8213301 h 8319657"/>
              <a:gd name="csX2" fmla="*/ 3029820 w 11180243"/>
              <a:gd name="csY2" fmla="*/ 8231589 h 8319657"/>
              <a:gd name="csX3" fmla="*/ 2907900 w 11180243"/>
              <a:gd name="csY3" fmla="*/ 8298645 h 8319657"/>
              <a:gd name="csX4" fmla="*/ 2615292 w 11180243"/>
              <a:gd name="csY4" fmla="*/ 8188917 h 8319657"/>
              <a:gd name="csX5" fmla="*/ 2091036 w 11180243"/>
              <a:gd name="csY5" fmla="*/ 8286453 h 8319657"/>
              <a:gd name="csX6" fmla="*/ 1530204 w 11180243"/>
              <a:gd name="csY6" fmla="*/ 8152341 h 8319657"/>
              <a:gd name="csX7" fmla="*/ 1292460 w 11180243"/>
              <a:gd name="csY7" fmla="*/ 7932885 h 8319657"/>
              <a:gd name="csX8" fmla="*/ 1005948 w 11180243"/>
              <a:gd name="csY8" fmla="*/ 7743909 h 8319657"/>
              <a:gd name="csX9" fmla="*/ 737724 w 11180243"/>
              <a:gd name="csY9" fmla="*/ 7585413 h 8319657"/>
              <a:gd name="csX10" fmla="*/ 609708 w 11180243"/>
              <a:gd name="csY10" fmla="*/ 7073349 h 8319657"/>
              <a:gd name="csX11" fmla="*/ 573132 w 11180243"/>
              <a:gd name="csY11" fmla="*/ 6683205 h 8319657"/>
              <a:gd name="csX12" fmla="*/ 128124 w 11180243"/>
              <a:gd name="csY12" fmla="*/ 6390597 h 8319657"/>
              <a:gd name="csX13" fmla="*/ 61068 w 11180243"/>
              <a:gd name="csY13" fmla="*/ 6116277 h 8319657"/>
              <a:gd name="csX14" fmla="*/ 109835 w 11180243"/>
              <a:gd name="csY14" fmla="*/ 5927301 h 8319657"/>
              <a:gd name="csX15" fmla="*/ 6204 w 11180243"/>
              <a:gd name="csY15" fmla="*/ 5793189 h 8319657"/>
              <a:gd name="csX16" fmla="*/ 18395 w 11180243"/>
              <a:gd name="csY16" fmla="*/ 5604213 h 8319657"/>
              <a:gd name="csX17" fmla="*/ 122027 w 11180243"/>
              <a:gd name="csY17" fmla="*/ 5372565 h 8319657"/>
              <a:gd name="csX18" fmla="*/ 270753 w 11180243"/>
              <a:gd name="csY18" fmla="*/ 4762883 h 8319657"/>
              <a:gd name="csX19" fmla="*/ 183071 w 11180243"/>
              <a:gd name="csY19" fmla="*/ 4612571 h 8319657"/>
              <a:gd name="csX20" fmla="*/ 208123 w 11180243"/>
              <a:gd name="csY20" fmla="*/ 4524889 h 8319657"/>
              <a:gd name="csX21" fmla="*/ 183071 w 11180243"/>
              <a:gd name="csY21" fmla="*/ 4399629 h 8319657"/>
              <a:gd name="csX22" fmla="*/ 145492 w 11180243"/>
              <a:gd name="csY22" fmla="*/ 4324473 h 8319657"/>
              <a:gd name="csX23" fmla="*/ 208123 w 11180243"/>
              <a:gd name="csY23" fmla="*/ 4174160 h 8319657"/>
              <a:gd name="csX24" fmla="*/ 258227 w 11180243"/>
              <a:gd name="csY24" fmla="*/ 4061426 h 8319657"/>
              <a:gd name="csX25" fmla="*/ 320857 w 11180243"/>
              <a:gd name="csY25" fmla="*/ 3961218 h 8319657"/>
              <a:gd name="csX26" fmla="*/ 320857 w 11180243"/>
              <a:gd name="csY26" fmla="*/ 3961218 h 8319657"/>
              <a:gd name="csX27" fmla="*/ 433591 w 11180243"/>
              <a:gd name="csY27" fmla="*/ 3835957 h 8319657"/>
              <a:gd name="csX28" fmla="*/ 558851 w 11180243"/>
              <a:gd name="csY28" fmla="*/ 3785853 h 8319657"/>
              <a:gd name="csX29" fmla="*/ 558851 w 11180243"/>
              <a:gd name="csY29" fmla="*/ 3785853 h 8319657"/>
              <a:gd name="csX30" fmla="*/ 546325 w 11180243"/>
              <a:gd name="csY30" fmla="*/ 3673119 h 8319657"/>
              <a:gd name="csX31" fmla="*/ 446117 w 11180243"/>
              <a:gd name="csY31" fmla="*/ 3635541 h 8319657"/>
              <a:gd name="csX32" fmla="*/ 433591 w 11180243"/>
              <a:gd name="csY32" fmla="*/ 3597963 h 8319657"/>
              <a:gd name="csX33" fmla="*/ 483695 w 11180243"/>
              <a:gd name="csY33" fmla="*/ 3472703 h 8319657"/>
              <a:gd name="csX34" fmla="*/ 533799 w 11180243"/>
              <a:gd name="csY34" fmla="*/ 3397547 h 8319657"/>
              <a:gd name="csX35" fmla="*/ 634007 w 11180243"/>
              <a:gd name="csY35" fmla="*/ 3222182 h 8319657"/>
              <a:gd name="csX36" fmla="*/ 659060 w 11180243"/>
              <a:gd name="csY36" fmla="*/ 3147026 h 8319657"/>
              <a:gd name="csX37" fmla="*/ 771794 w 11180243"/>
              <a:gd name="csY37" fmla="*/ 3046818 h 8319657"/>
              <a:gd name="csX38" fmla="*/ 846950 w 11180243"/>
              <a:gd name="csY38" fmla="*/ 2984188 h 8319657"/>
              <a:gd name="csX39" fmla="*/ 947158 w 11180243"/>
              <a:gd name="csY39" fmla="*/ 2934083 h 8319657"/>
              <a:gd name="csX40" fmla="*/ 1022314 w 11180243"/>
              <a:gd name="csY40" fmla="*/ 2883979 h 8319657"/>
              <a:gd name="csX41" fmla="*/ 1135049 w 11180243"/>
              <a:gd name="csY41" fmla="*/ 2821349 h 8319657"/>
              <a:gd name="csX42" fmla="*/ 1197679 w 11180243"/>
              <a:gd name="csY42" fmla="*/ 2758719 h 8319657"/>
              <a:gd name="csX43" fmla="*/ 1297887 w 11180243"/>
              <a:gd name="csY43" fmla="*/ 2671037 h 8319657"/>
              <a:gd name="csX44" fmla="*/ 1448199 w 11180243"/>
              <a:gd name="csY44" fmla="*/ 2620933 h 8319657"/>
              <a:gd name="csX45" fmla="*/ 1573460 w 11180243"/>
              <a:gd name="csY45" fmla="*/ 2658511 h 8319657"/>
              <a:gd name="csX46" fmla="*/ 1573460 w 11180243"/>
              <a:gd name="csY46" fmla="*/ 2658511 h 8319657"/>
              <a:gd name="csX47" fmla="*/ 1510829 w 11180243"/>
              <a:gd name="csY47" fmla="*/ 2595881 h 8319657"/>
              <a:gd name="csX48" fmla="*/ 1548407 w 11180243"/>
              <a:gd name="csY48" fmla="*/ 2407990 h 8319657"/>
              <a:gd name="csX49" fmla="*/ 1673668 w 11180243"/>
              <a:gd name="csY49" fmla="*/ 2307782 h 8319657"/>
              <a:gd name="csX50" fmla="*/ 1773876 w 11180243"/>
              <a:gd name="csY50" fmla="*/ 2245152 h 8319657"/>
              <a:gd name="csX51" fmla="*/ 1798928 w 11180243"/>
              <a:gd name="csY51" fmla="*/ 2207574 h 8319657"/>
              <a:gd name="csX52" fmla="*/ 1961766 w 11180243"/>
              <a:gd name="csY52" fmla="*/ 2195048 h 8319657"/>
              <a:gd name="csX53" fmla="*/ 2112079 w 11180243"/>
              <a:gd name="csY53" fmla="*/ 2245152 h 8319657"/>
              <a:gd name="csX54" fmla="*/ 2112079 w 11180243"/>
              <a:gd name="csY54" fmla="*/ 2245152 h 8319657"/>
              <a:gd name="csX55" fmla="*/ 2112079 w 11180243"/>
              <a:gd name="csY55" fmla="*/ 2245152 h 8319657"/>
              <a:gd name="csX56" fmla="*/ 2224813 w 11180243"/>
              <a:gd name="csY56" fmla="*/ 2195048 h 8319657"/>
              <a:gd name="csX57" fmla="*/ 2375125 w 11180243"/>
              <a:gd name="csY57" fmla="*/ 2094840 h 8319657"/>
              <a:gd name="csX58" fmla="*/ 2613120 w 11180243"/>
              <a:gd name="csY58" fmla="*/ 2057262 h 8319657"/>
              <a:gd name="csX59" fmla="*/ 2788484 w 11180243"/>
              <a:gd name="csY59" fmla="*/ 2082314 h 8319657"/>
              <a:gd name="csX60" fmla="*/ 2888692 w 11180243"/>
              <a:gd name="csY60" fmla="*/ 2169996 h 8319657"/>
              <a:gd name="csX61" fmla="*/ 3013953 w 11180243"/>
              <a:gd name="csY61" fmla="*/ 2195048 h 8319657"/>
              <a:gd name="csX62" fmla="*/ 2851114 w 11180243"/>
              <a:gd name="csY62" fmla="*/ 2082314 h 8319657"/>
              <a:gd name="csX63" fmla="*/ 2938797 w 11180243"/>
              <a:gd name="csY63" fmla="*/ 1957053 h 8319657"/>
              <a:gd name="csX64" fmla="*/ 3101635 w 11180243"/>
              <a:gd name="csY64" fmla="*/ 1957053 h 8319657"/>
              <a:gd name="csX65" fmla="*/ 3302051 w 11180243"/>
              <a:gd name="csY65" fmla="*/ 1957053 h 8319657"/>
              <a:gd name="csX66" fmla="*/ 3464890 w 11180243"/>
              <a:gd name="csY66" fmla="*/ 1969579 h 8319657"/>
              <a:gd name="csX67" fmla="*/ 3815618 w 11180243"/>
              <a:gd name="csY67" fmla="*/ 1919475 h 8319657"/>
              <a:gd name="csX68" fmla="*/ 3978457 w 11180243"/>
              <a:gd name="csY68" fmla="*/ 1919475 h 8319657"/>
              <a:gd name="csX69" fmla="*/ 4241503 w 11180243"/>
              <a:gd name="csY69" fmla="*/ 1894423 h 8319657"/>
              <a:gd name="csX70" fmla="*/ 4391816 w 11180243"/>
              <a:gd name="csY70" fmla="*/ 1906949 h 8319657"/>
              <a:gd name="csX71" fmla="*/ 4567180 w 11180243"/>
              <a:gd name="csY71" fmla="*/ 1994631 h 8319657"/>
              <a:gd name="csX72" fmla="*/ 4567180 w 11180243"/>
              <a:gd name="csY72" fmla="*/ 1994631 h 8319657"/>
              <a:gd name="csX73" fmla="*/ 4504550 w 11180243"/>
              <a:gd name="csY73" fmla="*/ 1844319 h 8319657"/>
              <a:gd name="csX74" fmla="*/ 4704966 w 11180243"/>
              <a:gd name="csY74" fmla="*/ 1844319 h 8319657"/>
              <a:gd name="csX75" fmla="*/ 4892857 w 11180243"/>
              <a:gd name="csY75" fmla="*/ 1869371 h 8319657"/>
              <a:gd name="csX76" fmla="*/ 4980539 w 11180243"/>
              <a:gd name="csY76" fmla="*/ 1869371 h 8319657"/>
              <a:gd name="csX77" fmla="*/ 5168429 w 11180243"/>
              <a:gd name="csY77" fmla="*/ 1769163 h 8319657"/>
              <a:gd name="csX78" fmla="*/ 5406424 w 11180243"/>
              <a:gd name="csY78" fmla="*/ 1794215 h 8319657"/>
              <a:gd name="csX79" fmla="*/ 5556736 w 11180243"/>
              <a:gd name="csY79" fmla="*/ 1819267 h 8319657"/>
              <a:gd name="csX80" fmla="*/ 5744627 w 11180243"/>
              <a:gd name="csY80" fmla="*/ 1781689 h 8319657"/>
              <a:gd name="csX81" fmla="*/ 5882413 w 11180243"/>
              <a:gd name="csY81" fmla="*/ 1794215 h 8319657"/>
              <a:gd name="csX82" fmla="*/ 5945043 w 11180243"/>
              <a:gd name="csY82" fmla="*/ 1794215 h 8319657"/>
              <a:gd name="csX83" fmla="*/ 6283246 w 11180243"/>
              <a:gd name="csY83" fmla="*/ 1631377 h 8319657"/>
              <a:gd name="csX84" fmla="*/ 6508714 w 11180243"/>
              <a:gd name="csY84" fmla="*/ 1593799 h 8319657"/>
              <a:gd name="csX85" fmla="*/ 6696605 w 11180243"/>
              <a:gd name="csY85" fmla="*/ 1481064 h 8319657"/>
              <a:gd name="csX86" fmla="*/ 6859443 w 11180243"/>
              <a:gd name="csY86" fmla="*/ 1493590 h 8319657"/>
              <a:gd name="csX87" fmla="*/ 6997229 w 11180243"/>
              <a:gd name="csY87" fmla="*/ 1481064 h 8319657"/>
              <a:gd name="csX88" fmla="*/ 7147542 w 11180243"/>
              <a:gd name="csY88" fmla="*/ 1355804 h 8319657"/>
              <a:gd name="csX89" fmla="*/ 7360484 w 11180243"/>
              <a:gd name="csY89" fmla="*/ 1230544 h 8319657"/>
              <a:gd name="csX90" fmla="*/ 7485744 w 11180243"/>
              <a:gd name="csY90" fmla="*/ 1243070 h 8319657"/>
              <a:gd name="csX91" fmla="*/ 7585953 w 11180243"/>
              <a:gd name="csY91" fmla="*/ 1255596 h 8319657"/>
              <a:gd name="csX92" fmla="*/ 7673635 w 11180243"/>
              <a:gd name="csY92" fmla="*/ 1255596 h 8319657"/>
              <a:gd name="csX93" fmla="*/ 7886577 w 11180243"/>
              <a:gd name="csY93" fmla="*/ 1218018 h 8319657"/>
              <a:gd name="csX94" fmla="*/ 7949207 w 11180243"/>
              <a:gd name="csY94" fmla="*/ 1167914 h 8319657"/>
              <a:gd name="csX95" fmla="*/ 8086994 w 11180243"/>
              <a:gd name="csY95" fmla="*/ 1180440 h 8319657"/>
              <a:gd name="csX96" fmla="*/ 8086994 w 11180243"/>
              <a:gd name="csY96" fmla="*/ 1180440 h 8319657"/>
              <a:gd name="csX97" fmla="*/ 8224780 w 11180243"/>
              <a:gd name="csY97" fmla="*/ 1130336 h 8319657"/>
              <a:gd name="csX98" fmla="*/ 8412671 w 11180243"/>
              <a:gd name="csY98" fmla="*/ 1042653 h 8319657"/>
              <a:gd name="csX99" fmla="*/ 8588035 w 11180243"/>
              <a:gd name="csY99" fmla="*/ 942445 h 8319657"/>
              <a:gd name="csX100" fmla="*/ 8663191 w 11180243"/>
              <a:gd name="csY100" fmla="*/ 854763 h 8319657"/>
              <a:gd name="csX101" fmla="*/ 8700769 w 11180243"/>
              <a:gd name="csY101" fmla="*/ 804659 h 8319657"/>
              <a:gd name="csX102" fmla="*/ 8851081 w 11180243"/>
              <a:gd name="csY102" fmla="*/ 779607 h 8319657"/>
              <a:gd name="csX103" fmla="*/ 8963816 w 11180243"/>
              <a:gd name="csY103" fmla="*/ 754555 h 8319657"/>
              <a:gd name="csX104" fmla="*/ 9076550 w 11180243"/>
              <a:gd name="csY104" fmla="*/ 716977 h 8319657"/>
              <a:gd name="csX105" fmla="*/ 9126654 w 11180243"/>
              <a:gd name="csY105" fmla="*/ 691925 h 8319657"/>
              <a:gd name="csX106" fmla="*/ 9373500 w 11180243"/>
              <a:gd name="csY106" fmla="*/ 691925 h 8319657"/>
              <a:gd name="csX107" fmla="*/ 9607403 w 11180243"/>
              <a:gd name="csY107" fmla="*/ 410423 h 8319657"/>
              <a:gd name="csX108" fmla="*/ 10101179 w 11180243"/>
              <a:gd name="csY108" fmla="*/ 123911 h 8319657"/>
              <a:gd name="csX109" fmla="*/ 10588859 w 11180243"/>
              <a:gd name="csY109" fmla="*/ 1991 h 8319657"/>
              <a:gd name="csX110" fmla="*/ 11011905 w 11180243"/>
              <a:gd name="csY110" fmla="*/ 89089 h 8319657"/>
              <a:gd name="csX111" fmla="*/ 11143595 w 11180243"/>
              <a:gd name="csY111" fmla="*/ 251926 h 8319657"/>
              <a:gd name="csX112" fmla="*/ 11180171 w 11180243"/>
              <a:gd name="csY112" fmla="*/ 629879 h 8319657"/>
              <a:gd name="csX113" fmla="*/ 11070443 w 11180243"/>
              <a:gd name="csY113" fmla="*/ 898102 h 8319657"/>
              <a:gd name="csX114" fmla="*/ 10930235 w 11180243"/>
              <a:gd name="csY114" fmla="*/ 1355303 h 8319657"/>
              <a:gd name="csX115" fmla="*/ 10466939 w 11180243"/>
              <a:gd name="csY115" fmla="*/ 1690582 h 8319657"/>
              <a:gd name="csX116" fmla="*/ 10381595 w 11180243"/>
              <a:gd name="csY116" fmla="*/ 2001478 h 8319657"/>
              <a:gd name="csX117" fmla="*/ 10174331 w 11180243"/>
              <a:gd name="csY117" fmla="*/ 2190454 h 8319657"/>
              <a:gd name="csX118" fmla="*/ 9912203 w 11180243"/>
              <a:gd name="csY118" fmla="*/ 2580598 h 8319657"/>
              <a:gd name="csX119" fmla="*/ 9729323 w 11180243"/>
              <a:gd name="csY119" fmla="*/ 2934166 h 8319657"/>
              <a:gd name="csX120" fmla="*/ 9497675 w 11180243"/>
              <a:gd name="csY120" fmla="*/ 3092662 h 8319657"/>
              <a:gd name="csX121" fmla="*/ 9290411 w 11180243"/>
              <a:gd name="csY121" fmla="*/ 3299926 h 8319657"/>
              <a:gd name="csX122" fmla="*/ 8985611 w 11180243"/>
              <a:gd name="csY122" fmla="*/ 3452326 h 8319657"/>
              <a:gd name="csX123" fmla="*/ 8814923 w 11180243"/>
              <a:gd name="csY123" fmla="*/ 3763222 h 8319657"/>
              <a:gd name="csX124" fmla="*/ 8400395 w 11180243"/>
              <a:gd name="csY124" fmla="*/ 3915622 h 8319657"/>
              <a:gd name="csX125" fmla="*/ 8315051 w 11180243"/>
              <a:gd name="csY125" fmla="*/ 4104598 h 8319657"/>
              <a:gd name="csX126" fmla="*/ 8089499 w 11180243"/>
              <a:gd name="csY126" fmla="*/ 4214326 h 8319657"/>
              <a:gd name="csX127" fmla="*/ 7711547 w 11180243"/>
              <a:gd name="csY127" fmla="*/ 4293574 h 8319657"/>
              <a:gd name="csX128" fmla="*/ 7400651 w 11180243"/>
              <a:gd name="csY128" fmla="*/ 4470358 h 8319657"/>
              <a:gd name="csX129" fmla="*/ 6967835 w 11180243"/>
              <a:gd name="csY129" fmla="*/ 4476454 h 8319657"/>
              <a:gd name="csX130" fmla="*/ 6644747 w 11180243"/>
              <a:gd name="csY130" fmla="*/ 4592278 h 8319657"/>
              <a:gd name="csX131" fmla="*/ 6260699 w 11180243"/>
              <a:gd name="csY131" fmla="*/ 4622758 h 8319657"/>
              <a:gd name="csX132" fmla="*/ 6144875 w 11180243"/>
              <a:gd name="csY132" fmla="*/ 4744678 h 8319657"/>
              <a:gd name="csX133" fmla="*/ 5931515 w 11180243"/>
              <a:gd name="csY133" fmla="*/ 4756870 h 8319657"/>
              <a:gd name="csX134" fmla="*/ 5742539 w 11180243"/>
              <a:gd name="csY134" fmla="*/ 4756870 h 8319657"/>
              <a:gd name="csX135" fmla="*/ 5273147 w 11180243"/>
              <a:gd name="csY135" fmla="*/ 4769062 h 8319657"/>
              <a:gd name="csX136" fmla="*/ 4876907 w 11180243"/>
              <a:gd name="csY136" fmla="*/ 4756870 h 8319657"/>
              <a:gd name="csX137" fmla="*/ 4773275 w 11180243"/>
              <a:gd name="csY137" fmla="*/ 4860502 h 8319657"/>
              <a:gd name="csX138" fmla="*/ 4370939 w 11180243"/>
              <a:gd name="csY138" fmla="*/ 5061670 h 8319657"/>
              <a:gd name="csX139" fmla="*/ 3925931 w 11180243"/>
              <a:gd name="csY139" fmla="*/ 5171398 h 8319657"/>
              <a:gd name="csX140" fmla="*/ 4200251 w 11180243"/>
              <a:gd name="csY140" fmla="*/ 5579830 h 8319657"/>
              <a:gd name="csX141" fmla="*/ 4194155 w 11180243"/>
              <a:gd name="csY141" fmla="*/ 6018742 h 8319657"/>
              <a:gd name="csX142" fmla="*/ 4261211 w 11180243"/>
              <a:gd name="csY142" fmla="*/ 6201622 h 8319657"/>
              <a:gd name="csX0" fmla="*/ 4081755 w 11180243"/>
              <a:gd name="csY0" fmla="*/ 7659820 h 8319657"/>
              <a:gd name="csX1" fmla="*/ 3419964 w 11180243"/>
              <a:gd name="csY1" fmla="*/ 8134053 h 8319657"/>
              <a:gd name="csX2" fmla="*/ 3291948 w 11180243"/>
              <a:gd name="csY2" fmla="*/ 8213301 h 8319657"/>
              <a:gd name="csX3" fmla="*/ 3029820 w 11180243"/>
              <a:gd name="csY3" fmla="*/ 8231589 h 8319657"/>
              <a:gd name="csX4" fmla="*/ 2907900 w 11180243"/>
              <a:gd name="csY4" fmla="*/ 8298645 h 8319657"/>
              <a:gd name="csX5" fmla="*/ 2615292 w 11180243"/>
              <a:gd name="csY5" fmla="*/ 8188917 h 8319657"/>
              <a:gd name="csX6" fmla="*/ 2091036 w 11180243"/>
              <a:gd name="csY6" fmla="*/ 8286453 h 8319657"/>
              <a:gd name="csX7" fmla="*/ 1530204 w 11180243"/>
              <a:gd name="csY7" fmla="*/ 8152341 h 8319657"/>
              <a:gd name="csX8" fmla="*/ 1292460 w 11180243"/>
              <a:gd name="csY8" fmla="*/ 7932885 h 8319657"/>
              <a:gd name="csX9" fmla="*/ 1005948 w 11180243"/>
              <a:gd name="csY9" fmla="*/ 7743909 h 8319657"/>
              <a:gd name="csX10" fmla="*/ 737724 w 11180243"/>
              <a:gd name="csY10" fmla="*/ 7585413 h 8319657"/>
              <a:gd name="csX11" fmla="*/ 609708 w 11180243"/>
              <a:gd name="csY11" fmla="*/ 7073349 h 8319657"/>
              <a:gd name="csX12" fmla="*/ 573132 w 11180243"/>
              <a:gd name="csY12" fmla="*/ 6683205 h 8319657"/>
              <a:gd name="csX13" fmla="*/ 128124 w 11180243"/>
              <a:gd name="csY13" fmla="*/ 6390597 h 8319657"/>
              <a:gd name="csX14" fmla="*/ 61068 w 11180243"/>
              <a:gd name="csY14" fmla="*/ 6116277 h 8319657"/>
              <a:gd name="csX15" fmla="*/ 109835 w 11180243"/>
              <a:gd name="csY15" fmla="*/ 5927301 h 8319657"/>
              <a:gd name="csX16" fmla="*/ 6204 w 11180243"/>
              <a:gd name="csY16" fmla="*/ 5793189 h 8319657"/>
              <a:gd name="csX17" fmla="*/ 18395 w 11180243"/>
              <a:gd name="csY17" fmla="*/ 5604213 h 8319657"/>
              <a:gd name="csX18" fmla="*/ 122027 w 11180243"/>
              <a:gd name="csY18" fmla="*/ 5372565 h 8319657"/>
              <a:gd name="csX19" fmla="*/ 270753 w 11180243"/>
              <a:gd name="csY19" fmla="*/ 4762883 h 8319657"/>
              <a:gd name="csX20" fmla="*/ 183071 w 11180243"/>
              <a:gd name="csY20" fmla="*/ 4612571 h 8319657"/>
              <a:gd name="csX21" fmla="*/ 208123 w 11180243"/>
              <a:gd name="csY21" fmla="*/ 4524889 h 8319657"/>
              <a:gd name="csX22" fmla="*/ 183071 w 11180243"/>
              <a:gd name="csY22" fmla="*/ 4399629 h 8319657"/>
              <a:gd name="csX23" fmla="*/ 145492 w 11180243"/>
              <a:gd name="csY23" fmla="*/ 4324473 h 8319657"/>
              <a:gd name="csX24" fmla="*/ 208123 w 11180243"/>
              <a:gd name="csY24" fmla="*/ 4174160 h 8319657"/>
              <a:gd name="csX25" fmla="*/ 258227 w 11180243"/>
              <a:gd name="csY25" fmla="*/ 4061426 h 8319657"/>
              <a:gd name="csX26" fmla="*/ 320857 w 11180243"/>
              <a:gd name="csY26" fmla="*/ 3961218 h 8319657"/>
              <a:gd name="csX27" fmla="*/ 320857 w 11180243"/>
              <a:gd name="csY27" fmla="*/ 3961218 h 8319657"/>
              <a:gd name="csX28" fmla="*/ 433591 w 11180243"/>
              <a:gd name="csY28" fmla="*/ 3835957 h 8319657"/>
              <a:gd name="csX29" fmla="*/ 558851 w 11180243"/>
              <a:gd name="csY29" fmla="*/ 3785853 h 8319657"/>
              <a:gd name="csX30" fmla="*/ 558851 w 11180243"/>
              <a:gd name="csY30" fmla="*/ 3785853 h 8319657"/>
              <a:gd name="csX31" fmla="*/ 546325 w 11180243"/>
              <a:gd name="csY31" fmla="*/ 3673119 h 8319657"/>
              <a:gd name="csX32" fmla="*/ 446117 w 11180243"/>
              <a:gd name="csY32" fmla="*/ 3635541 h 8319657"/>
              <a:gd name="csX33" fmla="*/ 433591 w 11180243"/>
              <a:gd name="csY33" fmla="*/ 3597963 h 8319657"/>
              <a:gd name="csX34" fmla="*/ 483695 w 11180243"/>
              <a:gd name="csY34" fmla="*/ 3472703 h 8319657"/>
              <a:gd name="csX35" fmla="*/ 533799 w 11180243"/>
              <a:gd name="csY35" fmla="*/ 3397547 h 8319657"/>
              <a:gd name="csX36" fmla="*/ 634007 w 11180243"/>
              <a:gd name="csY36" fmla="*/ 3222182 h 8319657"/>
              <a:gd name="csX37" fmla="*/ 659060 w 11180243"/>
              <a:gd name="csY37" fmla="*/ 3147026 h 8319657"/>
              <a:gd name="csX38" fmla="*/ 771794 w 11180243"/>
              <a:gd name="csY38" fmla="*/ 3046818 h 8319657"/>
              <a:gd name="csX39" fmla="*/ 846950 w 11180243"/>
              <a:gd name="csY39" fmla="*/ 2984188 h 8319657"/>
              <a:gd name="csX40" fmla="*/ 947158 w 11180243"/>
              <a:gd name="csY40" fmla="*/ 2934083 h 8319657"/>
              <a:gd name="csX41" fmla="*/ 1022314 w 11180243"/>
              <a:gd name="csY41" fmla="*/ 2883979 h 8319657"/>
              <a:gd name="csX42" fmla="*/ 1135049 w 11180243"/>
              <a:gd name="csY42" fmla="*/ 2821349 h 8319657"/>
              <a:gd name="csX43" fmla="*/ 1197679 w 11180243"/>
              <a:gd name="csY43" fmla="*/ 2758719 h 8319657"/>
              <a:gd name="csX44" fmla="*/ 1297887 w 11180243"/>
              <a:gd name="csY44" fmla="*/ 2671037 h 8319657"/>
              <a:gd name="csX45" fmla="*/ 1448199 w 11180243"/>
              <a:gd name="csY45" fmla="*/ 2620933 h 8319657"/>
              <a:gd name="csX46" fmla="*/ 1573460 w 11180243"/>
              <a:gd name="csY46" fmla="*/ 2658511 h 8319657"/>
              <a:gd name="csX47" fmla="*/ 1573460 w 11180243"/>
              <a:gd name="csY47" fmla="*/ 2658511 h 8319657"/>
              <a:gd name="csX48" fmla="*/ 1510829 w 11180243"/>
              <a:gd name="csY48" fmla="*/ 2595881 h 8319657"/>
              <a:gd name="csX49" fmla="*/ 1548407 w 11180243"/>
              <a:gd name="csY49" fmla="*/ 2407990 h 8319657"/>
              <a:gd name="csX50" fmla="*/ 1673668 w 11180243"/>
              <a:gd name="csY50" fmla="*/ 2307782 h 8319657"/>
              <a:gd name="csX51" fmla="*/ 1773876 w 11180243"/>
              <a:gd name="csY51" fmla="*/ 2245152 h 8319657"/>
              <a:gd name="csX52" fmla="*/ 1798928 w 11180243"/>
              <a:gd name="csY52" fmla="*/ 2207574 h 8319657"/>
              <a:gd name="csX53" fmla="*/ 1961766 w 11180243"/>
              <a:gd name="csY53" fmla="*/ 2195048 h 8319657"/>
              <a:gd name="csX54" fmla="*/ 2112079 w 11180243"/>
              <a:gd name="csY54" fmla="*/ 2245152 h 8319657"/>
              <a:gd name="csX55" fmla="*/ 2112079 w 11180243"/>
              <a:gd name="csY55" fmla="*/ 2245152 h 8319657"/>
              <a:gd name="csX56" fmla="*/ 2112079 w 11180243"/>
              <a:gd name="csY56" fmla="*/ 2245152 h 8319657"/>
              <a:gd name="csX57" fmla="*/ 2224813 w 11180243"/>
              <a:gd name="csY57" fmla="*/ 2195048 h 8319657"/>
              <a:gd name="csX58" fmla="*/ 2375125 w 11180243"/>
              <a:gd name="csY58" fmla="*/ 2094840 h 8319657"/>
              <a:gd name="csX59" fmla="*/ 2613120 w 11180243"/>
              <a:gd name="csY59" fmla="*/ 2057262 h 8319657"/>
              <a:gd name="csX60" fmla="*/ 2788484 w 11180243"/>
              <a:gd name="csY60" fmla="*/ 2082314 h 8319657"/>
              <a:gd name="csX61" fmla="*/ 2888692 w 11180243"/>
              <a:gd name="csY61" fmla="*/ 2169996 h 8319657"/>
              <a:gd name="csX62" fmla="*/ 3013953 w 11180243"/>
              <a:gd name="csY62" fmla="*/ 2195048 h 8319657"/>
              <a:gd name="csX63" fmla="*/ 2851114 w 11180243"/>
              <a:gd name="csY63" fmla="*/ 2082314 h 8319657"/>
              <a:gd name="csX64" fmla="*/ 2938797 w 11180243"/>
              <a:gd name="csY64" fmla="*/ 1957053 h 8319657"/>
              <a:gd name="csX65" fmla="*/ 3101635 w 11180243"/>
              <a:gd name="csY65" fmla="*/ 1957053 h 8319657"/>
              <a:gd name="csX66" fmla="*/ 3302051 w 11180243"/>
              <a:gd name="csY66" fmla="*/ 1957053 h 8319657"/>
              <a:gd name="csX67" fmla="*/ 3464890 w 11180243"/>
              <a:gd name="csY67" fmla="*/ 1969579 h 8319657"/>
              <a:gd name="csX68" fmla="*/ 3815618 w 11180243"/>
              <a:gd name="csY68" fmla="*/ 1919475 h 8319657"/>
              <a:gd name="csX69" fmla="*/ 3978457 w 11180243"/>
              <a:gd name="csY69" fmla="*/ 1919475 h 8319657"/>
              <a:gd name="csX70" fmla="*/ 4241503 w 11180243"/>
              <a:gd name="csY70" fmla="*/ 1894423 h 8319657"/>
              <a:gd name="csX71" fmla="*/ 4391816 w 11180243"/>
              <a:gd name="csY71" fmla="*/ 1906949 h 8319657"/>
              <a:gd name="csX72" fmla="*/ 4567180 w 11180243"/>
              <a:gd name="csY72" fmla="*/ 1994631 h 8319657"/>
              <a:gd name="csX73" fmla="*/ 4567180 w 11180243"/>
              <a:gd name="csY73" fmla="*/ 1994631 h 8319657"/>
              <a:gd name="csX74" fmla="*/ 4504550 w 11180243"/>
              <a:gd name="csY74" fmla="*/ 1844319 h 8319657"/>
              <a:gd name="csX75" fmla="*/ 4704966 w 11180243"/>
              <a:gd name="csY75" fmla="*/ 1844319 h 8319657"/>
              <a:gd name="csX76" fmla="*/ 4892857 w 11180243"/>
              <a:gd name="csY76" fmla="*/ 1869371 h 8319657"/>
              <a:gd name="csX77" fmla="*/ 4980539 w 11180243"/>
              <a:gd name="csY77" fmla="*/ 1869371 h 8319657"/>
              <a:gd name="csX78" fmla="*/ 5168429 w 11180243"/>
              <a:gd name="csY78" fmla="*/ 1769163 h 8319657"/>
              <a:gd name="csX79" fmla="*/ 5406424 w 11180243"/>
              <a:gd name="csY79" fmla="*/ 1794215 h 8319657"/>
              <a:gd name="csX80" fmla="*/ 5556736 w 11180243"/>
              <a:gd name="csY80" fmla="*/ 1819267 h 8319657"/>
              <a:gd name="csX81" fmla="*/ 5744627 w 11180243"/>
              <a:gd name="csY81" fmla="*/ 1781689 h 8319657"/>
              <a:gd name="csX82" fmla="*/ 5882413 w 11180243"/>
              <a:gd name="csY82" fmla="*/ 1794215 h 8319657"/>
              <a:gd name="csX83" fmla="*/ 5945043 w 11180243"/>
              <a:gd name="csY83" fmla="*/ 1794215 h 8319657"/>
              <a:gd name="csX84" fmla="*/ 6283246 w 11180243"/>
              <a:gd name="csY84" fmla="*/ 1631377 h 8319657"/>
              <a:gd name="csX85" fmla="*/ 6508714 w 11180243"/>
              <a:gd name="csY85" fmla="*/ 1593799 h 8319657"/>
              <a:gd name="csX86" fmla="*/ 6696605 w 11180243"/>
              <a:gd name="csY86" fmla="*/ 1481064 h 8319657"/>
              <a:gd name="csX87" fmla="*/ 6859443 w 11180243"/>
              <a:gd name="csY87" fmla="*/ 1493590 h 8319657"/>
              <a:gd name="csX88" fmla="*/ 6997229 w 11180243"/>
              <a:gd name="csY88" fmla="*/ 1481064 h 8319657"/>
              <a:gd name="csX89" fmla="*/ 7147542 w 11180243"/>
              <a:gd name="csY89" fmla="*/ 1355804 h 8319657"/>
              <a:gd name="csX90" fmla="*/ 7360484 w 11180243"/>
              <a:gd name="csY90" fmla="*/ 1230544 h 8319657"/>
              <a:gd name="csX91" fmla="*/ 7485744 w 11180243"/>
              <a:gd name="csY91" fmla="*/ 1243070 h 8319657"/>
              <a:gd name="csX92" fmla="*/ 7585953 w 11180243"/>
              <a:gd name="csY92" fmla="*/ 1255596 h 8319657"/>
              <a:gd name="csX93" fmla="*/ 7673635 w 11180243"/>
              <a:gd name="csY93" fmla="*/ 1255596 h 8319657"/>
              <a:gd name="csX94" fmla="*/ 7886577 w 11180243"/>
              <a:gd name="csY94" fmla="*/ 1218018 h 8319657"/>
              <a:gd name="csX95" fmla="*/ 7949207 w 11180243"/>
              <a:gd name="csY95" fmla="*/ 1167914 h 8319657"/>
              <a:gd name="csX96" fmla="*/ 8086994 w 11180243"/>
              <a:gd name="csY96" fmla="*/ 1180440 h 8319657"/>
              <a:gd name="csX97" fmla="*/ 8086994 w 11180243"/>
              <a:gd name="csY97" fmla="*/ 1180440 h 8319657"/>
              <a:gd name="csX98" fmla="*/ 8224780 w 11180243"/>
              <a:gd name="csY98" fmla="*/ 1130336 h 8319657"/>
              <a:gd name="csX99" fmla="*/ 8412671 w 11180243"/>
              <a:gd name="csY99" fmla="*/ 1042653 h 8319657"/>
              <a:gd name="csX100" fmla="*/ 8588035 w 11180243"/>
              <a:gd name="csY100" fmla="*/ 942445 h 8319657"/>
              <a:gd name="csX101" fmla="*/ 8663191 w 11180243"/>
              <a:gd name="csY101" fmla="*/ 854763 h 8319657"/>
              <a:gd name="csX102" fmla="*/ 8700769 w 11180243"/>
              <a:gd name="csY102" fmla="*/ 804659 h 8319657"/>
              <a:gd name="csX103" fmla="*/ 8851081 w 11180243"/>
              <a:gd name="csY103" fmla="*/ 779607 h 8319657"/>
              <a:gd name="csX104" fmla="*/ 8963816 w 11180243"/>
              <a:gd name="csY104" fmla="*/ 754555 h 8319657"/>
              <a:gd name="csX105" fmla="*/ 9076550 w 11180243"/>
              <a:gd name="csY105" fmla="*/ 716977 h 8319657"/>
              <a:gd name="csX106" fmla="*/ 9126654 w 11180243"/>
              <a:gd name="csY106" fmla="*/ 691925 h 8319657"/>
              <a:gd name="csX107" fmla="*/ 9373500 w 11180243"/>
              <a:gd name="csY107" fmla="*/ 691925 h 8319657"/>
              <a:gd name="csX108" fmla="*/ 9607403 w 11180243"/>
              <a:gd name="csY108" fmla="*/ 410423 h 8319657"/>
              <a:gd name="csX109" fmla="*/ 10101179 w 11180243"/>
              <a:gd name="csY109" fmla="*/ 123911 h 8319657"/>
              <a:gd name="csX110" fmla="*/ 10588859 w 11180243"/>
              <a:gd name="csY110" fmla="*/ 1991 h 8319657"/>
              <a:gd name="csX111" fmla="*/ 11011905 w 11180243"/>
              <a:gd name="csY111" fmla="*/ 89089 h 8319657"/>
              <a:gd name="csX112" fmla="*/ 11143595 w 11180243"/>
              <a:gd name="csY112" fmla="*/ 251926 h 8319657"/>
              <a:gd name="csX113" fmla="*/ 11180171 w 11180243"/>
              <a:gd name="csY113" fmla="*/ 629879 h 8319657"/>
              <a:gd name="csX114" fmla="*/ 11070443 w 11180243"/>
              <a:gd name="csY114" fmla="*/ 898102 h 8319657"/>
              <a:gd name="csX115" fmla="*/ 10930235 w 11180243"/>
              <a:gd name="csY115" fmla="*/ 1355303 h 8319657"/>
              <a:gd name="csX116" fmla="*/ 10466939 w 11180243"/>
              <a:gd name="csY116" fmla="*/ 1690582 h 8319657"/>
              <a:gd name="csX117" fmla="*/ 10381595 w 11180243"/>
              <a:gd name="csY117" fmla="*/ 2001478 h 8319657"/>
              <a:gd name="csX118" fmla="*/ 10174331 w 11180243"/>
              <a:gd name="csY118" fmla="*/ 2190454 h 8319657"/>
              <a:gd name="csX119" fmla="*/ 9912203 w 11180243"/>
              <a:gd name="csY119" fmla="*/ 2580598 h 8319657"/>
              <a:gd name="csX120" fmla="*/ 9729323 w 11180243"/>
              <a:gd name="csY120" fmla="*/ 2934166 h 8319657"/>
              <a:gd name="csX121" fmla="*/ 9497675 w 11180243"/>
              <a:gd name="csY121" fmla="*/ 3092662 h 8319657"/>
              <a:gd name="csX122" fmla="*/ 9290411 w 11180243"/>
              <a:gd name="csY122" fmla="*/ 3299926 h 8319657"/>
              <a:gd name="csX123" fmla="*/ 8985611 w 11180243"/>
              <a:gd name="csY123" fmla="*/ 3452326 h 8319657"/>
              <a:gd name="csX124" fmla="*/ 8814923 w 11180243"/>
              <a:gd name="csY124" fmla="*/ 3763222 h 8319657"/>
              <a:gd name="csX125" fmla="*/ 8400395 w 11180243"/>
              <a:gd name="csY125" fmla="*/ 3915622 h 8319657"/>
              <a:gd name="csX126" fmla="*/ 8315051 w 11180243"/>
              <a:gd name="csY126" fmla="*/ 4104598 h 8319657"/>
              <a:gd name="csX127" fmla="*/ 8089499 w 11180243"/>
              <a:gd name="csY127" fmla="*/ 4214326 h 8319657"/>
              <a:gd name="csX128" fmla="*/ 7711547 w 11180243"/>
              <a:gd name="csY128" fmla="*/ 4293574 h 8319657"/>
              <a:gd name="csX129" fmla="*/ 7400651 w 11180243"/>
              <a:gd name="csY129" fmla="*/ 4470358 h 8319657"/>
              <a:gd name="csX130" fmla="*/ 6967835 w 11180243"/>
              <a:gd name="csY130" fmla="*/ 4476454 h 8319657"/>
              <a:gd name="csX131" fmla="*/ 6644747 w 11180243"/>
              <a:gd name="csY131" fmla="*/ 4592278 h 8319657"/>
              <a:gd name="csX132" fmla="*/ 6260699 w 11180243"/>
              <a:gd name="csY132" fmla="*/ 4622758 h 8319657"/>
              <a:gd name="csX133" fmla="*/ 6144875 w 11180243"/>
              <a:gd name="csY133" fmla="*/ 4744678 h 8319657"/>
              <a:gd name="csX134" fmla="*/ 5931515 w 11180243"/>
              <a:gd name="csY134" fmla="*/ 4756870 h 8319657"/>
              <a:gd name="csX135" fmla="*/ 5742539 w 11180243"/>
              <a:gd name="csY135" fmla="*/ 4756870 h 8319657"/>
              <a:gd name="csX136" fmla="*/ 5273147 w 11180243"/>
              <a:gd name="csY136" fmla="*/ 4769062 h 8319657"/>
              <a:gd name="csX137" fmla="*/ 4876907 w 11180243"/>
              <a:gd name="csY137" fmla="*/ 4756870 h 8319657"/>
              <a:gd name="csX138" fmla="*/ 4773275 w 11180243"/>
              <a:gd name="csY138" fmla="*/ 4860502 h 8319657"/>
              <a:gd name="csX139" fmla="*/ 4370939 w 11180243"/>
              <a:gd name="csY139" fmla="*/ 5061670 h 8319657"/>
              <a:gd name="csX140" fmla="*/ 3925931 w 11180243"/>
              <a:gd name="csY140" fmla="*/ 5171398 h 8319657"/>
              <a:gd name="csX141" fmla="*/ 4200251 w 11180243"/>
              <a:gd name="csY141" fmla="*/ 5579830 h 8319657"/>
              <a:gd name="csX142" fmla="*/ 4194155 w 11180243"/>
              <a:gd name="csY142" fmla="*/ 6018742 h 8319657"/>
              <a:gd name="csX143" fmla="*/ 4261211 w 11180243"/>
              <a:gd name="csY143" fmla="*/ 6201622 h 8319657"/>
              <a:gd name="csX0" fmla="*/ 4081755 w 11180243"/>
              <a:gd name="csY0" fmla="*/ 7659820 h 8319657"/>
              <a:gd name="csX1" fmla="*/ 3761340 w 11180243"/>
              <a:gd name="csY1" fmla="*/ 8030421 h 8319657"/>
              <a:gd name="csX2" fmla="*/ 3419964 w 11180243"/>
              <a:gd name="csY2" fmla="*/ 8134053 h 8319657"/>
              <a:gd name="csX3" fmla="*/ 3291948 w 11180243"/>
              <a:gd name="csY3" fmla="*/ 8213301 h 8319657"/>
              <a:gd name="csX4" fmla="*/ 3029820 w 11180243"/>
              <a:gd name="csY4" fmla="*/ 8231589 h 8319657"/>
              <a:gd name="csX5" fmla="*/ 2907900 w 11180243"/>
              <a:gd name="csY5" fmla="*/ 8298645 h 8319657"/>
              <a:gd name="csX6" fmla="*/ 2615292 w 11180243"/>
              <a:gd name="csY6" fmla="*/ 8188917 h 8319657"/>
              <a:gd name="csX7" fmla="*/ 2091036 w 11180243"/>
              <a:gd name="csY7" fmla="*/ 8286453 h 8319657"/>
              <a:gd name="csX8" fmla="*/ 1530204 w 11180243"/>
              <a:gd name="csY8" fmla="*/ 8152341 h 8319657"/>
              <a:gd name="csX9" fmla="*/ 1292460 w 11180243"/>
              <a:gd name="csY9" fmla="*/ 7932885 h 8319657"/>
              <a:gd name="csX10" fmla="*/ 1005948 w 11180243"/>
              <a:gd name="csY10" fmla="*/ 7743909 h 8319657"/>
              <a:gd name="csX11" fmla="*/ 737724 w 11180243"/>
              <a:gd name="csY11" fmla="*/ 7585413 h 8319657"/>
              <a:gd name="csX12" fmla="*/ 609708 w 11180243"/>
              <a:gd name="csY12" fmla="*/ 7073349 h 8319657"/>
              <a:gd name="csX13" fmla="*/ 573132 w 11180243"/>
              <a:gd name="csY13" fmla="*/ 6683205 h 8319657"/>
              <a:gd name="csX14" fmla="*/ 128124 w 11180243"/>
              <a:gd name="csY14" fmla="*/ 6390597 h 8319657"/>
              <a:gd name="csX15" fmla="*/ 61068 w 11180243"/>
              <a:gd name="csY15" fmla="*/ 6116277 h 8319657"/>
              <a:gd name="csX16" fmla="*/ 109835 w 11180243"/>
              <a:gd name="csY16" fmla="*/ 5927301 h 8319657"/>
              <a:gd name="csX17" fmla="*/ 6204 w 11180243"/>
              <a:gd name="csY17" fmla="*/ 5793189 h 8319657"/>
              <a:gd name="csX18" fmla="*/ 18395 w 11180243"/>
              <a:gd name="csY18" fmla="*/ 5604213 h 8319657"/>
              <a:gd name="csX19" fmla="*/ 122027 w 11180243"/>
              <a:gd name="csY19" fmla="*/ 5372565 h 8319657"/>
              <a:gd name="csX20" fmla="*/ 270753 w 11180243"/>
              <a:gd name="csY20" fmla="*/ 4762883 h 8319657"/>
              <a:gd name="csX21" fmla="*/ 183071 w 11180243"/>
              <a:gd name="csY21" fmla="*/ 4612571 h 8319657"/>
              <a:gd name="csX22" fmla="*/ 208123 w 11180243"/>
              <a:gd name="csY22" fmla="*/ 4524889 h 8319657"/>
              <a:gd name="csX23" fmla="*/ 183071 w 11180243"/>
              <a:gd name="csY23" fmla="*/ 4399629 h 8319657"/>
              <a:gd name="csX24" fmla="*/ 145492 w 11180243"/>
              <a:gd name="csY24" fmla="*/ 4324473 h 8319657"/>
              <a:gd name="csX25" fmla="*/ 208123 w 11180243"/>
              <a:gd name="csY25" fmla="*/ 4174160 h 8319657"/>
              <a:gd name="csX26" fmla="*/ 258227 w 11180243"/>
              <a:gd name="csY26" fmla="*/ 4061426 h 8319657"/>
              <a:gd name="csX27" fmla="*/ 320857 w 11180243"/>
              <a:gd name="csY27" fmla="*/ 3961218 h 8319657"/>
              <a:gd name="csX28" fmla="*/ 320857 w 11180243"/>
              <a:gd name="csY28" fmla="*/ 3961218 h 8319657"/>
              <a:gd name="csX29" fmla="*/ 433591 w 11180243"/>
              <a:gd name="csY29" fmla="*/ 3835957 h 8319657"/>
              <a:gd name="csX30" fmla="*/ 558851 w 11180243"/>
              <a:gd name="csY30" fmla="*/ 3785853 h 8319657"/>
              <a:gd name="csX31" fmla="*/ 558851 w 11180243"/>
              <a:gd name="csY31" fmla="*/ 3785853 h 8319657"/>
              <a:gd name="csX32" fmla="*/ 546325 w 11180243"/>
              <a:gd name="csY32" fmla="*/ 3673119 h 8319657"/>
              <a:gd name="csX33" fmla="*/ 446117 w 11180243"/>
              <a:gd name="csY33" fmla="*/ 3635541 h 8319657"/>
              <a:gd name="csX34" fmla="*/ 433591 w 11180243"/>
              <a:gd name="csY34" fmla="*/ 3597963 h 8319657"/>
              <a:gd name="csX35" fmla="*/ 483695 w 11180243"/>
              <a:gd name="csY35" fmla="*/ 3472703 h 8319657"/>
              <a:gd name="csX36" fmla="*/ 533799 w 11180243"/>
              <a:gd name="csY36" fmla="*/ 3397547 h 8319657"/>
              <a:gd name="csX37" fmla="*/ 634007 w 11180243"/>
              <a:gd name="csY37" fmla="*/ 3222182 h 8319657"/>
              <a:gd name="csX38" fmla="*/ 659060 w 11180243"/>
              <a:gd name="csY38" fmla="*/ 3147026 h 8319657"/>
              <a:gd name="csX39" fmla="*/ 771794 w 11180243"/>
              <a:gd name="csY39" fmla="*/ 3046818 h 8319657"/>
              <a:gd name="csX40" fmla="*/ 846950 w 11180243"/>
              <a:gd name="csY40" fmla="*/ 2984188 h 8319657"/>
              <a:gd name="csX41" fmla="*/ 947158 w 11180243"/>
              <a:gd name="csY41" fmla="*/ 2934083 h 8319657"/>
              <a:gd name="csX42" fmla="*/ 1022314 w 11180243"/>
              <a:gd name="csY42" fmla="*/ 2883979 h 8319657"/>
              <a:gd name="csX43" fmla="*/ 1135049 w 11180243"/>
              <a:gd name="csY43" fmla="*/ 2821349 h 8319657"/>
              <a:gd name="csX44" fmla="*/ 1197679 w 11180243"/>
              <a:gd name="csY44" fmla="*/ 2758719 h 8319657"/>
              <a:gd name="csX45" fmla="*/ 1297887 w 11180243"/>
              <a:gd name="csY45" fmla="*/ 2671037 h 8319657"/>
              <a:gd name="csX46" fmla="*/ 1448199 w 11180243"/>
              <a:gd name="csY46" fmla="*/ 2620933 h 8319657"/>
              <a:gd name="csX47" fmla="*/ 1573460 w 11180243"/>
              <a:gd name="csY47" fmla="*/ 2658511 h 8319657"/>
              <a:gd name="csX48" fmla="*/ 1573460 w 11180243"/>
              <a:gd name="csY48" fmla="*/ 2658511 h 8319657"/>
              <a:gd name="csX49" fmla="*/ 1510829 w 11180243"/>
              <a:gd name="csY49" fmla="*/ 2595881 h 8319657"/>
              <a:gd name="csX50" fmla="*/ 1548407 w 11180243"/>
              <a:gd name="csY50" fmla="*/ 2407990 h 8319657"/>
              <a:gd name="csX51" fmla="*/ 1673668 w 11180243"/>
              <a:gd name="csY51" fmla="*/ 2307782 h 8319657"/>
              <a:gd name="csX52" fmla="*/ 1773876 w 11180243"/>
              <a:gd name="csY52" fmla="*/ 2245152 h 8319657"/>
              <a:gd name="csX53" fmla="*/ 1798928 w 11180243"/>
              <a:gd name="csY53" fmla="*/ 2207574 h 8319657"/>
              <a:gd name="csX54" fmla="*/ 1961766 w 11180243"/>
              <a:gd name="csY54" fmla="*/ 2195048 h 8319657"/>
              <a:gd name="csX55" fmla="*/ 2112079 w 11180243"/>
              <a:gd name="csY55" fmla="*/ 2245152 h 8319657"/>
              <a:gd name="csX56" fmla="*/ 2112079 w 11180243"/>
              <a:gd name="csY56" fmla="*/ 2245152 h 8319657"/>
              <a:gd name="csX57" fmla="*/ 2112079 w 11180243"/>
              <a:gd name="csY57" fmla="*/ 2245152 h 8319657"/>
              <a:gd name="csX58" fmla="*/ 2224813 w 11180243"/>
              <a:gd name="csY58" fmla="*/ 2195048 h 8319657"/>
              <a:gd name="csX59" fmla="*/ 2375125 w 11180243"/>
              <a:gd name="csY59" fmla="*/ 2094840 h 8319657"/>
              <a:gd name="csX60" fmla="*/ 2613120 w 11180243"/>
              <a:gd name="csY60" fmla="*/ 2057262 h 8319657"/>
              <a:gd name="csX61" fmla="*/ 2788484 w 11180243"/>
              <a:gd name="csY61" fmla="*/ 2082314 h 8319657"/>
              <a:gd name="csX62" fmla="*/ 2888692 w 11180243"/>
              <a:gd name="csY62" fmla="*/ 2169996 h 8319657"/>
              <a:gd name="csX63" fmla="*/ 3013953 w 11180243"/>
              <a:gd name="csY63" fmla="*/ 2195048 h 8319657"/>
              <a:gd name="csX64" fmla="*/ 2851114 w 11180243"/>
              <a:gd name="csY64" fmla="*/ 2082314 h 8319657"/>
              <a:gd name="csX65" fmla="*/ 2938797 w 11180243"/>
              <a:gd name="csY65" fmla="*/ 1957053 h 8319657"/>
              <a:gd name="csX66" fmla="*/ 3101635 w 11180243"/>
              <a:gd name="csY66" fmla="*/ 1957053 h 8319657"/>
              <a:gd name="csX67" fmla="*/ 3302051 w 11180243"/>
              <a:gd name="csY67" fmla="*/ 1957053 h 8319657"/>
              <a:gd name="csX68" fmla="*/ 3464890 w 11180243"/>
              <a:gd name="csY68" fmla="*/ 1969579 h 8319657"/>
              <a:gd name="csX69" fmla="*/ 3815618 w 11180243"/>
              <a:gd name="csY69" fmla="*/ 1919475 h 8319657"/>
              <a:gd name="csX70" fmla="*/ 3978457 w 11180243"/>
              <a:gd name="csY70" fmla="*/ 1919475 h 8319657"/>
              <a:gd name="csX71" fmla="*/ 4241503 w 11180243"/>
              <a:gd name="csY71" fmla="*/ 1894423 h 8319657"/>
              <a:gd name="csX72" fmla="*/ 4391816 w 11180243"/>
              <a:gd name="csY72" fmla="*/ 1906949 h 8319657"/>
              <a:gd name="csX73" fmla="*/ 4567180 w 11180243"/>
              <a:gd name="csY73" fmla="*/ 1994631 h 8319657"/>
              <a:gd name="csX74" fmla="*/ 4567180 w 11180243"/>
              <a:gd name="csY74" fmla="*/ 1994631 h 8319657"/>
              <a:gd name="csX75" fmla="*/ 4504550 w 11180243"/>
              <a:gd name="csY75" fmla="*/ 1844319 h 8319657"/>
              <a:gd name="csX76" fmla="*/ 4704966 w 11180243"/>
              <a:gd name="csY76" fmla="*/ 1844319 h 8319657"/>
              <a:gd name="csX77" fmla="*/ 4892857 w 11180243"/>
              <a:gd name="csY77" fmla="*/ 1869371 h 8319657"/>
              <a:gd name="csX78" fmla="*/ 4980539 w 11180243"/>
              <a:gd name="csY78" fmla="*/ 1869371 h 8319657"/>
              <a:gd name="csX79" fmla="*/ 5168429 w 11180243"/>
              <a:gd name="csY79" fmla="*/ 1769163 h 8319657"/>
              <a:gd name="csX80" fmla="*/ 5406424 w 11180243"/>
              <a:gd name="csY80" fmla="*/ 1794215 h 8319657"/>
              <a:gd name="csX81" fmla="*/ 5556736 w 11180243"/>
              <a:gd name="csY81" fmla="*/ 1819267 h 8319657"/>
              <a:gd name="csX82" fmla="*/ 5744627 w 11180243"/>
              <a:gd name="csY82" fmla="*/ 1781689 h 8319657"/>
              <a:gd name="csX83" fmla="*/ 5882413 w 11180243"/>
              <a:gd name="csY83" fmla="*/ 1794215 h 8319657"/>
              <a:gd name="csX84" fmla="*/ 5945043 w 11180243"/>
              <a:gd name="csY84" fmla="*/ 1794215 h 8319657"/>
              <a:gd name="csX85" fmla="*/ 6283246 w 11180243"/>
              <a:gd name="csY85" fmla="*/ 1631377 h 8319657"/>
              <a:gd name="csX86" fmla="*/ 6508714 w 11180243"/>
              <a:gd name="csY86" fmla="*/ 1593799 h 8319657"/>
              <a:gd name="csX87" fmla="*/ 6696605 w 11180243"/>
              <a:gd name="csY87" fmla="*/ 1481064 h 8319657"/>
              <a:gd name="csX88" fmla="*/ 6859443 w 11180243"/>
              <a:gd name="csY88" fmla="*/ 1493590 h 8319657"/>
              <a:gd name="csX89" fmla="*/ 6997229 w 11180243"/>
              <a:gd name="csY89" fmla="*/ 1481064 h 8319657"/>
              <a:gd name="csX90" fmla="*/ 7147542 w 11180243"/>
              <a:gd name="csY90" fmla="*/ 1355804 h 8319657"/>
              <a:gd name="csX91" fmla="*/ 7360484 w 11180243"/>
              <a:gd name="csY91" fmla="*/ 1230544 h 8319657"/>
              <a:gd name="csX92" fmla="*/ 7485744 w 11180243"/>
              <a:gd name="csY92" fmla="*/ 1243070 h 8319657"/>
              <a:gd name="csX93" fmla="*/ 7585953 w 11180243"/>
              <a:gd name="csY93" fmla="*/ 1255596 h 8319657"/>
              <a:gd name="csX94" fmla="*/ 7673635 w 11180243"/>
              <a:gd name="csY94" fmla="*/ 1255596 h 8319657"/>
              <a:gd name="csX95" fmla="*/ 7886577 w 11180243"/>
              <a:gd name="csY95" fmla="*/ 1218018 h 8319657"/>
              <a:gd name="csX96" fmla="*/ 7949207 w 11180243"/>
              <a:gd name="csY96" fmla="*/ 1167914 h 8319657"/>
              <a:gd name="csX97" fmla="*/ 8086994 w 11180243"/>
              <a:gd name="csY97" fmla="*/ 1180440 h 8319657"/>
              <a:gd name="csX98" fmla="*/ 8086994 w 11180243"/>
              <a:gd name="csY98" fmla="*/ 1180440 h 8319657"/>
              <a:gd name="csX99" fmla="*/ 8224780 w 11180243"/>
              <a:gd name="csY99" fmla="*/ 1130336 h 8319657"/>
              <a:gd name="csX100" fmla="*/ 8412671 w 11180243"/>
              <a:gd name="csY100" fmla="*/ 1042653 h 8319657"/>
              <a:gd name="csX101" fmla="*/ 8588035 w 11180243"/>
              <a:gd name="csY101" fmla="*/ 942445 h 8319657"/>
              <a:gd name="csX102" fmla="*/ 8663191 w 11180243"/>
              <a:gd name="csY102" fmla="*/ 854763 h 8319657"/>
              <a:gd name="csX103" fmla="*/ 8700769 w 11180243"/>
              <a:gd name="csY103" fmla="*/ 804659 h 8319657"/>
              <a:gd name="csX104" fmla="*/ 8851081 w 11180243"/>
              <a:gd name="csY104" fmla="*/ 779607 h 8319657"/>
              <a:gd name="csX105" fmla="*/ 8963816 w 11180243"/>
              <a:gd name="csY105" fmla="*/ 754555 h 8319657"/>
              <a:gd name="csX106" fmla="*/ 9076550 w 11180243"/>
              <a:gd name="csY106" fmla="*/ 716977 h 8319657"/>
              <a:gd name="csX107" fmla="*/ 9126654 w 11180243"/>
              <a:gd name="csY107" fmla="*/ 691925 h 8319657"/>
              <a:gd name="csX108" fmla="*/ 9373500 w 11180243"/>
              <a:gd name="csY108" fmla="*/ 691925 h 8319657"/>
              <a:gd name="csX109" fmla="*/ 9607403 w 11180243"/>
              <a:gd name="csY109" fmla="*/ 410423 h 8319657"/>
              <a:gd name="csX110" fmla="*/ 10101179 w 11180243"/>
              <a:gd name="csY110" fmla="*/ 123911 h 8319657"/>
              <a:gd name="csX111" fmla="*/ 10588859 w 11180243"/>
              <a:gd name="csY111" fmla="*/ 1991 h 8319657"/>
              <a:gd name="csX112" fmla="*/ 11011905 w 11180243"/>
              <a:gd name="csY112" fmla="*/ 89089 h 8319657"/>
              <a:gd name="csX113" fmla="*/ 11143595 w 11180243"/>
              <a:gd name="csY113" fmla="*/ 251926 h 8319657"/>
              <a:gd name="csX114" fmla="*/ 11180171 w 11180243"/>
              <a:gd name="csY114" fmla="*/ 629879 h 8319657"/>
              <a:gd name="csX115" fmla="*/ 11070443 w 11180243"/>
              <a:gd name="csY115" fmla="*/ 898102 h 8319657"/>
              <a:gd name="csX116" fmla="*/ 10930235 w 11180243"/>
              <a:gd name="csY116" fmla="*/ 1355303 h 8319657"/>
              <a:gd name="csX117" fmla="*/ 10466939 w 11180243"/>
              <a:gd name="csY117" fmla="*/ 1690582 h 8319657"/>
              <a:gd name="csX118" fmla="*/ 10381595 w 11180243"/>
              <a:gd name="csY118" fmla="*/ 2001478 h 8319657"/>
              <a:gd name="csX119" fmla="*/ 10174331 w 11180243"/>
              <a:gd name="csY119" fmla="*/ 2190454 h 8319657"/>
              <a:gd name="csX120" fmla="*/ 9912203 w 11180243"/>
              <a:gd name="csY120" fmla="*/ 2580598 h 8319657"/>
              <a:gd name="csX121" fmla="*/ 9729323 w 11180243"/>
              <a:gd name="csY121" fmla="*/ 2934166 h 8319657"/>
              <a:gd name="csX122" fmla="*/ 9497675 w 11180243"/>
              <a:gd name="csY122" fmla="*/ 3092662 h 8319657"/>
              <a:gd name="csX123" fmla="*/ 9290411 w 11180243"/>
              <a:gd name="csY123" fmla="*/ 3299926 h 8319657"/>
              <a:gd name="csX124" fmla="*/ 8985611 w 11180243"/>
              <a:gd name="csY124" fmla="*/ 3452326 h 8319657"/>
              <a:gd name="csX125" fmla="*/ 8814923 w 11180243"/>
              <a:gd name="csY125" fmla="*/ 3763222 h 8319657"/>
              <a:gd name="csX126" fmla="*/ 8400395 w 11180243"/>
              <a:gd name="csY126" fmla="*/ 3915622 h 8319657"/>
              <a:gd name="csX127" fmla="*/ 8315051 w 11180243"/>
              <a:gd name="csY127" fmla="*/ 4104598 h 8319657"/>
              <a:gd name="csX128" fmla="*/ 8089499 w 11180243"/>
              <a:gd name="csY128" fmla="*/ 4214326 h 8319657"/>
              <a:gd name="csX129" fmla="*/ 7711547 w 11180243"/>
              <a:gd name="csY129" fmla="*/ 4293574 h 8319657"/>
              <a:gd name="csX130" fmla="*/ 7400651 w 11180243"/>
              <a:gd name="csY130" fmla="*/ 4470358 h 8319657"/>
              <a:gd name="csX131" fmla="*/ 6967835 w 11180243"/>
              <a:gd name="csY131" fmla="*/ 4476454 h 8319657"/>
              <a:gd name="csX132" fmla="*/ 6644747 w 11180243"/>
              <a:gd name="csY132" fmla="*/ 4592278 h 8319657"/>
              <a:gd name="csX133" fmla="*/ 6260699 w 11180243"/>
              <a:gd name="csY133" fmla="*/ 4622758 h 8319657"/>
              <a:gd name="csX134" fmla="*/ 6144875 w 11180243"/>
              <a:gd name="csY134" fmla="*/ 4744678 h 8319657"/>
              <a:gd name="csX135" fmla="*/ 5931515 w 11180243"/>
              <a:gd name="csY135" fmla="*/ 4756870 h 8319657"/>
              <a:gd name="csX136" fmla="*/ 5742539 w 11180243"/>
              <a:gd name="csY136" fmla="*/ 4756870 h 8319657"/>
              <a:gd name="csX137" fmla="*/ 5273147 w 11180243"/>
              <a:gd name="csY137" fmla="*/ 4769062 h 8319657"/>
              <a:gd name="csX138" fmla="*/ 4876907 w 11180243"/>
              <a:gd name="csY138" fmla="*/ 4756870 h 8319657"/>
              <a:gd name="csX139" fmla="*/ 4773275 w 11180243"/>
              <a:gd name="csY139" fmla="*/ 4860502 h 8319657"/>
              <a:gd name="csX140" fmla="*/ 4370939 w 11180243"/>
              <a:gd name="csY140" fmla="*/ 5061670 h 8319657"/>
              <a:gd name="csX141" fmla="*/ 3925931 w 11180243"/>
              <a:gd name="csY141" fmla="*/ 5171398 h 8319657"/>
              <a:gd name="csX142" fmla="*/ 4200251 w 11180243"/>
              <a:gd name="csY142" fmla="*/ 5579830 h 8319657"/>
              <a:gd name="csX143" fmla="*/ 4194155 w 11180243"/>
              <a:gd name="csY143" fmla="*/ 6018742 h 8319657"/>
              <a:gd name="csX144" fmla="*/ 4261211 w 11180243"/>
              <a:gd name="csY144" fmla="*/ 6201622 h 8319657"/>
              <a:gd name="csX0" fmla="*/ 4106139 w 11180243"/>
              <a:gd name="csY0" fmla="*/ 7208716 h 8319657"/>
              <a:gd name="csX1" fmla="*/ 3761340 w 11180243"/>
              <a:gd name="csY1" fmla="*/ 8030421 h 8319657"/>
              <a:gd name="csX2" fmla="*/ 3419964 w 11180243"/>
              <a:gd name="csY2" fmla="*/ 8134053 h 8319657"/>
              <a:gd name="csX3" fmla="*/ 3291948 w 11180243"/>
              <a:gd name="csY3" fmla="*/ 8213301 h 8319657"/>
              <a:gd name="csX4" fmla="*/ 3029820 w 11180243"/>
              <a:gd name="csY4" fmla="*/ 8231589 h 8319657"/>
              <a:gd name="csX5" fmla="*/ 2907900 w 11180243"/>
              <a:gd name="csY5" fmla="*/ 8298645 h 8319657"/>
              <a:gd name="csX6" fmla="*/ 2615292 w 11180243"/>
              <a:gd name="csY6" fmla="*/ 8188917 h 8319657"/>
              <a:gd name="csX7" fmla="*/ 2091036 w 11180243"/>
              <a:gd name="csY7" fmla="*/ 8286453 h 8319657"/>
              <a:gd name="csX8" fmla="*/ 1530204 w 11180243"/>
              <a:gd name="csY8" fmla="*/ 8152341 h 8319657"/>
              <a:gd name="csX9" fmla="*/ 1292460 w 11180243"/>
              <a:gd name="csY9" fmla="*/ 7932885 h 8319657"/>
              <a:gd name="csX10" fmla="*/ 1005948 w 11180243"/>
              <a:gd name="csY10" fmla="*/ 7743909 h 8319657"/>
              <a:gd name="csX11" fmla="*/ 737724 w 11180243"/>
              <a:gd name="csY11" fmla="*/ 7585413 h 8319657"/>
              <a:gd name="csX12" fmla="*/ 609708 w 11180243"/>
              <a:gd name="csY12" fmla="*/ 7073349 h 8319657"/>
              <a:gd name="csX13" fmla="*/ 573132 w 11180243"/>
              <a:gd name="csY13" fmla="*/ 6683205 h 8319657"/>
              <a:gd name="csX14" fmla="*/ 128124 w 11180243"/>
              <a:gd name="csY14" fmla="*/ 6390597 h 8319657"/>
              <a:gd name="csX15" fmla="*/ 61068 w 11180243"/>
              <a:gd name="csY15" fmla="*/ 6116277 h 8319657"/>
              <a:gd name="csX16" fmla="*/ 109835 w 11180243"/>
              <a:gd name="csY16" fmla="*/ 5927301 h 8319657"/>
              <a:gd name="csX17" fmla="*/ 6204 w 11180243"/>
              <a:gd name="csY17" fmla="*/ 5793189 h 8319657"/>
              <a:gd name="csX18" fmla="*/ 18395 w 11180243"/>
              <a:gd name="csY18" fmla="*/ 5604213 h 8319657"/>
              <a:gd name="csX19" fmla="*/ 122027 w 11180243"/>
              <a:gd name="csY19" fmla="*/ 5372565 h 8319657"/>
              <a:gd name="csX20" fmla="*/ 270753 w 11180243"/>
              <a:gd name="csY20" fmla="*/ 4762883 h 8319657"/>
              <a:gd name="csX21" fmla="*/ 183071 w 11180243"/>
              <a:gd name="csY21" fmla="*/ 4612571 h 8319657"/>
              <a:gd name="csX22" fmla="*/ 208123 w 11180243"/>
              <a:gd name="csY22" fmla="*/ 4524889 h 8319657"/>
              <a:gd name="csX23" fmla="*/ 183071 w 11180243"/>
              <a:gd name="csY23" fmla="*/ 4399629 h 8319657"/>
              <a:gd name="csX24" fmla="*/ 145492 w 11180243"/>
              <a:gd name="csY24" fmla="*/ 4324473 h 8319657"/>
              <a:gd name="csX25" fmla="*/ 208123 w 11180243"/>
              <a:gd name="csY25" fmla="*/ 4174160 h 8319657"/>
              <a:gd name="csX26" fmla="*/ 258227 w 11180243"/>
              <a:gd name="csY26" fmla="*/ 4061426 h 8319657"/>
              <a:gd name="csX27" fmla="*/ 320857 w 11180243"/>
              <a:gd name="csY27" fmla="*/ 3961218 h 8319657"/>
              <a:gd name="csX28" fmla="*/ 320857 w 11180243"/>
              <a:gd name="csY28" fmla="*/ 3961218 h 8319657"/>
              <a:gd name="csX29" fmla="*/ 433591 w 11180243"/>
              <a:gd name="csY29" fmla="*/ 3835957 h 8319657"/>
              <a:gd name="csX30" fmla="*/ 558851 w 11180243"/>
              <a:gd name="csY30" fmla="*/ 3785853 h 8319657"/>
              <a:gd name="csX31" fmla="*/ 558851 w 11180243"/>
              <a:gd name="csY31" fmla="*/ 3785853 h 8319657"/>
              <a:gd name="csX32" fmla="*/ 546325 w 11180243"/>
              <a:gd name="csY32" fmla="*/ 3673119 h 8319657"/>
              <a:gd name="csX33" fmla="*/ 446117 w 11180243"/>
              <a:gd name="csY33" fmla="*/ 3635541 h 8319657"/>
              <a:gd name="csX34" fmla="*/ 433591 w 11180243"/>
              <a:gd name="csY34" fmla="*/ 3597963 h 8319657"/>
              <a:gd name="csX35" fmla="*/ 483695 w 11180243"/>
              <a:gd name="csY35" fmla="*/ 3472703 h 8319657"/>
              <a:gd name="csX36" fmla="*/ 533799 w 11180243"/>
              <a:gd name="csY36" fmla="*/ 3397547 h 8319657"/>
              <a:gd name="csX37" fmla="*/ 634007 w 11180243"/>
              <a:gd name="csY37" fmla="*/ 3222182 h 8319657"/>
              <a:gd name="csX38" fmla="*/ 659060 w 11180243"/>
              <a:gd name="csY38" fmla="*/ 3147026 h 8319657"/>
              <a:gd name="csX39" fmla="*/ 771794 w 11180243"/>
              <a:gd name="csY39" fmla="*/ 3046818 h 8319657"/>
              <a:gd name="csX40" fmla="*/ 846950 w 11180243"/>
              <a:gd name="csY40" fmla="*/ 2984188 h 8319657"/>
              <a:gd name="csX41" fmla="*/ 947158 w 11180243"/>
              <a:gd name="csY41" fmla="*/ 2934083 h 8319657"/>
              <a:gd name="csX42" fmla="*/ 1022314 w 11180243"/>
              <a:gd name="csY42" fmla="*/ 2883979 h 8319657"/>
              <a:gd name="csX43" fmla="*/ 1135049 w 11180243"/>
              <a:gd name="csY43" fmla="*/ 2821349 h 8319657"/>
              <a:gd name="csX44" fmla="*/ 1197679 w 11180243"/>
              <a:gd name="csY44" fmla="*/ 2758719 h 8319657"/>
              <a:gd name="csX45" fmla="*/ 1297887 w 11180243"/>
              <a:gd name="csY45" fmla="*/ 2671037 h 8319657"/>
              <a:gd name="csX46" fmla="*/ 1448199 w 11180243"/>
              <a:gd name="csY46" fmla="*/ 2620933 h 8319657"/>
              <a:gd name="csX47" fmla="*/ 1573460 w 11180243"/>
              <a:gd name="csY47" fmla="*/ 2658511 h 8319657"/>
              <a:gd name="csX48" fmla="*/ 1573460 w 11180243"/>
              <a:gd name="csY48" fmla="*/ 2658511 h 8319657"/>
              <a:gd name="csX49" fmla="*/ 1510829 w 11180243"/>
              <a:gd name="csY49" fmla="*/ 2595881 h 8319657"/>
              <a:gd name="csX50" fmla="*/ 1548407 w 11180243"/>
              <a:gd name="csY50" fmla="*/ 2407990 h 8319657"/>
              <a:gd name="csX51" fmla="*/ 1673668 w 11180243"/>
              <a:gd name="csY51" fmla="*/ 2307782 h 8319657"/>
              <a:gd name="csX52" fmla="*/ 1773876 w 11180243"/>
              <a:gd name="csY52" fmla="*/ 2245152 h 8319657"/>
              <a:gd name="csX53" fmla="*/ 1798928 w 11180243"/>
              <a:gd name="csY53" fmla="*/ 2207574 h 8319657"/>
              <a:gd name="csX54" fmla="*/ 1961766 w 11180243"/>
              <a:gd name="csY54" fmla="*/ 2195048 h 8319657"/>
              <a:gd name="csX55" fmla="*/ 2112079 w 11180243"/>
              <a:gd name="csY55" fmla="*/ 2245152 h 8319657"/>
              <a:gd name="csX56" fmla="*/ 2112079 w 11180243"/>
              <a:gd name="csY56" fmla="*/ 2245152 h 8319657"/>
              <a:gd name="csX57" fmla="*/ 2112079 w 11180243"/>
              <a:gd name="csY57" fmla="*/ 2245152 h 8319657"/>
              <a:gd name="csX58" fmla="*/ 2224813 w 11180243"/>
              <a:gd name="csY58" fmla="*/ 2195048 h 8319657"/>
              <a:gd name="csX59" fmla="*/ 2375125 w 11180243"/>
              <a:gd name="csY59" fmla="*/ 2094840 h 8319657"/>
              <a:gd name="csX60" fmla="*/ 2613120 w 11180243"/>
              <a:gd name="csY60" fmla="*/ 2057262 h 8319657"/>
              <a:gd name="csX61" fmla="*/ 2788484 w 11180243"/>
              <a:gd name="csY61" fmla="*/ 2082314 h 8319657"/>
              <a:gd name="csX62" fmla="*/ 2888692 w 11180243"/>
              <a:gd name="csY62" fmla="*/ 2169996 h 8319657"/>
              <a:gd name="csX63" fmla="*/ 3013953 w 11180243"/>
              <a:gd name="csY63" fmla="*/ 2195048 h 8319657"/>
              <a:gd name="csX64" fmla="*/ 2851114 w 11180243"/>
              <a:gd name="csY64" fmla="*/ 2082314 h 8319657"/>
              <a:gd name="csX65" fmla="*/ 2938797 w 11180243"/>
              <a:gd name="csY65" fmla="*/ 1957053 h 8319657"/>
              <a:gd name="csX66" fmla="*/ 3101635 w 11180243"/>
              <a:gd name="csY66" fmla="*/ 1957053 h 8319657"/>
              <a:gd name="csX67" fmla="*/ 3302051 w 11180243"/>
              <a:gd name="csY67" fmla="*/ 1957053 h 8319657"/>
              <a:gd name="csX68" fmla="*/ 3464890 w 11180243"/>
              <a:gd name="csY68" fmla="*/ 1969579 h 8319657"/>
              <a:gd name="csX69" fmla="*/ 3815618 w 11180243"/>
              <a:gd name="csY69" fmla="*/ 1919475 h 8319657"/>
              <a:gd name="csX70" fmla="*/ 3978457 w 11180243"/>
              <a:gd name="csY70" fmla="*/ 1919475 h 8319657"/>
              <a:gd name="csX71" fmla="*/ 4241503 w 11180243"/>
              <a:gd name="csY71" fmla="*/ 1894423 h 8319657"/>
              <a:gd name="csX72" fmla="*/ 4391816 w 11180243"/>
              <a:gd name="csY72" fmla="*/ 1906949 h 8319657"/>
              <a:gd name="csX73" fmla="*/ 4567180 w 11180243"/>
              <a:gd name="csY73" fmla="*/ 1994631 h 8319657"/>
              <a:gd name="csX74" fmla="*/ 4567180 w 11180243"/>
              <a:gd name="csY74" fmla="*/ 1994631 h 8319657"/>
              <a:gd name="csX75" fmla="*/ 4504550 w 11180243"/>
              <a:gd name="csY75" fmla="*/ 1844319 h 8319657"/>
              <a:gd name="csX76" fmla="*/ 4704966 w 11180243"/>
              <a:gd name="csY76" fmla="*/ 1844319 h 8319657"/>
              <a:gd name="csX77" fmla="*/ 4892857 w 11180243"/>
              <a:gd name="csY77" fmla="*/ 1869371 h 8319657"/>
              <a:gd name="csX78" fmla="*/ 4980539 w 11180243"/>
              <a:gd name="csY78" fmla="*/ 1869371 h 8319657"/>
              <a:gd name="csX79" fmla="*/ 5168429 w 11180243"/>
              <a:gd name="csY79" fmla="*/ 1769163 h 8319657"/>
              <a:gd name="csX80" fmla="*/ 5406424 w 11180243"/>
              <a:gd name="csY80" fmla="*/ 1794215 h 8319657"/>
              <a:gd name="csX81" fmla="*/ 5556736 w 11180243"/>
              <a:gd name="csY81" fmla="*/ 1819267 h 8319657"/>
              <a:gd name="csX82" fmla="*/ 5744627 w 11180243"/>
              <a:gd name="csY82" fmla="*/ 1781689 h 8319657"/>
              <a:gd name="csX83" fmla="*/ 5882413 w 11180243"/>
              <a:gd name="csY83" fmla="*/ 1794215 h 8319657"/>
              <a:gd name="csX84" fmla="*/ 5945043 w 11180243"/>
              <a:gd name="csY84" fmla="*/ 1794215 h 8319657"/>
              <a:gd name="csX85" fmla="*/ 6283246 w 11180243"/>
              <a:gd name="csY85" fmla="*/ 1631377 h 8319657"/>
              <a:gd name="csX86" fmla="*/ 6508714 w 11180243"/>
              <a:gd name="csY86" fmla="*/ 1593799 h 8319657"/>
              <a:gd name="csX87" fmla="*/ 6696605 w 11180243"/>
              <a:gd name="csY87" fmla="*/ 1481064 h 8319657"/>
              <a:gd name="csX88" fmla="*/ 6859443 w 11180243"/>
              <a:gd name="csY88" fmla="*/ 1493590 h 8319657"/>
              <a:gd name="csX89" fmla="*/ 6997229 w 11180243"/>
              <a:gd name="csY89" fmla="*/ 1481064 h 8319657"/>
              <a:gd name="csX90" fmla="*/ 7147542 w 11180243"/>
              <a:gd name="csY90" fmla="*/ 1355804 h 8319657"/>
              <a:gd name="csX91" fmla="*/ 7360484 w 11180243"/>
              <a:gd name="csY91" fmla="*/ 1230544 h 8319657"/>
              <a:gd name="csX92" fmla="*/ 7485744 w 11180243"/>
              <a:gd name="csY92" fmla="*/ 1243070 h 8319657"/>
              <a:gd name="csX93" fmla="*/ 7585953 w 11180243"/>
              <a:gd name="csY93" fmla="*/ 1255596 h 8319657"/>
              <a:gd name="csX94" fmla="*/ 7673635 w 11180243"/>
              <a:gd name="csY94" fmla="*/ 1255596 h 8319657"/>
              <a:gd name="csX95" fmla="*/ 7886577 w 11180243"/>
              <a:gd name="csY95" fmla="*/ 1218018 h 8319657"/>
              <a:gd name="csX96" fmla="*/ 7949207 w 11180243"/>
              <a:gd name="csY96" fmla="*/ 1167914 h 8319657"/>
              <a:gd name="csX97" fmla="*/ 8086994 w 11180243"/>
              <a:gd name="csY97" fmla="*/ 1180440 h 8319657"/>
              <a:gd name="csX98" fmla="*/ 8086994 w 11180243"/>
              <a:gd name="csY98" fmla="*/ 1180440 h 8319657"/>
              <a:gd name="csX99" fmla="*/ 8224780 w 11180243"/>
              <a:gd name="csY99" fmla="*/ 1130336 h 8319657"/>
              <a:gd name="csX100" fmla="*/ 8412671 w 11180243"/>
              <a:gd name="csY100" fmla="*/ 1042653 h 8319657"/>
              <a:gd name="csX101" fmla="*/ 8588035 w 11180243"/>
              <a:gd name="csY101" fmla="*/ 942445 h 8319657"/>
              <a:gd name="csX102" fmla="*/ 8663191 w 11180243"/>
              <a:gd name="csY102" fmla="*/ 854763 h 8319657"/>
              <a:gd name="csX103" fmla="*/ 8700769 w 11180243"/>
              <a:gd name="csY103" fmla="*/ 804659 h 8319657"/>
              <a:gd name="csX104" fmla="*/ 8851081 w 11180243"/>
              <a:gd name="csY104" fmla="*/ 779607 h 8319657"/>
              <a:gd name="csX105" fmla="*/ 8963816 w 11180243"/>
              <a:gd name="csY105" fmla="*/ 754555 h 8319657"/>
              <a:gd name="csX106" fmla="*/ 9076550 w 11180243"/>
              <a:gd name="csY106" fmla="*/ 716977 h 8319657"/>
              <a:gd name="csX107" fmla="*/ 9126654 w 11180243"/>
              <a:gd name="csY107" fmla="*/ 691925 h 8319657"/>
              <a:gd name="csX108" fmla="*/ 9373500 w 11180243"/>
              <a:gd name="csY108" fmla="*/ 691925 h 8319657"/>
              <a:gd name="csX109" fmla="*/ 9607403 w 11180243"/>
              <a:gd name="csY109" fmla="*/ 410423 h 8319657"/>
              <a:gd name="csX110" fmla="*/ 10101179 w 11180243"/>
              <a:gd name="csY110" fmla="*/ 123911 h 8319657"/>
              <a:gd name="csX111" fmla="*/ 10588859 w 11180243"/>
              <a:gd name="csY111" fmla="*/ 1991 h 8319657"/>
              <a:gd name="csX112" fmla="*/ 11011905 w 11180243"/>
              <a:gd name="csY112" fmla="*/ 89089 h 8319657"/>
              <a:gd name="csX113" fmla="*/ 11143595 w 11180243"/>
              <a:gd name="csY113" fmla="*/ 251926 h 8319657"/>
              <a:gd name="csX114" fmla="*/ 11180171 w 11180243"/>
              <a:gd name="csY114" fmla="*/ 629879 h 8319657"/>
              <a:gd name="csX115" fmla="*/ 11070443 w 11180243"/>
              <a:gd name="csY115" fmla="*/ 898102 h 8319657"/>
              <a:gd name="csX116" fmla="*/ 10930235 w 11180243"/>
              <a:gd name="csY116" fmla="*/ 1355303 h 8319657"/>
              <a:gd name="csX117" fmla="*/ 10466939 w 11180243"/>
              <a:gd name="csY117" fmla="*/ 1690582 h 8319657"/>
              <a:gd name="csX118" fmla="*/ 10381595 w 11180243"/>
              <a:gd name="csY118" fmla="*/ 2001478 h 8319657"/>
              <a:gd name="csX119" fmla="*/ 10174331 w 11180243"/>
              <a:gd name="csY119" fmla="*/ 2190454 h 8319657"/>
              <a:gd name="csX120" fmla="*/ 9912203 w 11180243"/>
              <a:gd name="csY120" fmla="*/ 2580598 h 8319657"/>
              <a:gd name="csX121" fmla="*/ 9729323 w 11180243"/>
              <a:gd name="csY121" fmla="*/ 2934166 h 8319657"/>
              <a:gd name="csX122" fmla="*/ 9497675 w 11180243"/>
              <a:gd name="csY122" fmla="*/ 3092662 h 8319657"/>
              <a:gd name="csX123" fmla="*/ 9290411 w 11180243"/>
              <a:gd name="csY123" fmla="*/ 3299926 h 8319657"/>
              <a:gd name="csX124" fmla="*/ 8985611 w 11180243"/>
              <a:gd name="csY124" fmla="*/ 3452326 h 8319657"/>
              <a:gd name="csX125" fmla="*/ 8814923 w 11180243"/>
              <a:gd name="csY125" fmla="*/ 3763222 h 8319657"/>
              <a:gd name="csX126" fmla="*/ 8400395 w 11180243"/>
              <a:gd name="csY126" fmla="*/ 3915622 h 8319657"/>
              <a:gd name="csX127" fmla="*/ 8315051 w 11180243"/>
              <a:gd name="csY127" fmla="*/ 4104598 h 8319657"/>
              <a:gd name="csX128" fmla="*/ 8089499 w 11180243"/>
              <a:gd name="csY128" fmla="*/ 4214326 h 8319657"/>
              <a:gd name="csX129" fmla="*/ 7711547 w 11180243"/>
              <a:gd name="csY129" fmla="*/ 4293574 h 8319657"/>
              <a:gd name="csX130" fmla="*/ 7400651 w 11180243"/>
              <a:gd name="csY130" fmla="*/ 4470358 h 8319657"/>
              <a:gd name="csX131" fmla="*/ 6967835 w 11180243"/>
              <a:gd name="csY131" fmla="*/ 4476454 h 8319657"/>
              <a:gd name="csX132" fmla="*/ 6644747 w 11180243"/>
              <a:gd name="csY132" fmla="*/ 4592278 h 8319657"/>
              <a:gd name="csX133" fmla="*/ 6260699 w 11180243"/>
              <a:gd name="csY133" fmla="*/ 4622758 h 8319657"/>
              <a:gd name="csX134" fmla="*/ 6144875 w 11180243"/>
              <a:gd name="csY134" fmla="*/ 4744678 h 8319657"/>
              <a:gd name="csX135" fmla="*/ 5931515 w 11180243"/>
              <a:gd name="csY135" fmla="*/ 4756870 h 8319657"/>
              <a:gd name="csX136" fmla="*/ 5742539 w 11180243"/>
              <a:gd name="csY136" fmla="*/ 4756870 h 8319657"/>
              <a:gd name="csX137" fmla="*/ 5273147 w 11180243"/>
              <a:gd name="csY137" fmla="*/ 4769062 h 8319657"/>
              <a:gd name="csX138" fmla="*/ 4876907 w 11180243"/>
              <a:gd name="csY138" fmla="*/ 4756870 h 8319657"/>
              <a:gd name="csX139" fmla="*/ 4773275 w 11180243"/>
              <a:gd name="csY139" fmla="*/ 4860502 h 8319657"/>
              <a:gd name="csX140" fmla="*/ 4370939 w 11180243"/>
              <a:gd name="csY140" fmla="*/ 5061670 h 8319657"/>
              <a:gd name="csX141" fmla="*/ 3925931 w 11180243"/>
              <a:gd name="csY141" fmla="*/ 5171398 h 8319657"/>
              <a:gd name="csX142" fmla="*/ 4200251 w 11180243"/>
              <a:gd name="csY142" fmla="*/ 5579830 h 8319657"/>
              <a:gd name="csX143" fmla="*/ 4194155 w 11180243"/>
              <a:gd name="csY143" fmla="*/ 6018742 h 8319657"/>
              <a:gd name="csX144" fmla="*/ 4261211 w 11180243"/>
              <a:gd name="csY144" fmla="*/ 6201622 h 8319657"/>
              <a:gd name="csX0" fmla="*/ 4106139 w 11180243"/>
              <a:gd name="csY0" fmla="*/ 7208716 h 8319657"/>
              <a:gd name="csX1" fmla="*/ 3925932 w 11180243"/>
              <a:gd name="csY1" fmla="*/ 7798773 h 8319657"/>
              <a:gd name="csX2" fmla="*/ 3761340 w 11180243"/>
              <a:gd name="csY2" fmla="*/ 8030421 h 8319657"/>
              <a:gd name="csX3" fmla="*/ 3419964 w 11180243"/>
              <a:gd name="csY3" fmla="*/ 8134053 h 8319657"/>
              <a:gd name="csX4" fmla="*/ 3291948 w 11180243"/>
              <a:gd name="csY4" fmla="*/ 8213301 h 8319657"/>
              <a:gd name="csX5" fmla="*/ 3029820 w 11180243"/>
              <a:gd name="csY5" fmla="*/ 8231589 h 8319657"/>
              <a:gd name="csX6" fmla="*/ 2907900 w 11180243"/>
              <a:gd name="csY6" fmla="*/ 8298645 h 8319657"/>
              <a:gd name="csX7" fmla="*/ 2615292 w 11180243"/>
              <a:gd name="csY7" fmla="*/ 8188917 h 8319657"/>
              <a:gd name="csX8" fmla="*/ 2091036 w 11180243"/>
              <a:gd name="csY8" fmla="*/ 8286453 h 8319657"/>
              <a:gd name="csX9" fmla="*/ 1530204 w 11180243"/>
              <a:gd name="csY9" fmla="*/ 8152341 h 8319657"/>
              <a:gd name="csX10" fmla="*/ 1292460 w 11180243"/>
              <a:gd name="csY10" fmla="*/ 7932885 h 8319657"/>
              <a:gd name="csX11" fmla="*/ 1005948 w 11180243"/>
              <a:gd name="csY11" fmla="*/ 7743909 h 8319657"/>
              <a:gd name="csX12" fmla="*/ 737724 w 11180243"/>
              <a:gd name="csY12" fmla="*/ 7585413 h 8319657"/>
              <a:gd name="csX13" fmla="*/ 609708 w 11180243"/>
              <a:gd name="csY13" fmla="*/ 7073349 h 8319657"/>
              <a:gd name="csX14" fmla="*/ 573132 w 11180243"/>
              <a:gd name="csY14" fmla="*/ 6683205 h 8319657"/>
              <a:gd name="csX15" fmla="*/ 128124 w 11180243"/>
              <a:gd name="csY15" fmla="*/ 6390597 h 8319657"/>
              <a:gd name="csX16" fmla="*/ 61068 w 11180243"/>
              <a:gd name="csY16" fmla="*/ 6116277 h 8319657"/>
              <a:gd name="csX17" fmla="*/ 109835 w 11180243"/>
              <a:gd name="csY17" fmla="*/ 5927301 h 8319657"/>
              <a:gd name="csX18" fmla="*/ 6204 w 11180243"/>
              <a:gd name="csY18" fmla="*/ 5793189 h 8319657"/>
              <a:gd name="csX19" fmla="*/ 18395 w 11180243"/>
              <a:gd name="csY19" fmla="*/ 5604213 h 8319657"/>
              <a:gd name="csX20" fmla="*/ 122027 w 11180243"/>
              <a:gd name="csY20" fmla="*/ 5372565 h 8319657"/>
              <a:gd name="csX21" fmla="*/ 270753 w 11180243"/>
              <a:gd name="csY21" fmla="*/ 4762883 h 8319657"/>
              <a:gd name="csX22" fmla="*/ 183071 w 11180243"/>
              <a:gd name="csY22" fmla="*/ 4612571 h 8319657"/>
              <a:gd name="csX23" fmla="*/ 208123 w 11180243"/>
              <a:gd name="csY23" fmla="*/ 4524889 h 8319657"/>
              <a:gd name="csX24" fmla="*/ 183071 w 11180243"/>
              <a:gd name="csY24" fmla="*/ 4399629 h 8319657"/>
              <a:gd name="csX25" fmla="*/ 145492 w 11180243"/>
              <a:gd name="csY25" fmla="*/ 4324473 h 8319657"/>
              <a:gd name="csX26" fmla="*/ 208123 w 11180243"/>
              <a:gd name="csY26" fmla="*/ 4174160 h 8319657"/>
              <a:gd name="csX27" fmla="*/ 258227 w 11180243"/>
              <a:gd name="csY27" fmla="*/ 4061426 h 8319657"/>
              <a:gd name="csX28" fmla="*/ 320857 w 11180243"/>
              <a:gd name="csY28" fmla="*/ 3961218 h 8319657"/>
              <a:gd name="csX29" fmla="*/ 320857 w 11180243"/>
              <a:gd name="csY29" fmla="*/ 3961218 h 8319657"/>
              <a:gd name="csX30" fmla="*/ 433591 w 11180243"/>
              <a:gd name="csY30" fmla="*/ 3835957 h 8319657"/>
              <a:gd name="csX31" fmla="*/ 558851 w 11180243"/>
              <a:gd name="csY31" fmla="*/ 3785853 h 8319657"/>
              <a:gd name="csX32" fmla="*/ 558851 w 11180243"/>
              <a:gd name="csY32" fmla="*/ 3785853 h 8319657"/>
              <a:gd name="csX33" fmla="*/ 546325 w 11180243"/>
              <a:gd name="csY33" fmla="*/ 3673119 h 8319657"/>
              <a:gd name="csX34" fmla="*/ 446117 w 11180243"/>
              <a:gd name="csY34" fmla="*/ 3635541 h 8319657"/>
              <a:gd name="csX35" fmla="*/ 433591 w 11180243"/>
              <a:gd name="csY35" fmla="*/ 3597963 h 8319657"/>
              <a:gd name="csX36" fmla="*/ 483695 w 11180243"/>
              <a:gd name="csY36" fmla="*/ 3472703 h 8319657"/>
              <a:gd name="csX37" fmla="*/ 533799 w 11180243"/>
              <a:gd name="csY37" fmla="*/ 3397547 h 8319657"/>
              <a:gd name="csX38" fmla="*/ 634007 w 11180243"/>
              <a:gd name="csY38" fmla="*/ 3222182 h 8319657"/>
              <a:gd name="csX39" fmla="*/ 659060 w 11180243"/>
              <a:gd name="csY39" fmla="*/ 3147026 h 8319657"/>
              <a:gd name="csX40" fmla="*/ 771794 w 11180243"/>
              <a:gd name="csY40" fmla="*/ 3046818 h 8319657"/>
              <a:gd name="csX41" fmla="*/ 846950 w 11180243"/>
              <a:gd name="csY41" fmla="*/ 2984188 h 8319657"/>
              <a:gd name="csX42" fmla="*/ 947158 w 11180243"/>
              <a:gd name="csY42" fmla="*/ 2934083 h 8319657"/>
              <a:gd name="csX43" fmla="*/ 1022314 w 11180243"/>
              <a:gd name="csY43" fmla="*/ 2883979 h 8319657"/>
              <a:gd name="csX44" fmla="*/ 1135049 w 11180243"/>
              <a:gd name="csY44" fmla="*/ 2821349 h 8319657"/>
              <a:gd name="csX45" fmla="*/ 1197679 w 11180243"/>
              <a:gd name="csY45" fmla="*/ 2758719 h 8319657"/>
              <a:gd name="csX46" fmla="*/ 1297887 w 11180243"/>
              <a:gd name="csY46" fmla="*/ 2671037 h 8319657"/>
              <a:gd name="csX47" fmla="*/ 1448199 w 11180243"/>
              <a:gd name="csY47" fmla="*/ 2620933 h 8319657"/>
              <a:gd name="csX48" fmla="*/ 1573460 w 11180243"/>
              <a:gd name="csY48" fmla="*/ 2658511 h 8319657"/>
              <a:gd name="csX49" fmla="*/ 1573460 w 11180243"/>
              <a:gd name="csY49" fmla="*/ 2658511 h 8319657"/>
              <a:gd name="csX50" fmla="*/ 1510829 w 11180243"/>
              <a:gd name="csY50" fmla="*/ 2595881 h 8319657"/>
              <a:gd name="csX51" fmla="*/ 1548407 w 11180243"/>
              <a:gd name="csY51" fmla="*/ 2407990 h 8319657"/>
              <a:gd name="csX52" fmla="*/ 1673668 w 11180243"/>
              <a:gd name="csY52" fmla="*/ 2307782 h 8319657"/>
              <a:gd name="csX53" fmla="*/ 1773876 w 11180243"/>
              <a:gd name="csY53" fmla="*/ 2245152 h 8319657"/>
              <a:gd name="csX54" fmla="*/ 1798928 w 11180243"/>
              <a:gd name="csY54" fmla="*/ 2207574 h 8319657"/>
              <a:gd name="csX55" fmla="*/ 1961766 w 11180243"/>
              <a:gd name="csY55" fmla="*/ 2195048 h 8319657"/>
              <a:gd name="csX56" fmla="*/ 2112079 w 11180243"/>
              <a:gd name="csY56" fmla="*/ 2245152 h 8319657"/>
              <a:gd name="csX57" fmla="*/ 2112079 w 11180243"/>
              <a:gd name="csY57" fmla="*/ 2245152 h 8319657"/>
              <a:gd name="csX58" fmla="*/ 2112079 w 11180243"/>
              <a:gd name="csY58" fmla="*/ 2245152 h 8319657"/>
              <a:gd name="csX59" fmla="*/ 2224813 w 11180243"/>
              <a:gd name="csY59" fmla="*/ 2195048 h 8319657"/>
              <a:gd name="csX60" fmla="*/ 2375125 w 11180243"/>
              <a:gd name="csY60" fmla="*/ 2094840 h 8319657"/>
              <a:gd name="csX61" fmla="*/ 2613120 w 11180243"/>
              <a:gd name="csY61" fmla="*/ 2057262 h 8319657"/>
              <a:gd name="csX62" fmla="*/ 2788484 w 11180243"/>
              <a:gd name="csY62" fmla="*/ 2082314 h 8319657"/>
              <a:gd name="csX63" fmla="*/ 2888692 w 11180243"/>
              <a:gd name="csY63" fmla="*/ 2169996 h 8319657"/>
              <a:gd name="csX64" fmla="*/ 3013953 w 11180243"/>
              <a:gd name="csY64" fmla="*/ 2195048 h 8319657"/>
              <a:gd name="csX65" fmla="*/ 2851114 w 11180243"/>
              <a:gd name="csY65" fmla="*/ 2082314 h 8319657"/>
              <a:gd name="csX66" fmla="*/ 2938797 w 11180243"/>
              <a:gd name="csY66" fmla="*/ 1957053 h 8319657"/>
              <a:gd name="csX67" fmla="*/ 3101635 w 11180243"/>
              <a:gd name="csY67" fmla="*/ 1957053 h 8319657"/>
              <a:gd name="csX68" fmla="*/ 3302051 w 11180243"/>
              <a:gd name="csY68" fmla="*/ 1957053 h 8319657"/>
              <a:gd name="csX69" fmla="*/ 3464890 w 11180243"/>
              <a:gd name="csY69" fmla="*/ 1969579 h 8319657"/>
              <a:gd name="csX70" fmla="*/ 3815618 w 11180243"/>
              <a:gd name="csY70" fmla="*/ 1919475 h 8319657"/>
              <a:gd name="csX71" fmla="*/ 3978457 w 11180243"/>
              <a:gd name="csY71" fmla="*/ 1919475 h 8319657"/>
              <a:gd name="csX72" fmla="*/ 4241503 w 11180243"/>
              <a:gd name="csY72" fmla="*/ 1894423 h 8319657"/>
              <a:gd name="csX73" fmla="*/ 4391816 w 11180243"/>
              <a:gd name="csY73" fmla="*/ 1906949 h 8319657"/>
              <a:gd name="csX74" fmla="*/ 4567180 w 11180243"/>
              <a:gd name="csY74" fmla="*/ 1994631 h 8319657"/>
              <a:gd name="csX75" fmla="*/ 4567180 w 11180243"/>
              <a:gd name="csY75" fmla="*/ 1994631 h 8319657"/>
              <a:gd name="csX76" fmla="*/ 4504550 w 11180243"/>
              <a:gd name="csY76" fmla="*/ 1844319 h 8319657"/>
              <a:gd name="csX77" fmla="*/ 4704966 w 11180243"/>
              <a:gd name="csY77" fmla="*/ 1844319 h 8319657"/>
              <a:gd name="csX78" fmla="*/ 4892857 w 11180243"/>
              <a:gd name="csY78" fmla="*/ 1869371 h 8319657"/>
              <a:gd name="csX79" fmla="*/ 4980539 w 11180243"/>
              <a:gd name="csY79" fmla="*/ 1869371 h 8319657"/>
              <a:gd name="csX80" fmla="*/ 5168429 w 11180243"/>
              <a:gd name="csY80" fmla="*/ 1769163 h 8319657"/>
              <a:gd name="csX81" fmla="*/ 5406424 w 11180243"/>
              <a:gd name="csY81" fmla="*/ 1794215 h 8319657"/>
              <a:gd name="csX82" fmla="*/ 5556736 w 11180243"/>
              <a:gd name="csY82" fmla="*/ 1819267 h 8319657"/>
              <a:gd name="csX83" fmla="*/ 5744627 w 11180243"/>
              <a:gd name="csY83" fmla="*/ 1781689 h 8319657"/>
              <a:gd name="csX84" fmla="*/ 5882413 w 11180243"/>
              <a:gd name="csY84" fmla="*/ 1794215 h 8319657"/>
              <a:gd name="csX85" fmla="*/ 5945043 w 11180243"/>
              <a:gd name="csY85" fmla="*/ 1794215 h 8319657"/>
              <a:gd name="csX86" fmla="*/ 6283246 w 11180243"/>
              <a:gd name="csY86" fmla="*/ 1631377 h 8319657"/>
              <a:gd name="csX87" fmla="*/ 6508714 w 11180243"/>
              <a:gd name="csY87" fmla="*/ 1593799 h 8319657"/>
              <a:gd name="csX88" fmla="*/ 6696605 w 11180243"/>
              <a:gd name="csY88" fmla="*/ 1481064 h 8319657"/>
              <a:gd name="csX89" fmla="*/ 6859443 w 11180243"/>
              <a:gd name="csY89" fmla="*/ 1493590 h 8319657"/>
              <a:gd name="csX90" fmla="*/ 6997229 w 11180243"/>
              <a:gd name="csY90" fmla="*/ 1481064 h 8319657"/>
              <a:gd name="csX91" fmla="*/ 7147542 w 11180243"/>
              <a:gd name="csY91" fmla="*/ 1355804 h 8319657"/>
              <a:gd name="csX92" fmla="*/ 7360484 w 11180243"/>
              <a:gd name="csY92" fmla="*/ 1230544 h 8319657"/>
              <a:gd name="csX93" fmla="*/ 7485744 w 11180243"/>
              <a:gd name="csY93" fmla="*/ 1243070 h 8319657"/>
              <a:gd name="csX94" fmla="*/ 7585953 w 11180243"/>
              <a:gd name="csY94" fmla="*/ 1255596 h 8319657"/>
              <a:gd name="csX95" fmla="*/ 7673635 w 11180243"/>
              <a:gd name="csY95" fmla="*/ 1255596 h 8319657"/>
              <a:gd name="csX96" fmla="*/ 7886577 w 11180243"/>
              <a:gd name="csY96" fmla="*/ 1218018 h 8319657"/>
              <a:gd name="csX97" fmla="*/ 7949207 w 11180243"/>
              <a:gd name="csY97" fmla="*/ 1167914 h 8319657"/>
              <a:gd name="csX98" fmla="*/ 8086994 w 11180243"/>
              <a:gd name="csY98" fmla="*/ 1180440 h 8319657"/>
              <a:gd name="csX99" fmla="*/ 8086994 w 11180243"/>
              <a:gd name="csY99" fmla="*/ 1180440 h 8319657"/>
              <a:gd name="csX100" fmla="*/ 8224780 w 11180243"/>
              <a:gd name="csY100" fmla="*/ 1130336 h 8319657"/>
              <a:gd name="csX101" fmla="*/ 8412671 w 11180243"/>
              <a:gd name="csY101" fmla="*/ 1042653 h 8319657"/>
              <a:gd name="csX102" fmla="*/ 8588035 w 11180243"/>
              <a:gd name="csY102" fmla="*/ 942445 h 8319657"/>
              <a:gd name="csX103" fmla="*/ 8663191 w 11180243"/>
              <a:gd name="csY103" fmla="*/ 854763 h 8319657"/>
              <a:gd name="csX104" fmla="*/ 8700769 w 11180243"/>
              <a:gd name="csY104" fmla="*/ 804659 h 8319657"/>
              <a:gd name="csX105" fmla="*/ 8851081 w 11180243"/>
              <a:gd name="csY105" fmla="*/ 779607 h 8319657"/>
              <a:gd name="csX106" fmla="*/ 8963816 w 11180243"/>
              <a:gd name="csY106" fmla="*/ 754555 h 8319657"/>
              <a:gd name="csX107" fmla="*/ 9076550 w 11180243"/>
              <a:gd name="csY107" fmla="*/ 716977 h 8319657"/>
              <a:gd name="csX108" fmla="*/ 9126654 w 11180243"/>
              <a:gd name="csY108" fmla="*/ 691925 h 8319657"/>
              <a:gd name="csX109" fmla="*/ 9373500 w 11180243"/>
              <a:gd name="csY109" fmla="*/ 691925 h 8319657"/>
              <a:gd name="csX110" fmla="*/ 9607403 w 11180243"/>
              <a:gd name="csY110" fmla="*/ 410423 h 8319657"/>
              <a:gd name="csX111" fmla="*/ 10101179 w 11180243"/>
              <a:gd name="csY111" fmla="*/ 123911 h 8319657"/>
              <a:gd name="csX112" fmla="*/ 10588859 w 11180243"/>
              <a:gd name="csY112" fmla="*/ 1991 h 8319657"/>
              <a:gd name="csX113" fmla="*/ 11011905 w 11180243"/>
              <a:gd name="csY113" fmla="*/ 89089 h 8319657"/>
              <a:gd name="csX114" fmla="*/ 11143595 w 11180243"/>
              <a:gd name="csY114" fmla="*/ 251926 h 8319657"/>
              <a:gd name="csX115" fmla="*/ 11180171 w 11180243"/>
              <a:gd name="csY115" fmla="*/ 629879 h 8319657"/>
              <a:gd name="csX116" fmla="*/ 11070443 w 11180243"/>
              <a:gd name="csY116" fmla="*/ 898102 h 8319657"/>
              <a:gd name="csX117" fmla="*/ 10930235 w 11180243"/>
              <a:gd name="csY117" fmla="*/ 1355303 h 8319657"/>
              <a:gd name="csX118" fmla="*/ 10466939 w 11180243"/>
              <a:gd name="csY118" fmla="*/ 1690582 h 8319657"/>
              <a:gd name="csX119" fmla="*/ 10381595 w 11180243"/>
              <a:gd name="csY119" fmla="*/ 2001478 h 8319657"/>
              <a:gd name="csX120" fmla="*/ 10174331 w 11180243"/>
              <a:gd name="csY120" fmla="*/ 2190454 h 8319657"/>
              <a:gd name="csX121" fmla="*/ 9912203 w 11180243"/>
              <a:gd name="csY121" fmla="*/ 2580598 h 8319657"/>
              <a:gd name="csX122" fmla="*/ 9729323 w 11180243"/>
              <a:gd name="csY122" fmla="*/ 2934166 h 8319657"/>
              <a:gd name="csX123" fmla="*/ 9497675 w 11180243"/>
              <a:gd name="csY123" fmla="*/ 3092662 h 8319657"/>
              <a:gd name="csX124" fmla="*/ 9290411 w 11180243"/>
              <a:gd name="csY124" fmla="*/ 3299926 h 8319657"/>
              <a:gd name="csX125" fmla="*/ 8985611 w 11180243"/>
              <a:gd name="csY125" fmla="*/ 3452326 h 8319657"/>
              <a:gd name="csX126" fmla="*/ 8814923 w 11180243"/>
              <a:gd name="csY126" fmla="*/ 3763222 h 8319657"/>
              <a:gd name="csX127" fmla="*/ 8400395 w 11180243"/>
              <a:gd name="csY127" fmla="*/ 3915622 h 8319657"/>
              <a:gd name="csX128" fmla="*/ 8315051 w 11180243"/>
              <a:gd name="csY128" fmla="*/ 4104598 h 8319657"/>
              <a:gd name="csX129" fmla="*/ 8089499 w 11180243"/>
              <a:gd name="csY129" fmla="*/ 4214326 h 8319657"/>
              <a:gd name="csX130" fmla="*/ 7711547 w 11180243"/>
              <a:gd name="csY130" fmla="*/ 4293574 h 8319657"/>
              <a:gd name="csX131" fmla="*/ 7400651 w 11180243"/>
              <a:gd name="csY131" fmla="*/ 4470358 h 8319657"/>
              <a:gd name="csX132" fmla="*/ 6967835 w 11180243"/>
              <a:gd name="csY132" fmla="*/ 4476454 h 8319657"/>
              <a:gd name="csX133" fmla="*/ 6644747 w 11180243"/>
              <a:gd name="csY133" fmla="*/ 4592278 h 8319657"/>
              <a:gd name="csX134" fmla="*/ 6260699 w 11180243"/>
              <a:gd name="csY134" fmla="*/ 4622758 h 8319657"/>
              <a:gd name="csX135" fmla="*/ 6144875 w 11180243"/>
              <a:gd name="csY135" fmla="*/ 4744678 h 8319657"/>
              <a:gd name="csX136" fmla="*/ 5931515 w 11180243"/>
              <a:gd name="csY136" fmla="*/ 4756870 h 8319657"/>
              <a:gd name="csX137" fmla="*/ 5742539 w 11180243"/>
              <a:gd name="csY137" fmla="*/ 4756870 h 8319657"/>
              <a:gd name="csX138" fmla="*/ 5273147 w 11180243"/>
              <a:gd name="csY138" fmla="*/ 4769062 h 8319657"/>
              <a:gd name="csX139" fmla="*/ 4876907 w 11180243"/>
              <a:gd name="csY139" fmla="*/ 4756870 h 8319657"/>
              <a:gd name="csX140" fmla="*/ 4773275 w 11180243"/>
              <a:gd name="csY140" fmla="*/ 4860502 h 8319657"/>
              <a:gd name="csX141" fmla="*/ 4370939 w 11180243"/>
              <a:gd name="csY141" fmla="*/ 5061670 h 8319657"/>
              <a:gd name="csX142" fmla="*/ 3925931 w 11180243"/>
              <a:gd name="csY142" fmla="*/ 5171398 h 8319657"/>
              <a:gd name="csX143" fmla="*/ 4200251 w 11180243"/>
              <a:gd name="csY143" fmla="*/ 5579830 h 8319657"/>
              <a:gd name="csX144" fmla="*/ 4194155 w 11180243"/>
              <a:gd name="csY144" fmla="*/ 6018742 h 8319657"/>
              <a:gd name="csX145" fmla="*/ 4261211 w 11180243"/>
              <a:gd name="csY145" fmla="*/ 6201622 h 8319657"/>
              <a:gd name="csX0" fmla="*/ 4106139 w 11180243"/>
              <a:gd name="csY0" fmla="*/ 7208716 h 8319657"/>
              <a:gd name="csX1" fmla="*/ 4127100 w 11180243"/>
              <a:gd name="csY1" fmla="*/ 7609797 h 8319657"/>
              <a:gd name="csX2" fmla="*/ 3925932 w 11180243"/>
              <a:gd name="csY2" fmla="*/ 7798773 h 8319657"/>
              <a:gd name="csX3" fmla="*/ 3761340 w 11180243"/>
              <a:gd name="csY3" fmla="*/ 8030421 h 8319657"/>
              <a:gd name="csX4" fmla="*/ 3419964 w 11180243"/>
              <a:gd name="csY4" fmla="*/ 8134053 h 8319657"/>
              <a:gd name="csX5" fmla="*/ 3291948 w 11180243"/>
              <a:gd name="csY5" fmla="*/ 8213301 h 8319657"/>
              <a:gd name="csX6" fmla="*/ 3029820 w 11180243"/>
              <a:gd name="csY6" fmla="*/ 8231589 h 8319657"/>
              <a:gd name="csX7" fmla="*/ 2907900 w 11180243"/>
              <a:gd name="csY7" fmla="*/ 8298645 h 8319657"/>
              <a:gd name="csX8" fmla="*/ 2615292 w 11180243"/>
              <a:gd name="csY8" fmla="*/ 8188917 h 8319657"/>
              <a:gd name="csX9" fmla="*/ 2091036 w 11180243"/>
              <a:gd name="csY9" fmla="*/ 8286453 h 8319657"/>
              <a:gd name="csX10" fmla="*/ 1530204 w 11180243"/>
              <a:gd name="csY10" fmla="*/ 8152341 h 8319657"/>
              <a:gd name="csX11" fmla="*/ 1292460 w 11180243"/>
              <a:gd name="csY11" fmla="*/ 7932885 h 8319657"/>
              <a:gd name="csX12" fmla="*/ 1005948 w 11180243"/>
              <a:gd name="csY12" fmla="*/ 7743909 h 8319657"/>
              <a:gd name="csX13" fmla="*/ 737724 w 11180243"/>
              <a:gd name="csY13" fmla="*/ 7585413 h 8319657"/>
              <a:gd name="csX14" fmla="*/ 609708 w 11180243"/>
              <a:gd name="csY14" fmla="*/ 7073349 h 8319657"/>
              <a:gd name="csX15" fmla="*/ 573132 w 11180243"/>
              <a:gd name="csY15" fmla="*/ 6683205 h 8319657"/>
              <a:gd name="csX16" fmla="*/ 128124 w 11180243"/>
              <a:gd name="csY16" fmla="*/ 6390597 h 8319657"/>
              <a:gd name="csX17" fmla="*/ 61068 w 11180243"/>
              <a:gd name="csY17" fmla="*/ 6116277 h 8319657"/>
              <a:gd name="csX18" fmla="*/ 109835 w 11180243"/>
              <a:gd name="csY18" fmla="*/ 5927301 h 8319657"/>
              <a:gd name="csX19" fmla="*/ 6204 w 11180243"/>
              <a:gd name="csY19" fmla="*/ 5793189 h 8319657"/>
              <a:gd name="csX20" fmla="*/ 18395 w 11180243"/>
              <a:gd name="csY20" fmla="*/ 5604213 h 8319657"/>
              <a:gd name="csX21" fmla="*/ 122027 w 11180243"/>
              <a:gd name="csY21" fmla="*/ 5372565 h 8319657"/>
              <a:gd name="csX22" fmla="*/ 270753 w 11180243"/>
              <a:gd name="csY22" fmla="*/ 4762883 h 8319657"/>
              <a:gd name="csX23" fmla="*/ 183071 w 11180243"/>
              <a:gd name="csY23" fmla="*/ 4612571 h 8319657"/>
              <a:gd name="csX24" fmla="*/ 208123 w 11180243"/>
              <a:gd name="csY24" fmla="*/ 4524889 h 8319657"/>
              <a:gd name="csX25" fmla="*/ 183071 w 11180243"/>
              <a:gd name="csY25" fmla="*/ 4399629 h 8319657"/>
              <a:gd name="csX26" fmla="*/ 145492 w 11180243"/>
              <a:gd name="csY26" fmla="*/ 4324473 h 8319657"/>
              <a:gd name="csX27" fmla="*/ 208123 w 11180243"/>
              <a:gd name="csY27" fmla="*/ 4174160 h 8319657"/>
              <a:gd name="csX28" fmla="*/ 258227 w 11180243"/>
              <a:gd name="csY28" fmla="*/ 4061426 h 8319657"/>
              <a:gd name="csX29" fmla="*/ 320857 w 11180243"/>
              <a:gd name="csY29" fmla="*/ 3961218 h 8319657"/>
              <a:gd name="csX30" fmla="*/ 320857 w 11180243"/>
              <a:gd name="csY30" fmla="*/ 3961218 h 8319657"/>
              <a:gd name="csX31" fmla="*/ 433591 w 11180243"/>
              <a:gd name="csY31" fmla="*/ 3835957 h 8319657"/>
              <a:gd name="csX32" fmla="*/ 558851 w 11180243"/>
              <a:gd name="csY32" fmla="*/ 3785853 h 8319657"/>
              <a:gd name="csX33" fmla="*/ 558851 w 11180243"/>
              <a:gd name="csY33" fmla="*/ 3785853 h 8319657"/>
              <a:gd name="csX34" fmla="*/ 546325 w 11180243"/>
              <a:gd name="csY34" fmla="*/ 3673119 h 8319657"/>
              <a:gd name="csX35" fmla="*/ 446117 w 11180243"/>
              <a:gd name="csY35" fmla="*/ 3635541 h 8319657"/>
              <a:gd name="csX36" fmla="*/ 433591 w 11180243"/>
              <a:gd name="csY36" fmla="*/ 3597963 h 8319657"/>
              <a:gd name="csX37" fmla="*/ 483695 w 11180243"/>
              <a:gd name="csY37" fmla="*/ 3472703 h 8319657"/>
              <a:gd name="csX38" fmla="*/ 533799 w 11180243"/>
              <a:gd name="csY38" fmla="*/ 3397547 h 8319657"/>
              <a:gd name="csX39" fmla="*/ 634007 w 11180243"/>
              <a:gd name="csY39" fmla="*/ 3222182 h 8319657"/>
              <a:gd name="csX40" fmla="*/ 659060 w 11180243"/>
              <a:gd name="csY40" fmla="*/ 3147026 h 8319657"/>
              <a:gd name="csX41" fmla="*/ 771794 w 11180243"/>
              <a:gd name="csY41" fmla="*/ 3046818 h 8319657"/>
              <a:gd name="csX42" fmla="*/ 846950 w 11180243"/>
              <a:gd name="csY42" fmla="*/ 2984188 h 8319657"/>
              <a:gd name="csX43" fmla="*/ 947158 w 11180243"/>
              <a:gd name="csY43" fmla="*/ 2934083 h 8319657"/>
              <a:gd name="csX44" fmla="*/ 1022314 w 11180243"/>
              <a:gd name="csY44" fmla="*/ 2883979 h 8319657"/>
              <a:gd name="csX45" fmla="*/ 1135049 w 11180243"/>
              <a:gd name="csY45" fmla="*/ 2821349 h 8319657"/>
              <a:gd name="csX46" fmla="*/ 1197679 w 11180243"/>
              <a:gd name="csY46" fmla="*/ 2758719 h 8319657"/>
              <a:gd name="csX47" fmla="*/ 1297887 w 11180243"/>
              <a:gd name="csY47" fmla="*/ 2671037 h 8319657"/>
              <a:gd name="csX48" fmla="*/ 1448199 w 11180243"/>
              <a:gd name="csY48" fmla="*/ 2620933 h 8319657"/>
              <a:gd name="csX49" fmla="*/ 1573460 w 11180243"/>
              <a:gd name="csY49" fmla="*/ 2658511 h 8319657"/>
              <a:gd name="csX50" fmla="*/ 1573460 w 11180243"/>
              <a:gd name="csY50" fmla="*/ 2658511 h 8319657"/>
              <a:gd name="csX51" fmla="*/ 1510829 w 11180243"/>
              <a:gd name="csY51" fmla="*/ 2595881 h 8319657"/>
              <a:gd name="csX52" fmla="*/ 1548407 w 11180243"/>
              <a:gd name="csY52" fmla="*/ 2407990 h 8319657"/>
              <a:gd name="csX53" fmla="*/ 1673668 w 11180243"/>
              <a:gd name="csY53" fmla="*/ 2307782 h 8319657"/>
              <a:gd name="csX54" fmla="*/ 1773876 w 11180243"/>
              <a:gd name="csY54" fmla="*/ 2245152 h 8319657"/>
              <a:gd name="csX55" fmla="*/ 1798928 w 11180243"/>
              <a:gd name="csY55" fmla="*/ 2207574 h 8319657"/>
              <a:gd name="csX56" fmla="*/ 1961766 w 11180243"/>
              <a:gd name="csY56" fmla="*/ 2195048 h 8319657"/>
              <a:gd name="csX57" fmla="*/ 2112079 w 11180243"/>
              <a:gd name="csY57" fmla="*/ 2245152 h 8319657"/>
              <a:gd name="csX58" fmla="*/ 2112079 w 11180243"/>
              <a:gd name="csY58" fmla="*/ 2245152 h 8319657"/>
              <a:gd name="csX59" fmla="*/ 2112079 w 11180243"/>
              <a:gd name="csY59" fmla="*/ 2245152 h 8319657"/>
              <a:gd name="csX60" fmla="*/ 2224813 w 11180243"/>
              <a:gd name="csY60" fmla="*/ 2195048 h 8319657"/>
              <a:gd name="csX61" fmla="*/ 2375125 w 11180243"/>
              <a:gd name="csY61" fmla="*/ 2094840 h 8319657"/>
              <a:gd name="csX62" fmla="*/ 2613120 w 11180243"/>
              <a:gd name="csY62" fmla="*/ 2057262 h 8319657"/>
              <a:gd name="csX63" fmla="*/ 2788484 w 11180243"/>
              <a:gd name="csY63" fmla="*/ 2082314 h 8319657"/>
              <a:gd name="csX64" fmla="*/ 2888692 w 11180243"/>
              <a:gd name="csY64" fmla="*/ 2169996 h 8319657"/>
              <a:gd name="csX65" fmla="*/ 3013953 w 11180243"/>
              <a:gd name="csY65" fmla="*/ 2195048 h 8319657"/>
              <a:gd name="csX66" fmla="*/ 2851114 w 11180243"/>
              <a:gd name="csY66" fmla="*/ 2082314 h 8319657"/>
              <a:gd name="csX67" fmla="*/ 2938797 w 11180243"/>
              <a:gd name="csY67" fmla="*/ 1957053 h 8319657"/>
              <a:gd name="csX68" fmla="*/ 3101635 w 11180243"/>
              <a:gd name="csY68" fmla="*/ 1957053 h 8319657"/>
              <a:gd name="csX69" fmla="*/ 3302051 w 11180243"/>
              <a:gd name="csY69" fmla="*/ 1957053 h 8319657"/>
              <a:gd name="csX70" fmla="*/ 3464890 w 11180243"/>
              <a:gd name="csY70" fmla="*/ 1969579 h 8319657"/>
              <a:gd name="csX71" fmla="*/ 3815618 w 11180243"/>
              <a:gd name="csY71" fmla="*/ 1919475 h 8319657"/>
              <a:gd name="csX72" fmla="*/ 3978457 w 11180243"/>
              <a:gd name="csY72" fmla="*/ 1919475 h 8319657"/>
              <a:gd name="csX73" fmla="*/ 4241503 w 11180243"/>
              <a:gd name="csY73" fmla="*/ 1894423 h 8319657"/>
              <a:gd name="csX74" fmla="*/ 4391816 w 11180243"/>
              <a:gd name="csY74" fmla="*/ 1906949 h 8319657"/>
              <a:gd name="csX75" fmla="*/ 4567180 w 11180243"/>
              <a:gd name="csY75" fmla="*/ 1994631 h 8319657"/>
              <a:gd name="csX76" fmla="*/ 4567180 w 11180243"/>
              <a:gd name="csY76" fmla="*/ 1994631 h 8319657"/>
              <a:gd name="csX77" fmla="*/ 4504550 w 11180243"/>
              <a:gd name="csY77" fmla="*/ 1844319 h 8319657"/>
              <a:gd name="csX78" fmla="*/ 4704966 w 11180243"/>
              <a:gd name="csY78" fmla="*/ 1844319 h 8319657"/>
              <a:gd name="csX79" fmla="*/ 4892857 w 11180243"/>
              <a:gd name="csY79" fmla="*/ 1869371 h 8319657"/>
              <a:gd name="csX80" fmla="*/ 4980539 w 11180243"/>
              <a:gd name="csY80" fmla="*/ 1869371 h 8319657"/>
              <a:gd name="csX81" fmla="*/ 5168429 w 11180243"/>
              <a:gd name="csY81" fmla="*/ 1769163 h 8319657"/>
              <a:gd name="csX82" fmla="*/ 5406424 w 11180243"/>
              <a:gd name="csY82" fmla="*/ 1794215 h 8319657"/>
              <a:gd name="csX83" fmla="*/ 5556736 w 11180243"/>
              <a:gd name="csY83" fmla="*/ 1819267 h 8319657"/>
              <a:gd name="csX84" fmla="*/ 5744627 w 11180243"/>
              <a:gd name="csY84" fmla="*/ 1781689 h 8319657"/>
              <a:gd name="csX85" fmla="*/ 5882413 w 11180243"/>
              <a:gd name="csY85" fmla="*/ 1794215 h 8319657"/>
              <a:gd name="csX86" fmla="*/ 5945043 w 11180243"/>
              <a:gd name="csY86" fmla="*/ 1794215 h 8319657"/>
              <a:gd name="csX87" fmla="*/ 6283246 w 11180243"/>
              <a:gd name="csY87" fmla="*/ 1631377 h 8319657"/>
              <a:gd name="csX88" fmla="*/ 6508714 w 11180243"/>
              <a:gd name="csY88" fmla="*/ 1593799 h 8319657"/>
              <a:gd name="csX89" fmla="*/ 6696605 w 11180243"/>
              <a:gd name="csY89" fmla="*/ 1481064 h 8319657"/>
              <a:gd name="csX90" fmla="*/ 6859443 w 11180243"/>
              <a:gd name="csY90" fmla="*/ 1493590 h 8319657"/>
              <a:gd name="csX91" fmla="*/ 6997229 w 11180243"/>
              <a:gd name="csY91" fmla="*/ 1481064 h 8319657"/>
              <a:gd name="csX92" fmla="*/ 7147542 w 11180243"/>
              <a:gd name="csY92" fmla="*/ 1355804 h 8319657"/>
              <a:gd name="csX93" fmla="*/ 7360484 w 11180243"/>
              <a:gd name="csY93" fmla="*/ 1230544 h 8319657"/>
              <a:gd name="csX94" fmla="*/ 7485744 w 11180243"/>
              <a:gd name="csY94" fmla="*/ 1243070 h 8319657"/>
              <a:gd name="csX95" fmla="*/ 7585953 w 11180243"/>
              <a:gd name="csY95" fmla="*/ 1255596 h 8319657"/>
              <a:gd name="csX96" fmla="*/ 7673635 w 11180243"/>
              <a:gd name="csY96" fmla="*/ 1255596 h 8319657"/>
              <a:gd name="csX97" fmla="*/ 7886577 w 11180243"/>
              <a:gd name="csY97" fmla="*/ 1218018 h 8319657"/>
              <a:gd name="csX98" fmla="*/ 7949207 w 11180243"/>
              <a:gd name="csY98" fmla="*/ 1167914 h 8319657"/>
              <a:gd name="csX99" fmla="*/ 8086994 w 11180243"/>
              <a:gd name="csY99" fmla="*/ 1180440 h 8319657"/>
              <a:gd name="csX100" fmla="*/ 8086994 w 11180243"/>
              <a:gd name="csY100" fmla="*/ 1180440 h 8319657"/>
              <a:gd name="csX101" fmla="*/ 8224780 w 11180243"/>
              <a:gd name="csY101" fmla="*/ 1130336 h 8319657"/>
              <a:gd name="csX102" fmla="*/ 8412671 w 11180243"/>
              <a:gd name="csY102" fmla="*/ 1042653 h 8319657"/>
              <a:gd name="csX103" fmla="*/ 8588035 w 11180243"/>
              <a:gd name="csY103" fmla="*/ 942445 h 8319657"/>
              <a:gd name="csX104" fmla="*/ 8663191 w 11180243"/>
              <a:gd name="csY104" fmla="*/ 854763 h 8319657"/>
              <a:gd name="csX105" fmla="*/ 8700769 w 11180243"/>
              <a:gd name="csY105" fmla="*/ 804659 h 8319657"/>
              <a:gd name="csX106" fmla="*/ 8851081 w 11180243"/>
              <a:gd name="csY106" fmla="*/ 779607 h 8319657"/>
              <a:gd name="csX107" fmla="*/ 8963816 w 11180243"/>
              <a:gd name="csY107" fmla="*/ 754555 h 8319657"/>
              <a:gd name="csX108" fmla="*/ 9076550 w 11180243"/>
              <a:gd name="csY108" fmla="*/ 716977 h 8319657"/>
              <a:gd name="csX109" fmla="*/ 9126654 w 11180243"/>
              <a:gd name="csY109" fmla="*/ 691925 h 8319657"/>
              <a:gd name="csX110" fmla="*/ 9373500 w 11180243"/>
              <a:gd name="csY110" fmla="*/ 691925 h 8319657"/>
              <a:gd name="csX111" fmla="*/ 9607403 w 11180243"/>
              <a:gd name="csY111" fmla="*/ 410423 h 8319657"/>
              <a:gd name="csX112" fmla="*/ 10101179 w 11180243"/>
              <a:gd name="csY112" fmla="*/ 123911 h 8319657"/>
              <a:gd name="csX113" fmla="*/ 10588859 w 11180243"/>
              <a:gd name="csY113" fmla="*/ 1991 h 8319657"/>
              <a:gd name="csX114" fmla="*/ 11011905 w 11180243"/>
              <a:gd name="csY114" fmla="*/ 89089 h 8319657"/>
              <a:gd name="csX115" fmla="*/ 11143595 w 11180243"/>
              <a:gd name="csY115" fmla="*/ 251926 h 8319657"/>
              <a:gd name="csX116" fmla="*/ 11180171 w 11180243"/>
              <a:gd name="csY116" fmla="*/ 629879 h 8319657"/>
              <a:gd name="csX117" fmla="*/ 11070443 w 11180243"/>
              <a:gd name="csY117" fmla="*/ 898102 h 8319657"/>
              <a:gd name="csX118" fmla="*/ 10930235 w 11180243"/>
              <a:gd name="csY118" fmla="*/ 1355303 h 8319657"/>
              <a:gd name="csX119" fmla="*/ 10466939 w 11180243"/>
              <a:gd name="csY119" fmla="*/ 1690582 h 8319657"/>
              <a:gd name="csX120" fmla="*/ 10381595 w 11180243"/>
              <a:gd name="csY120" fmla="*/ 2001478 h 8319657"/>
              <a:gd name="csX121" fmla="*/ 10174331 w 11180243"/>
              <a:gd name="csY121" fmla="*/ 2190454 h 8319657"/>
              <a:gd name="csX122" fmla="*/ 9912203 w 11180243"/>
              <a:gd name="csY122" fmla="*/ 2580598 h 8319657"/>
              <a:gd name="csX123" fmla="*/ 9729323 w 11180243"/>
              <a:gd name="csY123" fmla="*/ 2934166 h 8319657"/>
              <a:gd name="csX124" fmla="*/ 9497675 w 11180243"/>
              <a:gd name="csY124" fmla="*/ 3092662 h 8319657"/>
              <a:gd name="csX125" fmla="*/ 9290411 w 11180243"/>
              <a:gd name="csY125" fmla="*/ 3299926 h 8319657"/>
              <a:gd name="csX126" fmla="*/ 8985611 w 11180243"/>
              <a:gd name="csY126" fmla="*/ 3452326 h 8319657"/>
              <a:gd name="csX127" fmla="*/ 8814923 w 11180243"/>
              <a:gd name="csY127" fmla="*/ 3763222 h 8319657"/>
              <a:gd name="csX128" fmla="*/ 8400395 w 11180243"/>
              <a:gd name="csY128" fmla="*/ 3915622 h 8319657"/>
              <a:gd name="csX129" fmla="*/ 8315051 w 11180243"/>
              <a:gd name="csY129" fmla="*/ 4104598 h 8319657"/>
              <a:gd name="csX130" fmla="*/ 8089499 w 11180243"/>
              <a:gd name="csY130" fmla="*/ 4214326 h 8319657"/>
              <a:gd name="csX131" fmla="*/ 7711547 w 11180243"/>
              <a:gd name="csY131" fmla="*/ 4293574 h 8319657"/>
              <a:gd name="csX132" fmla="*/ 7400651 w 11180243"/>
              <a:gd name="csY132" fmla="*/ 4470358 h 8319657"/>
              <a:gd name="csX133" fmla="*/ 6967835 w 11180243"/>
              <a:gd name="csY133" fmla="*/ 4476454 h 8319657"/>
              <a:gd name="csX134" fmla="*/ 6644747 w 11180243"/>
              <a:gd name="csY134" fmla="*/ 4592278 h 8319657"/>
              <a:gd name="csX135" fmla="*/ 6260699 w 11180243"/>
              <a:gd name="csY135" fmla="*/ 4622758 h 8319657"/>
              <a:gd name="csX136" fmla="*/ 6144875 w 11180243"/>
              <a:gd name="csY136" fmla="*/ 4744678 h 8319657"/>
              <a:gd name="csX137" fmla="*/ 5931515 w 11180243"/>
              <a:gd name="csY137" fmla="*/ 4756870 h 8319657"/>
              <a:gd name="csX138" fmla="*/ 5742539 w 11180243"/>
              <a:gd name="csY138" fmla="*/ 4756870 h 8319657"/>
              <a:gd name="csX139" fmla="*/ 5273147 w 11180243"/>
              <a:gd name="csY139" fmla="*/ 4769062 h 8319657"/>
              <a:gd name="csX140" fmla="*/ 4876907 w 11180243"/>
              <a:gd name="csY140" fmla="*/ 4756870 h 8319657"/>
              <a:gd name="csX141" fmla="*/ 4773275 w 11180243"/>
              <a:gd name="csY141" fmla="*/ 4860502 h 8319657"/>
              <a:gd name="csX142" fmla="*/ 4370939 w 11180243"/>
              <a:gd name="csY142" fmla="*/ 5061670 h 8319657"/>
              <a:gd name="csX143" fmla="*/ 3925931 w 11180243"/>
              <a:gd name="csY143" fmla="*/ 5171398 h 8319657"/>
              <a:gd name="csX144" fmla="*/ 4200251 w 11180243"/>
              <a:gd name="csY144" fmla="*/ 5579830 h 8319657"/>
              <a:gd name="csX145" fmla="*/ 4194155 w 11180243"/>
              <a:gd name="csY145" fmla="*/ 6018742 h 8319657"/>
              <a:gd name="csX146" fmla="*/ 4261211 w 11180243"/>
              <a:gd name="csY146" fmla="*/ 6201622 h 8319657"/>
              <a:gd name="csX0" fmla="*/ 4276827 w 11180243"/>
              <a:gd name="csY0" fmla="*/ 6141916 h 8319657"/>
              <a:gd name="csX1" fmla="*/ 4127100 w 11180243"/>
              <a:gd name="csY1" fmla="*/ 7609797 h 8319657"/>
              <a:gd name="csX2" fmla="*/ 3925932 w 11180243"/>
              <a:gd name="csY2" fmla="*/ 7798773 h 8319657"/>
              <a:gd name="csX3" fmla="*/ 3761340 w 11180243"/>
              <a:gd name="csY3" fmla="*/ 8030421 h 8319657"/>
              <a:gd name="csX4" fmla="*/ 3419964 w 11180243"/>
              <a:gd name="csY4" fmla="*/ 8134053 h 8319657"/>
              <a:gd name="csX5" fmla="*/ 3291948 w 11180243"/>
              <a:gd name="csY5" fmla="*/ 8213301 h 8319657"/>
              <a:gd name="csX6" fmla="*/ 3029820 w 11180243"/>
              <a:gd name="csY6" fmla="*/ 8231589 h 8319657"/>
              <a:gd name="csX7" fmla="*/ 2907900 w 11180243"/>
              <a:gd name="csY7" fmla="*/ 8298645 h 8319657"/>
              <a:gd name="csX8" fmla="*/ 2615292 w 11180243"/>
              <a:gd name="csY8" fmla="*/ 8188917 h 8319657"/>
              <a:gd name="csX9" fmla="*/ 2091036 w 11180243"/>
              <a:gd name="csY9" fmla="*/ 8286453 h 8319657"/>
              <a:gd name="csX10" fmla="*/ 1530204 w 11180243"/>
              <a:gd name="csY10" fmla="*/ 8152341 h 8319657"/>
              <a:gd name="csX11" fmla="*/ 1292460 w 11180243"/>
              <a:gd name="csY11" fmla="*/ 7932885 h 8319657"/>
              <a:gd name="csX12" fmla="*/ 1005948 w 11180243"/>
              <a:gd name="csY12" fmla="*/ 7743909 h 8319657"/>
              <a:gd name="csX13" fmla="*/ 737724 w 11180243"/>
              <a:gd name="csY13" fmla="*/ 7585413 h 8319657"/>
              <a:gd name="csX14" fmla="*/ 609708 w 11180243"/>
              <a:gd name="csY14" fmla="*/ 7073349 h 8319657"/>
              <a:gd name="csX15" fmla="*/ 573132 w 11180243"/>
              <a:gd name="csY15" fmla="*/ 6683205 h 8319657"/>
              <a:gd name="csX16" fmla="*/ 128124 w 11180243"/>
              <a:gd name="csY16" fmla="*/ 6390597 h 8319657"/>
              <a:gd name="csX17" fmla="*/ 61068 w 11180243"/>
              <a:gd name="csY17" fmla="*/ 6116277 h 8319657"/>
              <a:gd name="csX18" fmla="*/ 109835 w 11180243"/>
              <a:gd name="csY18" fmla="*/ 5927301 h 8319657"/>
              <a:gd name="csX19" fmla="*/ 6204 w 11180243"/>
              <a:gd name="csY19" fmla="*/ 5793189 h 8319657"/>
              <a:gd name="csX20" fmla="*/ 18395 w 11180243"/>
              <a:gd name="csY20" fmla="*/ 5604213 h 8319657"/>
              <a:gd name="csX21" fmla="*/ 122027 w 11180243"/>
              <a:gd name="csY21" fmla="*/ 5372565 h 8319657"/>
              <a:gd name="csX22" fmla="*/ 270753 w 11180243"/>
              <a:gd name="csY22" fmla="*/ 4762883 h 8319657"/>
              <a:gd name="csX23" fmla="*/ 183071 w 11180243"/>
              <a:gd name="csY23" fmla="*/ 4612571 h 8319657"/>
              <a:gd name="csX24" fmla="*/ 208123 w 11180243"/>
              <a:gd name="csY24" fmla="*/ 4524889 h 8319657"/>
              <a:gd name="csX25" fmla="*/ 183071 w 11180243"/>
              <a:gd name="csY25" fmla="*/ 4399629 h 8319657"/>
              <a:gd name="csX26" fmla="*/ 145492 w 11180243"/>
              <a:gd name="csY26" fmla="*/ 4324473 h 8319657"/>
              <a:gd name="csX27" fmla="*/ 208123 w 11180243"/>
              <a:gd name="csY27" fmla="*/ 4174160 h 8319657"/>
              <a:gd name="csX28" fmla="*/ 258227 w 11180243"/>
              <a:gd name="csY28" fmla="*/ 4061426 h 8319657"/>
              <a:gd name="csX29" fmla="*/ 320857 w 11180243"/>
              <a:gd name="csY29" fmla="*/ 3961218 h 8319657"/>
              <a:gd name="csX30" fmla="*/ 320857 w 11180243"/>
              <a:gd name="csY30" fmla="*/ 3961218 h 8319657"/>
              <a:gd name="csX31" fmla="*/ 433591 w 11180243"/>
              <a:gd name="csY31" fmla="*/ 3835957 h 8319657"/>
              <a:gd name="csX32" fmla="*/ 558851 w 11180243"/>
              <a:gd name="csY32" fmla="*/ 3785853 h 8319657"/>
              <a:gd name="csX33" fmla="*/ 558851 w 11180243"/>
              <a:gd name="csY33" fmla="*/ 3785853 h 8319657"/>
              <a:gd name="csX34" fmla="*/ 546325 w 11180243"/>
              <a:gd name="csY34" fmla="*/ 3673119 h 8319657"/>
              <a:gd name="csX35" fmla="*/ 446117 w 11180243"/>
              <a:gd name="csY35" fmla="*/ 3635541 h 8319657"/>
              <a:gd name="csX36" fmla="*/ 433591 w 11180243"/>
              <a:gd name="csY36" fmla="*/ 3597963 h 8319657"/>
              <a:gd name="csX37" fmla="*/ 483695 w 11180243"/>
              <a:gd name="csY37" fmla="*/ 3472703 h 8319657"/>
              <a:gd name="csX38" fmla="*/ 533799 w 11180243"/>
              <a:gd name="csY38" fmla="*/ 3397547 h 8319657"/>
              <a:gd name="csX39" fmla="*/ 634007 w 11180243"/>
              <a:gd name="csY39" fmla="*/ 3222182 h 8319657"/>
              <a:gd name="csX40" fmla="*/ 659060 w 11180243"/>
              <a:gd name="csY40" fmla="*/ 3147026 h 8319657"/>
              <a:gd name="csX41" fmla="*/ 771794 w 11180243"/>
              <a:gd name="csY41" fmla="*/ 3046818 h 8319657"/>
              <a:gd name="csX42" fmla="*/ 846950 w 11180243"/>
              <a:gd name="csY42" fmla="*/ 2984188 h 8319657"/>
              <a:gd name="csX43" fmla="*/ 947158 w 11180243"/>
              <a:gd name="csY43" fmla="*/ 2934083 h 8319657"/>
              <a:gd name="csX44" fmla="*/ 1022314 w 11180243"/>
              <a:gd name="csY44" fmla="*/ 2883979 h 8319657"/>
              <a:gd name="csX45" fmla="*/ 1135049 w 11180243"/>
              <a:gd name="csY45" fmla="*/ 2821349 h 8319657"/>
              <a:gd name="csX46" fmla="*/ 1197679 w 11180243"/>
              <a:gd name="csY46" fmla="*/ 2758719 h 8319657"/>
              <a:gd name="csX47" fmla="*/ 1297887 w 11180243"/>
              <a:gd name="csY47" fmla="*/ 2671037 h 8319657"/>
              <a:gd name="csX48" fmla="*/ 1448199 w 11180243"/>
              <a:gd name="csY48" fmla="*/ 2620933 h 8319657"/>
              <a:gd name="csX49" fmla="*/ 1573460 w 11180243"/>
              <a:gd name="csY49" fmla="*/ 2658511 h 8319657"/>
              <a:gd name="csX50" fmla="*/ 1573460 w 11180243"/>
              <a:gd name="csY50" fmla="*/ 2658511 h 8319657"/>
              <a:gd name="csX51" fmla="*/ 1510829 w 11180243"/>
              <a:gd name="csY51" fmla="*/ 2595881 h 8319657"/>
              <a:gd name="csX52" fmla="*/ 1548407 w 11180243"/>
              <a:gd name="csY52" fmla="*/ 2407990 h 8319657"/>
              <a:gd name="csX53" fmla="*/ 1673668 w 11180243"/>
              <a:gd name="csY53" fmla="*/ 2307782 h 8319657"/>
              <a:gd name="csX54" fmla="*/ 1773876 w 11180243"/>
              <a:gd name="csY54" fmla="*/ 2245152 h 8319657"/>
              <a:gd name="csX55" fmla="*/ 1798928 w 11180243"/>
              <a:gd name="csY55" fmla="*/ 2207574 h 8319657"/>
              <a:gd name="csX56" fmla="*/ 1961766 w 11180243"/>
              <a:gd name="csY56" fmla="*/ 2195048 h 8319657"/>
              <a:gd name="csX57" fmla="*/ 2112079 w 11180243"/>
              <a:gd name="csY57" fmla="*/ 2245152 h 8319657"/>
              <a:gd name="csX58" fmla="*/ 2112079 w 11180243"/>
              <a:gd name="csY58" fmla="*/ 2245152 h 8319657"/>
              <a:gd name="csX59" fmla="*/ 2112079 w 11180243"/>
              <a:gd name="csY59" fmla="*/ 2245152 h 8319657"/>
              <a:gd name="csX60" fmla="*/ 2224813 w 11180243"/>
              <a:gd name="csY60" fmla="*/ 2195048 h 8319657"/>
              <a:gd name="csX61" fmla="*/ 2375125 w 11180243"/>
              <a:gd name="csY61" fmla="*/ 2094840 h 8319657"/>
              <a:gd name="csX62" fmla="*/ 2613120 w 11180243"/>
              <a:gd name="csY62" fmla="*/ 2057262 h 8319657"/>
              <a:gd name="csX63" fmla="*/ 2788484 w 11180243"/>
              <a:gd name="csY63" fmla="*/ 2082314 h 8319657"/>
              <a:gd name="csX64" fmla="*/ 2888692 w 11180243"/>
              <a:gd name="csY64" fmla="*/ 2169996 h 8319657"/>
              <a:gd name="csX65" fmla="*/ 3013953 w 11180243"/>
              <a:gd name="csY65" fmla="*/ 2195048 h 8319657"/>
              <a:gd name="csX66" fmla="*/ 2851114 w 11180243"/>
              <a:gd name="csY66" fmla="*/ 2082314 h 8319657"/>
              <a:gd name="csX67" fmla="*/ 2938797 w 11180243"/>
              <a:gd name="csY67" fmla="*/ 1957053 h 8319657"/>
              <a:gd name="csX68" fmla="*/ 3101635 w 11180243"/>
              <a:gd name="csY68" fmla="*/ 1957053 h 8319657"/>
              <a:gd name="csX69" fmla="*/ 3302051 w 11180243"/>
              <a:gd name="csY69" fmla="*/ 1957053 h 8319657"/>
              <a:gd name="csX70" fmla="*/ 3464890 w 11180243"/>
              <a:gd name="csY70" fmla="*/ 1969579 h 8319657"/>
              <a:gd name="csX71" fmla="*/ 3815618 w 11180243"/>
              <a:gd name="csY71" fmla="*/ 1919475 h 8319657"/>
              <a:gd name="csX72" fmla="*/ 3978457 w 11180243"/>
              <a:gd name="csY72" fmla="*/ 1919475 h 8319657"/>
              <a:gd name="csX73" fmla="*/ 4241503 w 11180243"/>
              <a:gd name="csY73" fmla="*/ 1894423 h 8319657"/>
              <a:gd name="csX74" fmla="*/ 4391816 w 11180243"/>
              <a:gd name="csY74" fmla="*/ 1906949 h 8319657"/>
              <a:gd name="csX75" fmla="*/ 4567180 w 11180243"/>
              <a:gd name="csY75" fmla="*/ 1994631 h 8319657"/>
              <a:gd name="csX76" fmla="*/ 4567180 w 11180243"/>
              <a:gd name="csY76" fmla="*/ 1994631 h 8319657"/>
              <a:gd name="csX77" fmla="*/ 4504550 w 11180243"/>
              <a:gd name="csY77" fmla="*/ 1844319 h 8319657"/>
              <a:gd name="csX78" fmla="*/ 4704966 w 11180243"/>
              <a:gd name="csY78" fmla="*/ 1844319 h 8319657"/>
              <a:gd name="csX79" fmla="*/ 4892857 w 11180243"/>
              <a:gd name="csY79" fmla="*/ 1869371 h 8319657"/>
              <a:gd name="csX80" fmla="*/ 4980539 w 11180243"/>
              <a:gd name="csY80" fmla="*/ 1869371 h 8319657"/>
              <a:gd name="csX81" fmla="*/ 5168429 w 11180243"/>
              <a:gd name="csY81" fmla="*/ 1769163 h 8319657"/>
              <a:gd name="csX82" fmla="*/ 5406424 w 11180243"/>
              <a:gd name="csY82" fmla="*/ 1794215 h 8319657"/>
              <a:gd name="csX83" fmla="*/ 5556736 w 11180243"/>
              <a:gd name="csY83" fmla="*/ 1819267 h 8319657"/>
              <a:gd name="csX84" fmla="*/ 5744627 w 11180243"/>
              <a:gd name="csY84" fmla="*/ 1781689 h 8319657"/>
              <a:gd name="csX85" fmla="*/ 5882413 w 11180243"/>
              <a:gd name="csY85" fmla="*/ 1794215 h 8319657"/>
              <a:gd name="csX86" fmla="*/ 5945043 w 11180243"/>
              <a:gd name="csY86" fmla="*/ 1794215 h 8319657"/>
              <a:gd name="csX87" fmla="*/ 6283246 w 11180243"/>
              <a:gd name="csY87" fmla="*/ 1631377 h 8319657"/>
              <a:gd name="csX88" fmla="*/ 6508714 w 11180243"/>
              <a:gd name="csY88" fmla="*/ 1593799 h 8319657"/>
              <a:gd name="csX89" fmla="*/ 6696605 w 11180243"/>
              <a:gd name="csY89" fmla="*/ 1481064 h 8319657"/>
              <a:gd name="csX90" fmla="*/ 6859443 w 11180243"/>
              <a:gd name="csY90" fmla="*/ 1493590 h 8319657"/>
              <a:gd name="csX91" fmla="*/ 6997229 w 11180243"/>
              <a:gd name="csY91" fmla="*/ 1481064 h 8319657"/>
              <a:gd name="csX92" fmla="*/ 7147542 w 11180243"/>
              <a:gd name="csY92" fmla="*/ 1355804 h 8319657"/>
              <a:gd name="csX93" fmla="*/ 7360484 w 11180243"/>
              <a:gd name="csY93" fmla="*/ 1230544 h 8319657"/>
              <a:gd name="csX94" fmla="*/ 7485744 w 11180243"/>
              <a:gd name="csY94" fmla="*/ 1243070 h 8319657"/>
              <a:gd name="csX95" fmla="*/ 7585953 w 11180243"/>
              <a:gd name="csY95" fmla="*/ 1255596 h 8319657"/>
              <a:gd name="csX96" fmla="*/ 7673635 w 11180243"/>
              <a:gd name="csY96" fmla="*/ 1255596 h 8319657"/>
              <a:gd name="csX97" fmla="*/ 7886577 w 11180243"/>
              <a:gd name="csY97" fmla="*/ 1218018 h 8319657"/>
              <a:gd name="csX98" fmla="*/ 7949207 w 11180243"/>
              <a:gd name="csY98" fmla="*/ 1167914 h 8319657"/>
              <a:gd name="csX99" fmla="*/ 8086994 w 11180243"/>
              <a:gd name="csY99" fmla="*/ 1180440 h 8319657"/>
              <a:gd name="csX100" fmla="*/ 8086994 w 11180243"/>
              <a:gd name="csY100" fmla="*/ 1180440 h 8319657"/>
              <a:gd name="csX101" fmla="*/ 8224780 w 11180243"/>
              <a:gd name="csY101" fmla="*/ 1130336 h 8319657"/>
              <a:gd name="csX102" fmla="*/ 8412671 w 11180243"/>
              <a:gd name="csY102" fmla="*/ 1042653 h 8319657"/>
              <a:gd name="csX103" fmla="*/ 8588035 w 11180243"/>
              <a:gd name="csY103" fmla="*/ 942445 h 8319657"/>
              <a:gd name="csX104" fmla="*/ 8663191 w 11180243"/>
              <a:gd name="csY104" fmla="*/ 854763 h 8319657"/>
              <a:gd name="csX105" fmla="*/ 8700769 w 11180243"/>
              <a:gd name="csY105" fmla="*/ 804659 h 8319657"/>
              <a:gd name="csX106" fmla="*/ 8851081 w 11180243"/>
              <a:gd name="csY106" fmla="*/ 779607 h 8319657"/>
              <a:gd name="csX107" fmla="*/ 8963816 w 11180243"/>
              <a:gd name="csY107" fmla="*/ 754555 h 8319657"/>
              <a:gd name="csX108" fmla="*/ 9076550 w 11180243"/>
              <a:gd name="csY108" fmla="*/ 716977 h 8319657"/>
              <a:gd name="csX109" fmla="*/ 9126654 w 11180243"/>
              <a:gd name="csY109" fmla="*/ 691925 h 8319657"/>
              <a:gd name="csX110" fmla="*/ 9373500 w 11180243"/>
              <a:gd name="csY110" fmla="*/ 691925 h 8319657"/>
              <a:gd name="csX111" fmla="*/ 9607403 w 11180243"/>
              <a:gd name="csY111" fmla="*/ 410423 h 8319657"/>
              <a:gd name="csX112" fmla="*/ 10101179 w 11180243"/>
              <a:gd name="csY112" fmla="*/ 123911 h 8319657"/>
              <a:gd name="csX113" fmla="*/ 10588859 w 11180243"/>
              <a:gd name="csY113" fmla="*/ 1991 h 8319657"/>
              <a:gd name="csX114" fmla="*/ 11011905 w 11180243"/>
              <a:gd name="csY114" fmla="*/ 89089 h 8319657"/>
              <a:gd name="csX115" fmla="*/ 11143595 w 11180243"/>
              <a:gd name="csY115" fmla="*/ 251926 h 8319657"/>
              <a:gd name="csX116" fmla="*/ 11180171 w 11180243"/>
              <a:gd name="csY116" fmla="*/ 629879 h 8319657"/>
              <a:gd name="csX117" fmla="*/ 11070443 w 11180243"/>
              <a:gd name="csY117" fmla="*/ 898102 h 8319657"/>
              <a:gd name="csX118" fmla="*/ 10930235 w 11180243"/>
              <a:gd name="csY118" fmla="*/ 1355303 h 8319657"/>
              <a:gd name="csX119" fmla="*/ 10466939 w 11180243"/>
              <a:gd name="csY119" fmla="*/ 1690582 h 8319657"/>
              <a:gd name="csX120" fmla="*/ 10381595 w 11180243"/>
              <a:gd name="csY120" fmla="*/ 2001478 h 8319657"/>
              <a:gd name="csX121" fmla="*/ 10174331 w 11180243"/>
              <a:gd name="csY121" fmla="*/ 2190454 h 8319657"/>
              <a:gd name="csX122" fmla="*/ 9912203 w 11180243"/>
              <a:gd name="csY122" fmla="*/ 2580598 h 8319657"/>
              <a:gd name="csX123" fmla="*/ 9729323 w 11180243"/>
              <a:gd name="csY123" fmla="*/ 2934166 h 8319657"/>
              <a:gd name="csX124" fmla="*/ 9497675 w 11180243"/>
              <a:gd name="csY124" fmla="*/ 3092662 h 8319657"/>
              <a:gd name="csX125" fmla="*/ 9290411 w 11180243"/>
              <a:gd name="csY125" fmla="*/ 3299926 h 8319657"/>
              <a:gd name="csX126" fmla="*/ 8985611 w 11180243"/>
              <a:gd name="csY126" fmla="*/ 3452326 h 8319657"/>
              <a:gd name="csX127" fmla="*/ 8814923 w 11180243"/>
              <a:gd name="csY127" fmla="*/ 3763222 h 8319657"/>
              <a:gd name="csX128" fmla="*/ 8400395 w 11180243"/>
              <a:gd name="csY128" fmla="*/ 3915622 h 8319657"/>
              <a:gd name="csX129" fmla="*/ 8315051 w 11180243"/>
              <a:gd name="csY129" fmla="*/ 4104598 h 8319657"/>
              <a:gd name="csX130" fmla="*/ 8089499 w 11180243"/>
              <a:gd name="csY130" fmla="*/ 4214326 h 8319657"/>
              <a:gd name="csX131" fmla="*/ 7711547 w 11180243"/>
              <a:gd name="csY131" fmla="*/ 4293574 h 8319657"/>
              <a:gd name="csX132" fmla="*/ 7400651 w 11180243"/>
              <a:gd name="csY132" fmla="*/ 4470358 h 8319657"/>
              <a:gd name="csX133" fmla="*/ 6967835 w 11180243"/>
              <a:gd name="csY133" fmla="*/ 4476454 h 8319657"/>
              <a:gd name="csX134" fmla="*/ 6644747 w 11180243"/>
              <a:gd name="csY134" fmla="*/ 4592278 h 8319657"/>
              <a:gd name="csX135" fmla="*/ 6260699 w 11180243"/>
              <a:gd name="csY135" fmla="*/ 4622758 h 8319657"/>
              <a:gd name="csX136" fmla="*/ 6144875 w 11180243"/>
              <a:gd name="csY136" fmla="*/ 4744678 h 8319657"/>
              <a:gd name="csX137" fmla="*/ 5931515 w 11180243"/>
              <a:gd name="csY137" fmla="*/ 4756870 h 8319657"/>
              <a:gd name="csX138" fmla="*/ 5742539 w 11180243"/>
              <a:gd name="csY138" fmla="*/ 4756870 h 8319657"/>
              <a:gd name="csX139" fmla="*/ 5273147 w 11180243"/>
              <a:gd name="csY139" fmla="*/ 4769062 h 8319657"/>
              <a:gd name="csX140" fmla="*/ 4876907 w 11180243"/>
              <a:gd name="csY140" fmla="*/ 4756870 h 8319657"/>
              <a:gd name="csX141" fmla="*/ 4773275 w 11180243"/>
              <a:gd name="csY141" fmla="*/ 4860502 h 8319657"/>
              <a:gd name="csX142" fmla="*/ 4370939 w 11180243"/>
              <a:gd name="csY142" fmla="*/ 5061670 h 8319657"/>
              <a:gd name="csX143" fmla="*/ 3925931 w 11180243"/>
              <a:gd name="csY143" fmla="*/ 5171398 h 8319657"/>
              <a:gd name="csX144" fmla="*/ 4200251 w 11180243"/>
              <a:gd name="csY144" fmla="*/ 5579830 h 8319657"/>
              <a:gd name="csX145" fmla="*/ 4194155 w 11180243"/>
              <a:gd name="csY145" fmla="*/ 6018742 h 8319657"/>
              <a:gd name="csX146" fmla="*/ 4261211 w 11180243"/>
              <a:gd name="csY146" fmla="*/ 6201622 h 8319657"/>
              <a:gd name="csX0" fmla="*/ 4276827 w 11180243"/>
              <a:gd name="csY0" fmla="*/ 6141916 h 8319657"/>
              <a:gd name="csX1" fmla="*/ 4102716 w 11180243"/>
              <a:gd name="csY1" fmla="*/ 7219653 h 8319657"/>
              <a:gd name="csX2" fmla="*/ 4127100 w 11180243"/>
              <a:gd name="csY2" fmla="*/ 7609797 h 8319657"/>
              <a:gd name="csX3" fmla="*/ 3925932 w 11180243"/>
              <a:gd name="csY3" fmla="*/ 7798773 h 8319657"/>
              <a:gd name="csX4" fmla="*/ 3761340 w 11180243"/>
              <a:gd name="csY4" fmla="*/ 8030421 h 8319657"/>
              <a:gd name="csX5" fmla="*/ 3419964 w 11180243"/>
              <a:gd name="csY5" fmla="*/ 8134053 h 8319657"/>
              <a:gd name="csX6" fmla="*/ 3291948 w 11180243"/>
              <a:gd name="csY6" fmla="*/ 8213301 h 8319657"/>
              <a:gd name="csX7" fmla="*/ 3029820 w 11180243"/>
              <a:gd name="csY7" fmla="*/ 8231589 h 8319657"/>
              <a:gd name="csX8" fmla="*/ 2907900 w 11180243"/>
              <a:gd name="csY8" fmla="*/ 8298645 h 8319657"/>
              <a:gd name="csX9" fmla="*/ 2615292 w 11180243"/>
              <a:gd name="csY9" fmla="*/ 8188917 h 8319657"/>
              <a:gd name="csX10" fmla="*/ 2091036 w 11180243"/>
              <a:gd name="csY10" fmla="*/ 8286453 h 8319657"/>
              <a:gd name="csX11" fmla="*/ 1530204 w 11180243"/>
              <a:gd name="csY11" fmla="*/ 8152341 h 8319657"/>
              <a:gd name="csX12" fmla="*/ 1292460 w 11180243"/>
              <a:gd name="csY12" fmla="*/ 7932885 h 8319657"/>
              <a:gd name="csX13" fmla="*/ 1005948 w 11180243"/>
              <a:gd name="csY13" fmla="*/ 7743909 h 8319657"/>
              <a:gd name="csX14" fmla="*/ 737724 w 11180243"/>
              <a:gd name="csY14" fmla="*/ 7585413 h 8319657"/>
              <a:gd name="csX15" fmla="*/ 609708 w 11180243"/>
              <a:gd name="csY15" fmla="*/ 7073349 h 8319657"/>
              <a:gd name="csX16" fmla="*/ 573132 w 11180243"/>
              <a:gd name="csY16" fmla="*/ 6683205 h 8319657"/>
              <a:gd name="csX17" fmla="*/ 128124 w 11180243"/>
              <a:gd name="csY17" fmla="*/ 6390597 h 8319657"/>
              <a:gd name="csX18" fmla="*/ 61068 w 11180243"/>
              <a:gd name="csY18" fmla="*/ 6116277 h 8319657"/>
              <a:gd name="csX19" fmla="*/ 109835 w 11180243"/>
              <a:gd name="csY19" fmla="*/ 5927301 h 8319657"/>
              <a:gd name="csX20" fmla="*/ 6204 w 11180243"/>
              <a:gd name="csY20" fmla="*/ 5793189 h 8319657"/>
              <a:gd name="csX21" fmla="*/ 18395 w 11180243"/>
              <a:gd name="csY21" fmla="*/ 5604213 h 8319657"/>
              <a:gd name="csX22" fmla="*/ 122027 w 11180243"/>
              <a:gd name="csY22" fmla="*/ 5372565 h 8319657"/>
              <a:gd name="csX23" fmla="*/ 270753 w 11180243"/>
              <a:gd name="csY23" fmla="*/ 4762883 h 8319657"/>
              <a:gd name="csX24" fmla="*/ 183071 w 11180243"/>
              <a:gd name="csY24" fmla="*/ 4612571 h 8319657"/>
              <a:gd name="csX25" fmla="*/ 208123 w 11180243"/>
              <a:gd name="csY25" fmla="*/ 4524889 h 8319657"/>
              <a:gd name="csX26" fmla="*/ 183071 w 11180243"/>
              <a:gd name="csY26" fmla="*/ 4399629 h 8319657"/>
              <a:gd name="csX27" fmla="*/ 145492 w 11180243"/>
              <a:gd name="csY27" fmla="*/ 4324473 h 8319657"/>
              <a:gd name="csX28" fmla="*/ 208123 w 11180243"/>
              <a:gd name="csY28" fmla="*/ 4174160 h 8319657"/>
              <a:gd name="csX29" fmla="*/ 258227 w 11180243"/>
              <a:gd name="csY29" fmla="*/ 4061426 h 8319657"/>
              <a:gd name="csX30" fmla="*/ 320857 w 11180243"/>
              <a:gd name="csY30" fmla="*/ 3961218 h 8319657"/>
              <a:gd name="csX31" fmla="*/ 320857 w 11180243"/>
              <a:gd name="csY31" fmla="*/ 3961218 h 8319657"/>
              <a:gd name="csX32" fmla="*/ 433591 w 11180243"/>
              <a:gd name="csY32" fmla="*/ 3835957 h 8319657"/>
              <a:gd name="csX33" fmla="*/ 558851 w 11180243"/>
              <a:gd name="csY33" fmla="*/ 3785853 h 8319657"/>
              <a:gd name="csX34" fmla="*/ 558851 w 11180243"/>
              <a:gd name="csY34" fmla="*/ 3785853 h 8319657"/>
              <a:gd name="csX35" fmla="*/ 546325 w 11180243"/>
              <a:gd name="csY35" fmla="*/ 3673119 h 8319657"/>
              <a:gd name="csX36" fmla="*/ 446117 w 11180243"/>
              <a:gd name="csY36" fmla="*/ 3635541 h 8319657"/>
              <a:gd name="csX37" fmla="*/ 433591 w 11180243"/>
              <a:gd name="csY37" fmla="*/ 3597963 h 8319657"/>
              <a:gd name="csX38" fmla="*/ 483695 w 11180243"/>
              <a:gd name="csY38" fmla="*/ 3472703 h 8319657"/>
              <a:gd name="csX39" fmla="*/ 533799 w 11180243"/>
              <a:gd name="csY39" fmla="*/ 3397547 h 8319657"/>
              <a:gd name="csX40" fmla="*/ 634007 w 11180243"/>
              <a:gd name="csY40" fmla="*/ 3222182 h 8319657"/>
              <a:gd name="csX41" fmla="*/ 659060 w 11180243"/>
              <a:gd name="csY41" fmla="*/ 3147026 h 8319657"/>
              <a:gd name="csX42" fmla="*/ 771794 w 11180243"/>
              <a:gd name="csY42" fmla="*/ 3046818 h 8319657"/>
              <a:gd name="csX43" fmla="*/ 846950 w 11180243"/>
              <a:gd name="csY43" fmla="*/ 2984188 h 8319657"/>
              <a:gd name="csX44" fmla="*/ 947158 w 11180243"/>
              <a:gd name="csY44" fmla="*/ 2934083 h 8319657"/>
              <a:gd name="csX45" fmla="*/ 1022314 w 11180243"/>
              <a:gd name="csY45" fmla="*/ 2883979 h 8319657"/>
              <a:gd name="csX46" fmla="*/ 1135049 w 11180243"/>
              <a:gd name="csY46" fmla="*/ 2821349 h 8319657"/>
              <a:gd name="csX47" fmla="*/ 1197679 w 11180243"/>
              <a:gd name="csY47" fmla="*/ 2758719 h 8319657"/>
              <a:gd name="csX48" fmla="*/ 1297887 w 11180243"/>
              <a:gd name="csY48" fmla="*/ 2671037 h 8319657"/>
              <a:gd name="csX49" fmla="*/ 1448199 w 11180243"/>
              <a:gd name="csY49" fmla="*/ 2620933 h 8319657"/>
              <a:gd name="csX50" fmla="*/ 1573460 w 11180243"/>
              <a:gd name="csY50" fmla="*/ 2658511 h 8319657"/>
              <a:gd name="csX51" fmla="*/ 1573460 w 11180243"/>
              <a:gd name="csY51" fmla="*/ 2658511 h 8319657"/>
              <a:gd name="csX52" fmla="*/ 1510829 w 11180243"/>
              <a:gd name="csY52" fmla="*/ 2595881 h 8319657"/>
              <a:gd name="csX53" fmla="*/ 1548407 w 11180243"/>
              <a:gd name="csY53" fmla="*/ 2407990 h 8319657"/>
              <a:gd name="csX54" fmla="*/ 1673668 w 11180243"/>
              <a:gd name="csY54" fmla="*/ 2307782 h 8319657"/>
              <a:gd name="csX55" fmla="*/ 1773876 w 11180243"/>
              <a:gd name="csY55" fmla="*/ 2245152 h 8319657"/>
              <a:gd name="csX56" fmla="*/ 1798928 w 11180243"/>
              <a:gd name="csY56" fmla="*/ 2207574 h 8319657"/>
              <a:gd name="csX57" fmla="*/ 1961766 w 11180243"/>
              <a:gd name="csY57" fmla="*/ 2195048 h 8319657"/>
              <a:gd name="csX58" fmla="*/ 2112079 w 11180243"/>
              <a:gd name="csY58" fmla="*/ 2245152 h 8319657"/>
              <a:gd name="csX59" fmla="*/ 2112079 w 11180243"/>
              <a:gd name="csY59" fmla="*/ 2245152 h 8319657"/>
              <a:gd name="csX60" fmla="*/ 2112079 w 11180243"/>
              <a:gd name="csY60" fmla="*/ 2245152 h 8319657"/>
              <a:gd name="csX61" fmla="*/ 2224813 w 11180243"/>
              <a:gd name="csY61" fmla="*/ 2195048 h 8319657"/>
              <a:gd name="csX62" fmla="*/ 2375125 w 11180243"/>
              <a:gd name="csY62" fmla="*/ 2094840 h 8319657"/>
              <a:gd name="csX63" fmla="*/ 2613120 w 11180243"/>
              <a:gd name="csY63" fmla="*/ 2057262 h 8319657"/>
              <a:gd name="csX64" fmla="*/ 2788484 w 11180243"/>
              <a:gd name="csY64" fmla="*/ 2082314 h 8319657"/>
              <a:gd name="csX65" fmla="*/ 2888692 w 11180243"/>
              <a:gd name="csY65" fmla="*/ 2169996 h 8319657"/>
              <a:gd name="csX66" fmla="*/ 3013953 w 11180243"/>
              <a:gd name="csY66" fmla="*/ 2195048 h 8319657"/>
              <a:gd name="csX67" fmla="*/ 2851114 w 11180243"/>
              <a:gd name="csY67" fmla="*/ 2082314 h 8319657"/>
              <a:gd name="csX68" fmla="*/ 2938797 w 11180243"/>
              <a:gd name="csY68" fmla="*/ 1957053 h 8319657"/>
              <a:gd name="csX69" fmla="*/ 3101635 w 11180243"/>
              <a:gd name="csY69" fmla="*/ 1957053 h 8319657"/>
              <a:gd name="csX70" fmla="*/ 3302051 w 11180243"/>
              <a:gd name="csY70" fmla="*/ 1957053 h 8319657"/>
              <a:gd name="csX71" fmla="*/ 3464890 w 11180243"/>
              <a:gd name="csY71" fmla="*/ 1969579 h 8319657"/>
              <a:gd name="csX72" fmla="*/ 3815618 w 11180243"/>
              <a:gd name="csY72" fmla="*/ 1919475 h 8319657"/>
              <a:gd name="csX73" fmla="*/ 3978457 w 11180243"/>
              <a:gd name="csY73" fmla="*/ 1919475 h 8319657"/>
              <a:gd name="csX74" fmla="*/ 4241503 w 11180243"/>
              <a:gd name="csY74" fmla="*/ 1894423 h 8319657"/>
              <a:gd name="csX75" fmla="*/ 4391816 w 11180243"/>
              <a:gd name="csY75" fmla="*/ 1906949 h 8319657"/>
              <a:gd name="csX76" fmla="*/ 4567180 w 11180243"/>
              <a:gd name="csY76" fmla="*/ 1994631 h 8319657"/>
              <a:gd name="csX77" fmla="*/ 4567180 w 11180243"/>
              <a:gd name="csY77" fmla="*/ 1994631 h 8319657"/>
              <a:gd name="csX78" fmla="*/ 4504550 w 11180243"/>
              <a:gd name="csY78" fmla="*/ 1844319 h 8319657"/>
              <a:gd name="csX79" fmla="*/ 4704966 w 11180243"/>
              <a:gd name="csY79" fmla="*/ 1844319 h 8319657"/>
              <a:gd name="csX80" fmla="*/ 4892857 w 11180243"/>
              <a:gd name="csY80" fmla="*/ 1869371 h 8319657"/>
              <a:gd name="csX81" fmla="*/ 4980539 w 11180243"/>
              <a:gd name="csY81" fmla="*/ 1869371 h 8319657"/>
              <a:gd name="csX82" fmla="*/ 5168429 w 11180243"/>
              <a:gd name="csY82" fmla="*/ 1769163 h 8319657"/>
              <a:gd name="csX83" fmla="*/ 5406424 w 11180243"/>
              <a:gd name="csY83" fmla="*/ 1794215 h 8319657"/>
              <a:gd name="csX84" fmla="*/ 5556736 w 11180243"/>
              <a:gd name="csY84" fmla="*/ 1819267 h 8319657"/>
              <a:gd name="csX85" fmla="*/ 5744627 w 11180243"/>
              <a:gd name="csY85" fmla="*/ 1781689 h 8319657"/>
              <a:gd name="csX86" fmla="*/ 5882413 w 11180243"/>
              <a:gd name="csY86" fmla="*/ 1794215 h 8319657"/>
              <a:gd name="csX87" fmla="*/ 5945043 w 11180243"/>
              <a:gd name="csY87" fmla="*/ 1794215 h 8319657"/>
              <a:gd name="csX88" fmla="*/ 6283246 w 11180243"/>
              <a:gd name="csY88" fmla="*/ 1631377 h 8319657"/>
              <a:gd name="csX89" fmla="*/ 6508714 w 11180243"/>
              <a:gd name="csY89" fmla="*/ 1593799 h 8319657"/>
              <a:gd name="csX90" fmla="*/ 6696605 w 11180243"/>
              <a:gd name="csY90" fmla="*/ 1481064 h 8319657"/>
              <a:gd name="csX91" fmla="*/ 6859443 w 11180243"/>
              <a:gd name="csY91" fmla="*/ 1493590 h 8319657"/>
              <a:gd name="csX92" fmla="*/ 6997229 w 11180243"/>
              <a:gd name="csY92" fmla="*/ 1481064 h 8319657"/>
              <a:gd name="csX93" fmla="*/ 7147542 w 11180243"/>
              <a:gd name="csY93" fmla="*/ 1355804 h 8319657"/>
              <a:gd name="csX94" fmla="*/ 7360484 w 11180243"/>
              <a:gd name="csY94" fmla="*/ 1230544 h 8319657"/>
              <a:gd name="csX95" fmla="*/ 7485744 w 11180243"/>
              <a:gd name="csY95" fmla="*/ 1243070 h 8319657"/>
              <a:gd name="csX96" fmla="*/ 7585953 w 11180243"/>
              <a:gd name="csY96" fmla="*/ 1255596 h 8319657"/>
              <a:gd name="csX97" fmla="*/ 7673635 w 11180243"/>
              <a:gd name="csY97" fmla="*/ 1255596 h 8319657"/>
              <a:gd name="csX98" fmla="*/ 7886577 w 11180243"/>
              <a:gd name="csY98" fmla="*/ 1218018 h 8319657"/>
              <a:gd name="csX99" fmla="*/ 7949207 w 11180243"/>
              <a:gd name="csY99" fmla="*/ 1167914 h 8319657"/>
              <a:gd name="csX100" fmla="*/ 8086994 w 11180243"/>
              <a:gd name="csY100" fmla="*/ 1180440 h 8319657"/>
              <a:gd name="csX101" fmla="*/ 8086994 w 11180243"/>
              <a:gd name="csY101" fmla="*/ 1180440 h 8319657"/>
              <a:gd name="csX102" fmla="*/ 8224780 w 11180243"/>
              <a:gd name="csY102" fmla="*/ 1130336 h 8319657"/>
              <a:gd name="csX103" fmla="*/ 8412671 w 11180243"/>
              <a:gd name="csY103" fmla="*/ 1042653 h 8319657"/>
              <a:gd name="csX104" fmla="*/ 8588035 w 11180243"/>
              <a:gd name="csY104" fmla="*/ 942445 h 8319657"/>
              <a:gd name="csX105" fmla="*/ 8663191 w 11180243"/>
              <a:gd name="csY105" fmla="*/ 854763 h 8319657"/>
              <a:gd name="csX106" fmla="*/ 8700769 w 11180243"/>
              <a:gd name="csY106" fmla="*/ 804659 h 8319657"/>
              <a:gd name="csX107" fmla="*/ 8851081 w 11180243"/>
              <a:gd name="csY107" fmla="*/ 779607 h 8319657"/>
              <a:gd name="csX108" fmla="*/ 8963816 w 11180243"/>
              <a:gd name="csY108" fmla="*/ 754555 h 8319657"/>
              <a:gd name="csX109" fmla="*/ 9076550 w 11180243"/>
              <a:gd name="csY109" fmla="*/ 716977 h 8319657"/>
              <a:gd name="csX110" fmla="*/ 9126654 w 11180243"/>
              <a:gd name="csY110" fmla="*/ 691925 h 8319657"/>
              <a:gd name="csX111" fmla="*/ 9373500 w 11180243"/>
              <a:gd name="csY111" fmla="*/ 691925 h 8319657"/>
              <a:gd name="csX112" fmla="*/ 9607403 w 11180243"/>
              <a:gd name="csY112" fmla="*/ 410423 h 8319657"/>
              <a:gd name="csX113" fmla="*/ 10101179 w 11180243"/>
              <a:gd name="csY113" fmla="*/ 123911 h 8319657"/>
              <a:gd name="csX114" fmla="*/ 10588859 w 11180243"/>
              <a:gd name="csY114" fmla="*/ 1991 h 8319657"/>
              <a:gd name="csX115" fmla="*/ 11011905 w 11180243"/>
              <a:gd name="csY115" fmla="*/ 89089 h 8319657"/>
              <a:gd name="csX116" fmla="*/ 11143595 w 11180243"/>
              <a:gd name="csY116" fmla="*/ 251926 h 8319657"/>
              <a:gd name="csX117" fmla="*/ 11180171 w 11180243"/>
              <a:gd name="csY117" fmla="*/ 629879 h 8319657"/>
              <a:gd name="csX118" fmla="*/ 11070443 w 11180243"/>
              <a:gd name="csY118" fmla="*/ 898102 h 8319657"/>
              <a:gd name="csX119" fmla="*/ 10930235 w 11180243"/>
              <a:gd name="csY119" fmla="*/ 1355303 h 8319657"/>
              <a:gd name="csX120" fmla="*/ 10466939 w 11180243"/>
              <a:gd name="csY120" fmla="*/ 1690582 h 8319657"/>
              <a:gd name="csX121" fmla="*/ 10381595 w 11180243"/>
              <a:gd name="csY121" fmla="*/ 2001478 h 8319657"/>
              <a:gd name="csX122" fmla="*/ 10174331 w 11180243"/>
              <a:gd name="csY122" fmla="*/ 2190454 h 8319657"/>
              <a:gd name="csX123" fmla="*/ 9912203 w 11180243"/>
              <a:gd name="csY123" fmla="*/ 2580598 h 8319657"/>
              <a:gd name="csX124" fmla="*/ 9729323 w 11180243"/>
              <a:gd name="csY124" fmla="*/ 2934166 h 8319657"/>
              <a:gd name="csX125" fmla="*/ 9497675 w 11180243"/>
              <a:gd name="csY125" fmla="*/ 3092662 h 8319657"/>
              <a:gd name="csX126" fmla="*/ 9290411 w 11180243"/>
              <a:gd name="csY126" fmla="*/ 3299926 h 8319657"/>
              <a:gd name="csX127" fmla="*/ 8985611 w 11180243"/>
              <a:gd name="csY127" fmla="*/ 3452326 h 8319657"/>
              <a:gd name="csX128" fmla="*/ 8814923 w 11180243"/>
              <a:gd name="csY128" fmla="*/ 3763222 h 8319657"/>
              <a:gd name="csX129" fmla="*/ 8400395 w 11180243"/>
              <a:gd name="csY129" fmla="*/ 3915622 h 8319657"/>
              <a:gd name="csX130" fmla="*/ 8315051 w 11180243"/>
              <a:gd name="csY130" fmla="*/ 4104598 h 8319657"/>
              <a:gd name="csX131" fmla="*/ 8089499 w 11180243"/>
              <a:gd name="csY131" fmla="*/ 4214326 h 8319657"/>
              <a:gd name="csX132" fmla="*/ 7711547 w 11180243"/>
              <a:gd name="csY132" fmla="*/ 4293574 h 8319657"/>
              <a:gd name="csX133" fmla="*/ 7400651 w 11180243"/>
              <a:gd name="csY133" fmla="*/ 4470358 h 8319657"/>
              <a:gd name="csX134" fmla="*/ 6967835 w 11180243"/>
              <a:gd name="csY134" fmla="*/ 4476454 h 8319657"/>
              <a:gd name="csX135" fmla="*/ 6644747 w 11180243"/>
              <a:gd name="csY135" fmla="*/ 4592278 h 8319657"/>
              <a:gd name="csX136" fmla="*/ 6260699 w 11180243"/>
              <a:gd name="csY136" fmla="*/ 4622758 h 8319657"/>
              <a:gd name="csX137" fmla="*/ 6144875 w 11180243"/>
              <a:gd name="csY137" fmla="*/ 4744678 h 8319657"/>
              <a:gd name="csX138" fmla="*/ 5931515 w 11180243"/>
              <a:gd name="csY138" fmla="*/ 4756870 h 8319657"/>
              <a:gd name="csX139" fmla="*/ 5742539 w 11180243"/>
              <a:gd name="csY139" fmla="*/ 4756870 h 8319657"/>
              <a:gd name="csX140" fmla="*/ 5273147 w 11180243"/>
              <a:gd name="csY140" fmla="*/ 4769062 h 8319657"/>
              <a:gd name="csX141" fmla="*/ 4876907 w 11180243"/>
              <a:gd name="csY141" fmla="*/ 4756870 h 8319657"/>
              <a:gd name="csX142" fmla="*/ 4773275 w 11180243"/>
              <a:gd name="csY142" fmla="*/ 4860502 h 8319657"/>
              <a:gd name="csX143" fmla="*/ 4370939 w 11180243"/>
              <a:gd name="csY143" fmla="*/ 5061670 h 8319657"/>
              <a:gd name="csX144" fmla="*/ 3925931 w 11180243"/>
              <a:gd name="csY144" fmla="*/ 5171398 h 8319657"/>
              <a:gd name="csX145" fmla="*/ 4200251 w 11180243"/>
              <a:gd name="csY145" fmla="*/ 5579830 h 8319657"/>
              <a:gd name="csX146" fmla="*/ 4194155 w 11180243"/>
              <a:gd name="csY146" fmla="*/ 6018742 h 8319657"/>
              <a:gd name="csX147" fmla="*/ 4261211 w 11180243"/>
              <a:gd name="csY147" fmla="*/ 6201622 h 8319657"/>
              <a:gd name="csX0" fmla="*/ 4276827 w 11180243"/>
              <a:gd name="csY0" fmla="*/ 6141916 h 8319657"/>
              <a:gd name="csX1" fmla="*/ 4145388 w 11180243"/>
              <a:gd name="csY1" fmla="*/ 6933141 h 8319657"/>
              <a:gd name="csX2" fmla="*/ 4102716 w 11180243"/>
              <a:gd name="csY2" fmla="*/ 7219653 h 8319657"/>
              <a:gd name="csX3" fmla="*/ 4127100 w 11180243"/>
              <a:gd name="csY3" fmla="*/ 7609797 h 8319657"/>
              <a:gd name="csX4" fmla="*/ 3925932 w 11180243"/>
              <a:gd name="csY4" fmla="*/ 7798773 h 8319657"/>
              <a:gd name="csX5" fmla="*/ 3761340 w 11180243"/>
              <a:gd name="csY5" fmla="*/ 8030421 h 8319657"/>
              <a:gd name="csX6" fmla="*/ 3419964 w 11180243"/>
              <a:gd name="csY6" fmla="*/ 8134053 h 8319657"/>
              <a:gd name="csX7" fmla="*/ 3291948 w 11180243"/>
              <a:gd name="csY7" fmla="*/ 8213301 h 8319657"/>
              <a:gd name="csX8" fmla="*/ 3029820 w 11180243"/>
              <a:gd name="csY8" fmla="*/ 8231589 h 8319657"/>
              <a:gd name="csX9" fmla="*/ 2907900 w 11180243"/>
              <a:gd name="csY9" fmla="*/ 8298645 h 8319657"/>
              <a:gd name="csX10" fmla="*/ 2615292 w 11180243"/>
              <a:gd name="csY10" fmla="*/ 8188917 h 8319657"/>
              <a:gd name="csX11" fmla="*/ 2091036 w 11180243"/>
              <a:gd name="csY11" fmla="*/ 8286453 h 8319657"/>
              <a:gd name="csX12" fmla="*/ 1530204 w 11180243"/>
              <a:gd name="csY12" fmla="*/ 8152341 h 8319657"/>
              <a:gd name="csX13" fmla="*/ 1292460 w 11180243"/>
              <a:gd name="csY13" fmla="*/ 7932885 h 8319657"/>
              <a:gd name="csX14" fmla="*/ 1005948 w 11180243"/>
              <a:gd name="csY14" fmla="*/ 7743909 h 8319657"/>
              <a:gd name="csX15" fmla="*/ 737724 w 11180243"/>
              <a:gd name="csY15" fmla="*/ 7585413 h 8319657"/>
              <a:gd name="csX16" fmla="*/ 609708 w 11180243"/>
              <a:gd name="csY16" fmla="*/ 7073349 h 8319657"/>
              <a:gd name="csX17" fmla="*/ 573132 w 11180243"/>
              <a:gd name="csY17" fmla="*/ 6683205 h 8319657"/>
              <a:gd name="csX18" fmla="*/ 128124 w 11180243"/>
              <a:gd name="csY18" fmla="*/ 6390597 h 8319657"/>
              <a:gd name="csX19" fmla="*/ 61068 w 11180243"/>
              <a:gd name="csY19" fmla="*/ 6116277 h 8319657"/>
              <a:gd name="csX20" fmla="*/ 109835 w 11180243"/>
              <a:gd name="csY20" fmla="*/ 5927301 h 8319657"/>
              <a:gd name="csX21" fmla="*/ 6204 w 11180243"/>
              <a:gd name="csY21" fmla="*/ 5793189 h 8319657"/>
              <a:gd name="csX22" fmla="*/ 18395 w 11180243"/>
              <a:gd name="csY22" fmla="*/ 5604213 h 8319657"/>
              <a:gd name="csX23" fmla="*/ 122027 w 11180243"/>
              <a:gd name="csY23" fmla="*/ 5372565 h 8319657"/>
              <a:gd name="csX24" fmla="*/ 270753 w 11180243"/>
              <a:gd name="csY24" fmla="*/ 4762883 h 8319657"/>
              <a:gd name="csX25" fmla="*/ 183071 w 11180243"/>
              <a:gd name="csY25" fmla="*/ 4612571 h 8319657"/>
              <a:gd name="csX26" fmla="*/ 208123 w 11180243"/>
              <a:gd name="csY26" fmla="*/ 4524889 h 8319657"/>
              <a:gd name="csX27" fmla="*/ 183071 w 11180243"/>
              <a:gd name="csY27" fmla="*/ 4399629 h 8319657"/>
              <a:gd name="csX28" fmla="*/ 145492 w 11180243"/>
              <a:gd name="csY28" fmla="*/ 4324473 h 8319657"/>
              <a:gd name="csX29" fmla="*/ 208123 w 11180243"/>
              <a:gd name="csY29" fmla="*/ 4174160 h 8319657"/>
              <a:gd name="csX30" fmla="*/ 258227 w 11180243"/>
              <a:gd name="csY30" fmla="*/ 4061426 h 8319657"/>
              <a:gd name="csX31" fmla="*/ 320857 w 11180243"/>
              <a:gd name="csY31" fmla="*/ 3961218 h 8319657"/>
              <a:gd name="csX32" fmla="*/ 320857 w 11180243"/>
              <a:gd name="csY32" fmla="*/ 3961218 h 8319657"/>
              <a:gd name="csX33" fmla="*/ 433591 w 11180243"/>
              <a:gd name="csY33" fmla="*/ 3835957 h 8319657"/>
              <a:gd name="csX34" fmla="*/ 558851 w 11180243"/>
              <a:gd name="csY34" fmla="*/ 3785853 h 8319657"/>
              <a:gd name="csX35" fmla="*/ 558851 w 11180243"/>
              <a:gd name="csY35" fmla="*/ 3785853 h 8319657"/>
              <a:gd name="csX36" fmla="*/ 546325 w 11180243"/>
              <a:gd name="csY36" fmla="*/ 3673119 h 8319657"/>
              <a:gd name="csX37" fmla="*/ 446117 w 11180243"/>
              <a:gd name="csY37" fmla="*/ 3635541 h 8319657"/>
              <a:gd name="csX38" fmla="*/ 433591 w 11180243"/>
              <a:gd name="csY38" fmla="*/ 3597963 h 8319657"/>
              <a:gd name="csX39" fmla="*/ 483695 w 11180243"/>
              <a:gd name="csY39" fmla="*/ 3472703 h 8319657"/>
              <a:gd name="csX40" fmla="*/ 533799 w 11180243"/>
              <a:gd name="csY40" fmla="*/ 3397547 h 8319657"/>
              <a:gd name="csX41" fmla="*/ 634007 w 11180243"/>
              <a:gd name="csY41" fmla="*/ 3222182 h 8319657"/>
              <a:gd name="csX42" fmla="*/ 659060 w 11180243"/>
              <a:gd name="csY42" fmla="*/ 3147026 h 8319657"/>
              <a:gd name="csX43" fmla="*/ 771794 w 11180243"/>
              <a:gd name="csY43" fmla="*/ 3046818 h 8319657"/>
              <a:gd name="csX44" fmla="*/ 846950 w 11180243"/>
              <a:gd name="csY44" fmla="*/ 2984188 h 8319657"/>
              <a:gd name="csX45" fmla="*/ 947158 w 11180243"/>
              <a:gd name="csY45" fmla="*/ 2934083 h 8319657"/>
              <a:gd name="csX46" fmla="*/ 1022314 w 11180243"/>
              <a:gd name="csY46" fmla="*/ 2883979 h 8319657"/>
              <a:gd name="csX47" fmla="*/ 1135049 w 11180243"/>
              <a:gd name="csY47" fmla="*/ 2821349 h 8319657"/>
              <a:gd name="csX48" fmla="*/ 1197679 w 11180243"/>
              <a:gd name="csY48" fmla="*/ 2758719 h 8319657"/>
              <a:gd name="csX49" fmla="*/ 1297887 w 11180243"/>
              <a:gd name="csY49" fmla="*/ 2671037 h 8319657"/>
              <a:gd name="csX50" fmla="*/ 1448199 w 11180243"/>
              <a:gd name="csY50" fmla="*/ 2620933 h 8319657"/>
              <a:gd name="csX51" fmla="*/ 1573460 w 11180243"/>
              <a:gd name="csY51" fmla="*/ 2658511 h 8319657"/>
              <a:gd name="csX52" fmla="*/ 1573460 w 11180243"/>
              <a:gd name="csY52" fmla="*/ 2658511 h 8319657"/>
              <a:gd name="csX53" fmla="*/ 1510829 w 11180243"/>
              <a:gd name="csY53" fmla="*/ 2595881 h 8319657"/>
              <a:gd name="csX54" fmla="*/ 1548407 w 11180243"/>
              <a:gd name="csY54" fmla="*/ 2407990 h 8319657"/>
              <a:gd name="csX55" fmla="*/ 1673668 w 11180243"/>
              <a:gd name="csY55" fmla="*/ 2307782 h 8319657"/>
              <a:gd name="csX56" fmla="*/ 1773876 w 11180243"/>
              <a:gd name="csY56" fmla="*/ 2245152 h 8319657"/>
              <a:gd name="csX57" fmla="*/ 1798928 w 11180243"/>
              <a:gd name="csY57" fmla="*/ 2207574 h 8319657"/>
              <a:gd name="csX58" fmla="*/ 1961766 w 11180243"/>
              <a:gd name="csY58" fmla="*/ 2195048 h 8319657"/>
              <a:gd name="csX59" fmla="*/ 2112079 w 11180243"/>
              <a:gd name="csY59" fmla="*/ 2245152 h 8319657"/>
              <a:gd name="csX60" fmla="*/ 2112079 w 11180243"/>
              <a:gd name="csY60" fmla="*/ 2245152 h 8319657"/>
              <a:gd name="csX61" fmla="*/ 2112079 w 11180243"/>
              <a:gd name="csY61" fmla="*/ 2245152 h 8319657"/>
              <a:gd name="csX62" fmla="*/ 2224813 w 11180243"/>
              <a:gd name="csY62" fmla="*/ 2195048 h 8319657"/>
              <a:gd name="csX63" fmla="*/ 2375125 w 11180243"/>
              <a:gd name="csY63" fmla="*/ 2094840 h 8319657"/>
              <a:gd name="csX64" fmla="*/ 2613120 w 11180243"/>
              <a:gd name="csY64" fmla="*/ 2057262 h 8319657"/>
              <a:gd name="csX65" fmla="*/ 2788484 w 11180243"/>
              <a:gd name="csY65" fmla="*/ 2082314 h 8319657"/>
              <a:gd name="csX66" fmla="*/ 2888692 w 11180243"/>
              <a:gd name="csY66" fmla="*/ 2169996 h 8319657"/>
              <a:gd name="csX67" fmla="*/ 3013953 w 11180243"/>
              <a:gd name="csY67" fmla="*/ 2195048 h 8319657"/>
              <a:gd name="csX68" fmla="*/ 2851114 w 11180243"/>
              <a:gd name="csY68" fmla="*/ 2082314 h 8319657"/>
              <a:gd name="csX69" fmla="*/ 2938797 w 11180243"/>
              <a:gd name="csY69" fmla="*/ 1957053 h 8319657"/>
              <a:gd name="csX70" fmla="*/ 3101635 w 11180243"/>
              <a:gd name="csY70" fmla="*/ 1957053 h 8319657"/>
              <a:gd name="csX71" fmla="*/ 3302051 w 11180243"/>
              <a:gd name="csY71" fmla="*/ 1957053 h 8319657"/>
              <a:gd name="csX72" fmla="*/ 3464890 w 11180243"/>
              <a:gd name="csY72" fmla="*/ 1969579 h 8319657"/>
              <a:gd name="csX73" fmla="*/ 3815618 w 11180243"/>
              <a:gd name="csY73" fmla="*/ 1919475 h 8319657"/>
              <a:gd name="csX74" fmla="*/ 3978457 w 11180243"/>
              <a:gd name="csY74" fmla="*/ 1919475 h 8319657"/>
              <a:gd name="csX75" fmla="*/ 4241503 w 11180243"/>
              <a:gd name="csY75" fmla="*/ 1894423 h 8319657"/>
              <a:gd name="csX76" fmla="*/ 4391816 w 11180243"/>
              <a:gd name="csY76" fmla="*/ 1906949 h 8319657"/>
              <a:gd name="csX77" fmla="*/ 4567180 w 11180243"/>
              <a:gd name="csY77" fmla="*/ 1994631 h 8319657"/>
              <a:gd name="csX78" fmla="*/ 4567180 w 11180243"/>
              <a:gd name="csY78" fmla="*/ 1994631 h 8319657"/>
              <a:gd name="csX79" fmla="*/ 4504550 w 11180243"/>
              <a:gd name="csY79" fmla="*/ 1844319 h 8319657"/>
              <a:gd name="csX80" fmla="*/ 4704966 w 11180243"/>
              <a:gd name="csY80" fmla="*/ 1844319 h 8319657"/>
              <a:gd name="csX81" fmla="*/ 4892857 w 11180243"/>
              <a:gd name="csY81" fmla="*/ 1869371 h 8319657"/>
              <a:gd name="csX82" fmla="*/ 4980539 w 11180243"/>
              <a:gd name="csY82" fmla="*/ 1869371 h 8319657"/>
              <a:gd name="csX83" fmla="*/ 5168429 w 11180243"/>
              <a:gd name="csY83" fmla="*/ 1769163 h 8319657"/>
              <a:gd name="csX84" fmla="*/ 5406424 w 11180243"/>
              <a:gd name="csY84" fmla="*/ 1794215 h 8319657"/>
              <a:gd name="csX85" fmla="*/ 5556736 w 11180243"/>
              <a:gd name="csY85" fmla="*/ 1819267 h 8319657"/>
              <a:gd name="csX86" fmla="*/ 5744627 w 11180243"/>
              <a:gd name="csY86" fmla="*/ 1781689 h 8319657"/>
              <a:gd name="csX87" fmla="*/ 5882413 w 11180243"/>
              <a:gd name="csY87" fmla="*/ 1794215 h 8319657"/>
              <a:gd name="csX88" fmla="*/ 5945043 w 11180243"/>
              <a:gd name="csY88" fmla="*/ 1794215 h 8319657"/>
              <a:gd name="csX89" fmla="*/ 6283246 w 11180243"/>
              <a:gd name="csY89" fmla="*/ 1631377 h 8319657"/>
              <a:gd name="csX90" fmla="*/ 6508714 w 11180243"/>
              <a:gd name="csY90" fmla="*/ 1593799 h 8319657"/>
              <a:gd name="csX91" fmla="*/ 6696605 w 11180243"/>
              <a:gd name="csY91" fmla="*/ 1481064 h 8319657"/>
              <a:gd name="csX92" fmla="*/ 6859443 w 11180243"/>
              <a:gd name="csY92" fmla="*/ 1493590 h 8319657"/>
              <a:gd name="csX93" fmla="*/ 6997229 w 11180243"/>
              <a:gd name="csY93" fmla="*/ 1481064 h 8319657"/>
              <a:gd name="csX94" fmla="*/ 7147542 w 11180243"/>
              <a:gd name="csY94" fmla="*/ 1355804 h 8319657"/>
              <a:gd name="csX95" fmla="*/ 7360484 w 11180243"/>
              <a:gd name="csY95" fmla="*/ 1230544 h 8319657"/>
              <a:gd name="csX96" fmla="*/ 7485744 w 11180243"/>
              <a:gd name="csY96" fmla="*/ 1243070 h 8319657"/>
              <a:gd name="csX97" fmla="*/ 7585953 w 11180243"/>
              <a:gd name="csY97" fmla="*/ 1255596 h 8319657"/>
              <a:gd name="csX98" fmla="*/ 7673635 w 11180243"/>
              <a:gd name="csY98" fmla="*/ 1255596 h 8319657"/>
              <a:gd name="csX99" fmla="*/ 7886577 w 11180243"/>
              <a:gd name="csY99" fmla="*/ 1218018 h 8319657"/>
              <a:gd name="csX100" fmla="*/ 7949207 w 11180243"/>
              <a:gd name="csY100" fmla="*/ 1167914 h 8319657"/>
              <a:gd name="csX101" fmla="*/ 8086994 w 11180243"/>
              <a:gd name="csY101" fmla="*/ 1180440 h 8319657"/>
              <a:gd name="csX102" fmla="*/ 8086994 w 11180243"/>
              <a:gd name="csY102" fmla="*/ 1180440 h 8319657"/>
              <a:gd name="csX103" fmla="*/ 8224780 w 11180243"/>
              <a:gd name="csY103" fmla="*/ 1130336 h 8319657"/>
              <a:gd name="csX104" fmla="*/ 8412671 w 11180243"/>
              <a:gd name="csY104" fmla="*/ 1042653 h 8319657"/>
              <a:gd name="csX105" fmla="*/ 8588035 w 11180243"/>
              <a:gd name="csY105" fmla="*/ 942445 h 8319657"/>
              <a:gd name="csX106" fmla="*/ 8663191 w 11180243"/>
              <a:gd name="csY106" fmla="*/ 854763 h 8319657"/>
              <a:gd name="csX107" fmla="*/ 8700769 w 11180243"/>
              <a:gd name="csY107" fmla="*/ 804659 h 8319657"/>
              <a:gd name="csX108" fmla="*/ 8851081 w 11180243"/>
              <a:gd name="csY108" fmla="*/ 779607 h 8319657"/>
              <a:gd name="csX109" fmla="*/ 8963816 w 11180243"/>
              <a:gd name="csY109" fmla="*/ 754555 h 8319657"/>
              <a:gd name="csX110" fmla="*/ 9076550 w 11180243"/>
              <a:gd name="csY110" fmla="*/ 716977 h 8319657"/>
              <a:gd name="csX111" fmla="*/ 9126654 w 11180243"/>
              <a:gd name="csY111" fmla="*/ 691925 h 8319657"/>
              <a:gd name="csX112" fmla="*/ 9373500 w 11180243"/>
              <a:gd name="csY112" fmla="*/ 691925 h 8319657"/>
              <a:gd name="csX113" fmla="*/ 9607403 w 11180243"/>
              <a:gd name="csY113" fmla="*/ 410423 h 8319657"/>
              <a:gd name="csX114" fmla="*/ 10101179 w 11180243"/>
              <a:gd name="csY114" fmla="*/ 123911 h 8319657"/>
              <a:gd name="csX115" fmla="*/ 10588859 w 11180243"/>
              <a:gd name="csY115" fmla="*/ 1991 h 8319657"/>
              <a:gd name="csX116" fmla="*/ 11011905 w 11180243"/>
              <a:gd name="csY116" fmla="*/ 89089 h 8319657"/>
              <a:gd name="csX117" fmla="*/ 11143595 w 11180243"/>
              <a:gd name="csY117" fmla="*/ 251926 h 8319657"/>
              <a:gd name="csX118" fmla="*/ 11180171 w 11180243"/>
              <a:gd name="csY118" fmla="*/ 629879 h 8319657"/>
              <a:gd name="csX119" fmla="*/ 11070443 w 11180243"/>
              <a:gd name="csY119" fmla="*/ 898102 h 8319657"/>
              <a:gd name="csX120" fmla="*/ 10930235 w 11180243"/>
              <a:gd name="csY120" fmla="*/ 1355303 h 8319657"/>
              <a:gd name="csX121" fmla="*/ 10466939 w 11180243"/>
              <a:gd name="csY121" fmla="*/ 1690582 h 8319657"/>
              <a:gd name="csX122" fmla="*/ 10381595 w 11180243"/>
              <a:gd name="csY122" fmla="*/ 2001478 h 8319657"/>
              <a:gd name="csX123" fmla="*/ 10174331 w 11180243"/>
              <a:gd name="csY123" fmla="*/ 2190454 h 8319657"/>
              <a:gd name="csX124" fmla="*/ 9912203 w 11180243"/>
              <a:gd name="csY124" fmla="*/ 2580598 h 8319657"/>
              <a:gd name="csX125" fmla="*/ 9729323 w 11180243"/>
              <a:gd name="csY125" fmla="*/ 2934166 h 8319657"/>
              <a:gd name="csX126" fmla="*/ 9497675 w 11180243"/>
              <a:gd name="csY126" fmla="*/ 3092662 h 8319657"/>
              <a:gd name="csX127" fmla="*/ 9290411 w 11180243"/>
              <a:gd name="csY127" fmla="*/ 3299926 h 8319657"/>
              <a:gd name="csX128" fmla="*/ 8985611 w 11180243"/>
              <a:gd name="csY128" fmla="*/ 3452326 h 8319657"/>
              <a:gd name="csX129" fmla="*/ 8814923 w 11180243"/>
              <a:gd name="csY129" fmla="*/ 3763222 h 8319657"/>
              <a:gd name="csX130" fmla="*/ 8400395 w 11180243"/>
              <a:gd name="csY130" fmla="*/ 3915622 h 8319657"/>
              <a:gd name="csX131" fmla="*/ 8315051 w 11180243"/>
              <a:gd name="csY131" fmla="*/ 4104598 h 8319657"/>
              <a:gd name="csX132" fmla="*/ 8089499 w 11180243"/>
              <a:gd name="csY132" fmla="*/ 4214326 h 8319657"/>
              <a:gd name="csX133" fmla="*/ 7711547 w 11180243"/>
              <a:gd name="csY133" fmla="*/ 4293574 h 8319657"/>
              <a:gd name="csX134" fmla="*/ 7400651 w 11180243"/>
              <a:gd name="csY134" fmla="*/ 4470358 h 8319657"/>
              <a:gd name="csX135" fmla="*/ 6967835 w 11180243"/>
              <a:gd name="csY135" fmla="*/ 4476454 h 8319657"/>
              <a:gd name="csX136" fmla="*/ 6644747 w 11180243"/>
              <a:gd name="csY136" fmla="*/ 4592278 h 8319657"/>
              <a:gd name="csX137" fmla="*/ 6260699 w 11180243"/>
              <a:gd name="csY137" fmla="*/ 4622758 h 8319657"/>
              <a:gd name="csX138" fmla="*/ 6144875 w 11180243"/>
              <a:gd name="csY138" fmla="*/ 4744678 h 8319657"/>
              <a:gd name="csX139" fmla="*/ 5931515 w 11180243"/>
              <a:gd name="csY139" fmla="*/ 4756870 h 8319657"/>
              <a:gd name="csX140" fmla="*/ 5742539 w 11180243"/>
              <a:gd name="csY140" fmla="*/ 4756870 h 8319657"/>
              <a:gd name="csX141" fmla="*/ 5273147 w 11180243"/>
              <a:gd name="csY141" fmla="*/ 4769062 h 8319657"/>
              <a:gd name="csX142" fmla="*/ 4876907 w 11180243"/>
              <a:gd name="csY142" fmla="*/ 4756870 h 8319657"/>
              <a:gd name="csX143" fmla="*/ 4773275 w 11180243"/>
              <a:gd name="csY143" fmla="*/ 4860502 h 8319657"/>
              <a:gd name="csX144" fmla="*/ 4370939 w 11180243"/>
              <a:gd name="csY144" fmla="*/ 5061670 h 8319657"/>
              <a:gd name="csX145" fmla="*/ 3925931 w 11180243"/>
              <a:gd name="csY145" fmla="*/ 5171398 h 8319657"/>
              <a:gd name="csX146" fmla="*/ 4200251 w 11180243"/>
              <a:gd name="csY146" fmla="*/ 5579830 h 8319657"/>
              <a:gd name="csX147" fmla="*/ 4194155 w 11180243"/>
              <a:gd name="csY147" fmla="*/ 6018742 h 8319657"/>
              <a:gd name="csX148" fmla="*/ 4261211 w 11180243"/>
              <a:gd name="csY148" fmla="*/ 6201622 h 8319657"/>
              <a:gd name="csX0" fmla="*/ 4276827 w 11180243"/>
              <a:gd name="csY0" fmla="*/ 6141916 h 8319657"/>
              <a:gd name="csX1" fmla="*/ 4444092 w 11180243"/>
              <a:gd name="csY1" fmla="*/ 6518613 h 8319657"/>
              <a:gd name="csX2" fmla="*/ 4145388 w 11180243"/>
              <a:gd name="csY2" fmla="*/ 6933141 h 8319657"/>
              <a:gd name="csX3" fmla="*/ 4102716 w 11180243"/>
              <a:gd name="csY3" fmla="*/ 7219653 h 8319657"/>
              <a:gd name="csX4" fmla="*/ 4127100 w 11180243"/>
              <a:gd name="csY4" fmla="*/ 7609797 h 8319657"/>
              <a:gd name="csX5" fmla="*/ 3925932 w 11180243"/>
              <a:gd name="csY5" fmla="*/ 7798773 h 8319657"/>
              <a:gd name="csX6" fmla="*/ 3761340 w 11180243"/>
              <a:gd name="csY6" fmla="*/ 8030421 h 8319657"/>
              <a:gd name="csX7" fmla="*/ 3419964 w 11180243"/>
              <a:gd name="csY7" fmla="*/ 8134053 h 8319657"/>
              <a:gd name="csX8" fmla="*/ 3291948 w 11180243"/>
              <a:gd name="csY8" fmla="*/ 8213301 h 8319657"/>
              <a:gd name="csX9" fmla="*/ 3029820 w 11180243"/>
              <a:gd name="csY9" fmla="*/ 8231589 h 8319657"/>
              <a:gd name="csX10" fmla="*/ 2907900 w 11180243"/>
              <a:gd name="csY10" fmla="*/ 8298645 h 8319657"/>
              <a:gd name="csX11" fmla="*/ 2615292 w 11180243"/>
              <a:gd name="csY11" fmla="*/ 8188917 h 8319657"/>
              <a:gd name="csX12" fmla="*/ 2091036 w 11180243"/>
              <a:gd name="csY12" fmla="*/ 8286453 h 8319657"/>
              <a:gd name="csX13" fmla="*/ 1530204 w 11180243"/>
              <a:gd name="csY13" fmla="*/ 8152341 h 8319657"/>
              <a:gd name="csX14" fmla="*/ 1292460 w 11180243"/>
              <a:gd name="csY14" fmla="*/ 7932885 h 8319657"/>
              <a:gd name="csX15" fmla="*/ 1005948 w 11180243"/>
              <a:gd name="csY15" fmla="*/ 7743909 h 8319657"/>
              <a:gd name="csX16" fmla="*/ 737724 w 11180243"/>
              <a:gd name="csY16" fmla="*/ 7585413 h 8319657"/>
              <a:gd name="csX17" fmla="*/ 609708 w 11180243"/>
              <a:gd name="csY17" fmla="*/ 7073349 h 8319657"/>
              <a:gd name="csX18" fmla="*/ 573132 w 11180243"/>
              <a:gd name="csY18" fmla="*/ 6683205 h 8319657"/>
              <a:gd name="csX19" fmla="*/ 128124 w 11180243"/>
              <a:gd name="csY19" fmla="*/ 6390597 h 8319657"/>
              <a:gd name="csX20" fmla="*/ 61068 w 11180243"/>
              <a:gd name="csY20" fmla="*/ 6116277 h 8319657"/>
              <a:gd name="csX21" fmla="*/ 109835 w 11180243"/>
              <a:gd name="csY21" fmla="*/ 5927301 h 8319657"/>
              <a:gd name="csX22" fmla="*/ 6204 w 11180243"/>
              <a:gd name="csY22" fmla="*/ 5793189 h 8319657"/>
              <a:gd name="csX23" fmla="*/ 18395 w 11180243"/>
              <a:gd name="csY23" fmla="*/ 5604213 h 8319657"/>
              <a:gd name="csX24" fmla="*/ 122027 w 11180243"/>
              <a:gd name="csY24" fmla="*/ 5372565 h 8319657"/>
              <a:gd name="csX25" fmla="*/ 270753 w 11180243"/>
              <a:gd name="csY25" fmla="*/ 4762883 h 8319657"/>
              <a:gd name="csX26" fmla="*/ 183071 w 11180243"/>
              <a:gd name="csY26" fmla="*/ 4612571 h 8319657"/>
              <a:gd name="csX27" fmla="*/ 208123 w 11180243"/>
              <a:gd name="csY27" fmla="*/ 4524889 h 8319657"/>
              <a:gd name="csX28" fmla="*/ 183071 w 11180243"/>
              <a:gd name="csY28" fmla="*/ 4399629 h 8319657"/>
              <a:gd name="csX29" fmla="*/ 145492 w 11180243"/>
              <a:gd name="csY29" fmla="*/ 4324473 h 8319657"/>
              <a:gd name="csX30" fmla="*/ 208123 w 11180243"/>
              <a:gd name="csY30" fmla="*/ 4174160 h 8319657"/>
              <a:gd name="csX31" fmla="*/ 258227 w 11180243"/>
              <a:gd name="csY31" fmla="*/ 4061426 h 8319657"/>
              <a:gd name="csX32" fmla="*/ 320857 w 11180243"/>
              <a:gd name="csY32" fmla="*/ 3961218 h 8319657"/>
              <a:gd name="csX33" fmla="*/ 320857 w 11180243"/>
              <a:gd name="csY33" fmla="*/ 3961218 h 8319657"/>
              <a:gd name="csX34" fmla="*/ 433591 w 11180243"/>
              <a:gd name="csY34" fmla="*/ 3835957 h 8319657"/>
              <a:gd name="csX35" fmla="*/ 558851 w 11180243"/>
              <a:gd name="csY35" fmla="*/ 3785853 h 8319657"/>
              <a:gd name="csX36" fmla="*/ 558851 w 11180243"/>
              <a:gd name="csY36" fmla="*/ 3785853 h 8319657"/>
              <a:gd name="csX37" fmla="*/ 546325 w 11180243"/>
              <a:gd name="csY37" fmla="*/ 3673119 h 8319657"/>
              <a:gd name="csX38" fmla="*/ 446117 w 11180243"/>
              <a:gd name="csY38" fmla="*/ 3635541 h 8319657"/>
              <a:gd name="csX39" fmla="*/ 433591 w 11180243"/>
              <a:gd name="csY39" fmla="*/ 3597963 h 8319657"/>
              <a:gd name="csX40" fmla="*/ 483695 w 11180243"/>
              <a:gd name="csY40" fmla="*/ 3472703 h 8319657"/>
              <a:gd name="csX41" fmla="*/ 533799 w 11180243"/>
              <a:gd name="csY41" fmla="*/ 3397547 h 8319657"/>
              <a:gd name="csX42" fmla="*/ 634007 w 11180243"/>
              <a:gd name="csY42" fmla="*/ 3222182 h 8319657"/>
              <a:gd name="csX43" fmla="*/ 659060 w 11180243"/>
              <a:gd name="csY43" fmla="*/ 3147026 h 8319657"/>
              <a:gd name="csX44" fmla="*/ 771794 w 11180243"/>
              <a:gd name="csY44" fmla="*/ 3046818 h 8319657"/>
              <a:gd name="csX45" fmla="*/ 846950 w 11180243"/>
              <a:gd name="csY45" fmla="*/ 2984188 h 8319657"/>
              <a:gd name="csX46" fmla="*/ 947158 w 11180243"/>
              <a:gd name="csY46" fmla="*/ 2934083 h 8319657"/>
              <a:gd name="csX47" fmla="*/ 1022314 w 11180243"/>
              <a:gd name="csY47" fmla="*/ 2883979 h 8319657"/>
              <a:gd name="csX48" fmla="*/ 1135049 w 11180243"/>
              <a:gd name="csY48" fmla="*/ 2821349 h 8319657"/>
              <a:gd name="csX49" fmla="*/ 1197679 w 11180243"/>
              <a:gd name="csY49" fmla="*/ 2758719 h 8319657"/>
              <a:gd name="csX50" fmla="*/ 1297887 w 11180243"/>
              <a:gd name="csY50" fmla="*/ 2671037 h 8319657"/>
              <a:gd name="csX51" fmla="*/ 1448199 w 11180243"/>
              <a:gd name="csY51" fmla="*/ 2620933 h 8319657"/>
              <a:gd name="csX52" fmla="*/ 1573460 w 11180243"/>
              <a:gd name="csY52" fmla="*/ 2658511 h 8319657"/>
              <a:gd name="csX53" fmla="*/ 1573460 w 11180243"/>
              <a:gd name="csY53" fmla="*/ 2658511 h 8319657"/>
              <a:gd name="csX54" fmla="*/ 1510829 w 11180243"/>
              <a:gd name="csY54" fmla="*/ 2595881 h 8319657"/>
              <a:gd name="csX55" fmla="*/ 1548407 w 11180243"/>
              <a:gd name="csY55" fmla="*/ 2407990 h 8319657"/>
              <a:gd name="csX56" fmla="*/ 1673668 w 11180243"/>
              <a:gd name="csY56" fmla="*/ 2307782 h 8319657"/>
              <a:gd name="csX57" fmla="*/ 1773876 w 11180243"/>
              <a:gd name="csY57" fmla="*/ 2245152 h 8319657"/>
              <a:gd name="csX58" fmla="*/ 1798928 w 11180243"/>
              <a:gd name="csY58" fmla="*/ 2207574 h 8319657"/>
              <a:gd name="csX59" fmla="*/ 1961766 w 11180243"/>
              <a:gd name="csY59" fmla="*/ 2195048 h 8319657"/>
              <a:gd name="csX60" fmla="*/ 2112079 w 11180243"/>
              <a:gd name="csY60" fmla="*/ 2245152 h 8319657"/>
              <a:gd name="csX61" fmla="*/ 2112079 w 11180243"/>
              <a:gd name="csY61" fmla="*/ 2245152 h 8319657"/>
              <a:gd name="csX62" fmla="*/ 2112079 w 11180243"/>
              <a:gd name="csY62" fmla="*/ 2245152 h 8319657"/>
              <a:gd name="csX63" fmla="*/ 2224813 w 11180243"/>
              <a:gd name="csY63" fmla="*/ 2195048 h 8319657"/>
              <a:gd name="csX64" fmla="*/ 2375125 w 11180243"/>
              <a:gd name="csY64" fmla="*/ 2094840 h 8319657"/>
              <a:gd name="csX65" fmla="*/ 2613120 w 11180243"/>
              <a:gd name="csY65" fmla="*/ 2057262 h 8319657"/>
              <a:gd name="csX66" fmla="*/ 2788484 w 11180243"/>
              <a:gd name="csY66" fmla="*/ 2082314 h 8319657"/>
              <a:gd name="csX67" fmla="*/ 2888692 w 11180243"/>
              <a:gd name="csY67" fmla="*/ 2169996 h 8319657"/>
              <a:gd name="csX68" fmla="*/ 3013953 w 11180243"/>
              <a:gd name="csY68" fmla="*/ 2195048 h 8319657"/>
              <a:gd name="csX69" fmla="*/ 2851114 w 11180243"/>
              <a:gd name="csY69" fmla="*/ 2082314 h 8319657"/>
              <a:gd name="csX70" fmla="*/ 2938797 w 11180243"/>
              <a:gd name="csY70" fmla="*/ 1957053 h 8319657"/>
              <a:gd name="csX71" fmla="*/ 3101635 w 11180243"/>
              <a:gd name="csY71" fmla="*/ 1957053 h 8319657"/>
              <a:gd name="csX72" fmla="*/ 3302051 w 11180243"/>
              <a:gd name="csY72" fmla="*/ 1957053 h 8319657"/>
              <a:gd name="csX73" fmla="*/ 3464890 w 11180243"/>
              <a:gd name="csY73" fmla="*/ 1969579 h 8319657"/>
              <a:gd name="csX74" fmla="*/ 3815618 w 11180243"/>
              <a:gd name="csY74" fmla="*/ 1919475 h 8319657"/>
              <a:gd name="csX75" fmla="*/ 3978457 w 11180243"/>
              <a:gd name="csY75" fmla="*/ 1919475 h 8319657"/>
              <a:gd name="csX76" fmla="*/ 4241503 w 11180243"/>
              <a:gd name="csY76" fmla="*/ 1894423 h 8319657"/>
              <a:gd name="csX77" fmla="*/ 4391816 w 11180243"/>
              <a:gd name="csY77" fmla="*/ 1906949 h 8319657"/>
              <a:gd name="csX78" fmla="*/ 4567180 w 11180243"/>
              <a:gd name="csY78" fmla="*/ 1994631 h 8319657"/>
              <a:gd name="csX79" fmla="*/ 4567180 w 11180243"/>
              <a:gd name="csY79" fmla="*/ 1994631 h 8319657"/>
              <a:gd name="csX80" fmla="*/ 4504550 w 11180243"/>
              <a:gd name="csY80" fmla="*/ 1844319 h 8319657"/>
              <a:gd name="csX81" fmla="*/ 4704966 w 11180243"/>
              <a:gd name="csY81" fmla="*/ 1844319 h 8319657"/>
              <a:gd name="csX82" fmla="*/ 4892857 w 11180243"/>
              <a:gd name="csY82" fmla="*/ 1869371 h 8319657"/>
              <a:gd name="csX83" fmla="*/ 4980539 w 11180243"/>
              <a:gd name="csY83" fmla="*/ 1869371 h 8319657"/>
              <a:gd name="csX84" fmla="*/ 5168429 w 11180243"/>
              <a:gd name="csY84" fmla="*/ 1769163 h 8319657"/>
              <a:gd name="csX85" fmla="*/ 5406424 w 11180243"/>
              <a:gd name="csY85" fmla="*/ 1794215 h 8319657"/>
              <a:gd name="csX86" fmla="*/ 5556736 w 11180243"/>
              <a:gd name="csY86" fmla="*/ 1819267 h 8319657"/>
              <a:gd name="csX87" fmla="*/ 5744627 w 11180243"/>
              <a:gd name="csY87" fmla="*/ 1781689 h 8319657"/>
              <a:gd name="csX88" fmla="*/ 5882413 w 11180243"/>
              <a:gd name="csY88" fmla="*/ 1794215 h 8319657"/>
              <a:gd name="csX89" fmla="*/ 5945043 w 11180243"/>
              <a:gd name="csY89" fmla="*/ 1794215 h 8319657"/>
              <a:gd name="csX90" fmla="*/ 6283246 w 11180243"/>
              <a:gd name="csY90" fmla="*/ 1631377 h 8319657"/>
              <a:gd name="csX91" fmla="*/ 6508714 w 11180243"/>
              <a:gd name="csY91" fmla="*/ 1593799 h 8319657"/>
              <a:gd name="csX92" fmla="*/ 6696605 w 11180243"/>
              <a:gd name="csY92" fmla="*/ 1481064 h 8319657"/>
              <a:gd name="csX93" fmla="*/ 6859443 w 11180243"/>
              <a:gd name="csY93" fmla="*/ 1493590 h 8319657"/>
              <a:gd name="csX94" fmla="*/ 6997229 w 11180243"/>
              <a:gd name="csY94" fmla="*/ 1481064 h 8319657"/>
              <a:gd name="csX95" fmla="*/ 7147542 w 11180243"/>
              <a:gd name="csY95" fmla="*/ 1355804 h 8319657"/>
              <a:gd name="csX96" fmla="*/ 7360484 w 11180243"/>
              <a:gd name="csY96" fmla="*/ 1230544 h 8319657"/>
              <a:gd name="csX97" fmla="*/ 7485744 w 11180243"/>
              <a:gd name="csY97" fmla="*/ 1243070 h 8319657"/>
              <a:gd name="csX98" fmla="*/ 7585953 w 11180243"/>
              <a:gd name="csY98" fmla="*/ 1255596 h 8319657"/>
              <a:gd name="csX99" fmla="*/ 7673635 w 11180243"/>
              <a:gd name="csY99" fmla="*/ 1255596 h 8319657"/>
              <a:gd name="csX100" fmla="*/ 7886577 w 11180243"/>
              <a:gd name="csY100" fmla="*/ 1218018 h 8319657"/>
              <a:gd name="csX101" fmla="*/ 7949207 w 11180243"/>
              <a:gd name="csY101" fmla="*/ 1167914 h 8319657"/>
              <a:gd name="csX102" fmla="*/ 8086994 w 11180243"/>
              <a:gd name="csY102" fmla="*/ 1180440 h 8319657"/>
              <a:gd name="csX103" fmla="*/ 8086994 w 11180243"/>
              <a:gd name="csY103" fmla="*/ 1180440 h 8319657"/>
              <a:gd name="csX104" fmla="*/ 8224780 w 11180243"/>
              <a:gd name="csY104" fmla="*/ 1130336 h 8319657"/>
              <a:gd name="csX105" fmla="*/ 8412671 w 11180243"/>
              <a:gd name="csY105" fmla="*/ 1042653 h 8319657"/>
              <a:gd name="csX106" fmla="*/ 8588035 w 11180243"/>
              <a:gd name="csY106" fmla="*/ 942445 h 8319657"/>
              <a:gd name="csX107" fmla="*/ 8663191 w 11180243"/>
              <a:gd name="csY107" fmla="*/ 854763 h 8319657"/>
              <a:gd name="csX108" fmla="*/ 8700769 w 11180243"/>
              <a:gd name="csY108" fmla="*/ 804659 h 8319657"/>
              <a:gd name="csX109" fmla="*/ 8851081 w 11180243"/>
              <a:gd name="csY109" fmla="*/ 779607 h 8319657"/>
              <a:gd name="csX110" fmla="*/ 8963816 w 11180243"/>
              <a:gd name="csY110" fmla="*/ 754555 h 8319657"/>
              <a:gd name="csX111" fmla="*/ 9076550 w 11180243"/>
              <a:gd name="csY111" fmla="*/ 716977 h 8319657"/>
              <a:gd name="csX112" fmla="*/ 9126654 w 11180243"/>
              <a:gd name="csY112" fmla="*/ 691925 h 8319657"/>
              <a:gd name="csX113" fmla="*/ 9373500 w 11180243"/>
              <a:gd name="csY113" fmla="*/ 691925 h 8319657"/>
              <a:gd name="csX114" fmla="*/ 9607403 w 11180243"/>
              <a:gd name="csY114" fmla="*/ 410423 h 8319657"/>
              <a:gd name="csX115" fmla="*/ 10101179 w 11180243"/>
              <a:gd name="csY115" fmla="*/ 123911 h 8319657"/>
              <a:gd name="csX116" fmla="*/ 10588859 w 11180243"/>
              <a:gd name="csY116" fmla="*/ 1991 h 8319657"/>
              <a:gd name="csX117" fmla="*/ 11011905 w 11180243"/>
              <a:gd name="csY117" fmla="*/ 89089 h 8319657"/>
              <a:gd name="csX118" fmla="*/ 11143595 w 11180243"/>
              <a:gd name="csY118" fmla="*/ 251926 h 8319657"/>
              <a:gd name="csX119" fmla="*/ 11180171 w 11180243"/>
              <a:gd name="csY119" fmla="*/ 629879 h 8319657"/>
              <a:gd name="csX120" fmla="*/ 11070443 w 11180243"/>
              <a:gd name="csY120" fmla="*/ 898102 h 8319657"/>
              <a:gd name="csX121" fmla="*/ 10930235 w 11180243"/>
              <a:gd name="csY121" fmla="*/ 1355303 h 8319657"/>
              <a:gd name="csX122" fmla="*/ 10466939 w 11180243"/>
              <a:gd name="csY122" fmla="*/ 1690582 h 8319657"/>
              <a:gd name="csX123" fmla="*/ 10381595 w 11180243"/>
              <a:gd name="csY123" fmla="*/ 2001478 h 8319657"/>
              <a:gd name="csX124" fmla="*/ 10174331 w 11180243"/>
              <a:gd name="csY124" fmla="*/ 2190454 h 8319657"/>
              <a:gd name="csX125" fmla="*/ 9912203 w 11180243"/>
              <a:gd name="csY125" fmla="*/ 2580598 h 8319657"/>
              <a:gd name="csX126" fmla="*/ 9729323 w 11180243"/>
              <a:gd name="csY126" fmla="*/ 2934166 h 8319657"/>
              <a:gd name="csX127" fmla="*/ 9497675 w 11180243"/>
              <a:gd name="csY127" fmla="*/ 3092662 h 8319657"/>
              <a:gd name="csX128" fmla="*/ 9290411 w 11180243"/>
              <a:gd name="csY128" fmla="*/ 3299926 h 8319657"/>
              <a:gd name="csX129" fmla="*/ 8985611 w 11180243"/>
              <a:gd name="csY129" fmla="*/ 3452326 h 8319657"/>
              <a:gd name="csX130" fmla="*/ 8814923 w 11180243"/>
              <a:gd name="csY130" fmla="*/ 3763222 h 8319657"/>
              <a:gd name="csX131" fmla="*/ 8400395 w 11180243"/>
              <a:gd name="csY131" fmla="*/ 3915622 h 8319657"/>
              <a:gd name="csX132" fmla="*/ 8315051 w 11180243"/>
              <a:gd name="csY132" fmla="*/ 4104598 h 8319657"/>
              <a:gd name="csX133" fmla="*/ 8089499 w 11180243"/>
              <a:gd name="csY133" fmla="*/ 4214326 h 8319657"/>
              <a:gd name="csX134" fmla="*/ 7711547 w 11180243"/>
              <a:gd name="csY134" fmla="*/ 4293574 h 8319657"/>
              <a:gd name="csX135" fmla="*/ 7400651 w 11180243"/>
              <a:gd name="csY135" fmla="*/ 4470358 h 8319657"/>
              <a:gd name="csX136" fmla="*/ 6967835 w 11180243"/>
              <a:gd name="csY136" fmla="*/ 4476454 h 8319657"/>
              <a:gd name="csX137" fmla="*/ 6644747 w 11180243"/>
              <a:gd name="csY137" fmla="*/ 4592278 h 8319657"/>
              <a:gd name="csX138" fmla="*/ 6260699 w 11180243"/>
              <a:gd name="csY138" fmla="*/ 4622758 h 8319657"/>
              <a:gd name="csX139" fmla="*/ 6144875 w 11180243"/>
              <a:gd name="csY139" fmla="*/ 4744678 h 8319657"/>
              <a:gd name="csX140" fmla="*/ 5931515 w 11180243"/>
              <a:gd name="csY140" fmla="*/ 4756870 h 8319657"/>
              <a:gd name="csX141" fmla="*/ 5742539 w 11180243"/>
              <a:gd name="csY141" fmla="*/ 4756870 h 8319657"/>
              <a:gd name="csX142" fmla="*/ 5273147 w 11180243"/>
              <a:gd name="csY142" fmla="*/ 4769062 h 8319657"/>
              <a:gd name="csX143" fmla="*/ 4876907 w 11180243"/>
              <a:gd name="csY143" fmla="*/ 4756870 h 8319657"/>
              <a:gd name="csX144" fmla="*/ 4773275 w 11180243"/>
              <a:gd name="csY144" fmla="*/ 4860502 h 8319657"/>
              <a:gd name="csX145" fmla="*/ 4370939 w 11180243"/>
              <a:gd name="csY145" fmla="*/ 5061670 h 8319657"/>
              <a:gd name="csX146" fmla="*/ 3925931 w 11180243"/>
              <a:gd name="csY146" fmla="*/ 5171398 h 8319657"/>
              <a:gd name="csX147" fmla="*/ 4200251 w 11180243"/>
              <a:gd name="csY147" fmla="*/ 5579830 h 8319657"/>
              <a:gd name="csX148" fmla="*/ 4194155 w 11180243"/>
              <a:gd name="csY148" fmla="*/ 6018742 h 8319657"/>
              <a:gd name="csX149" fmla="*/ 4261211 w 11180243"/>
              <a:gd name="csY149" fmla="*/ 6201622 h 8319657"/>
              <a:gd name="csX0" fmla="*/ 4276827 w 11180243"/>
              <a:gd name="csY0" fmla="*/ 6141916 h 8319657"/>
              <a:gd name="csX1" fmla="*/ 4444092 w 11180243"/>
              <a:gd name="csY1" fmla="*/ 6518613 h 8319657"/>
              <a:gd name="csX2" fmla="*/ 4279500 w 11180243"/>
              <a:gd name="csY2" fmla="*/ 6835605 h 8319657"/>
              <a:gd name="csX3" fmla="*/ 4145388 w 11180243"/>
              <a:gd name="csY3" fmla="*/ 6933141 h 8319657"/>
              <a:gd name="csX4" fmla="*/ 4102716 w 11180243"/>
              <a:gd name="csY4" fmla="*/ 7219653 h 8319657"/>
              <a:gd name="csX5" fmla="*/ 4127100 w 11180243"/>
              <a:gd name="csY5" fmla="*/ 7609797 h 8319657"/>
              <a:gd name="csX6" fmla="*/ 3925932 w 11180243"/>
              <a:gd name="csY6" fmla="*/ 7798773 h 8319657"/>
              <a:gd name="csX7" fmla="*/ 3761340 w 11180243"/>
              <a:gd name="csY7" fmla="*/ 8030421 h 8319657"/>
              <a:gd name="csX8" fmla="*/ 3419964 w 11180243"/>
              <a:gd name="csY8" fmla="*/ 8134053 h 8319657"/>
              <a:gd name="csX9" fmla="*/ 3291948 w 11180243"/>
              <a:gd name="csY9" fmla="*/ 8213301 h 8319657"/>
              <a:gd name="csX10" fmla="*/ 3029820 w 11180243"/>
              <a:gd name="csY10" fmla="*/ 8231589 h 8319657"/>
              <a:gd name="csX11" fmla="*/ 2907900 w 11180243"/>
              <a:gd name="csY11" fmla="*/ 8298645 h 8319657"/>
              <a:gd name="csX12" fmla="*/ 2615292 w 11180243"/>
              <a:gd name="csY12" fmla="*/ 8188917 h 8319657"/>
              <a:gd name="csX13" fmla="*/ 2091036 w 11180243"/>
              <a:gd name="csY13" fmla="*/ 8286453 h 8319657"/>
              <a:gd name="csX14" fmla="*/ 1530204 w 11180243"/>
              <a:gd name="csY14" fmla="*/ 8152341 h 8319657"/>
              <a:gd name="csX15" fmla="*/ 1292460 w 11180243"/>
              <a:gd name="csY15" fmla="*/ 7932885 h 8319657"/>
              <a:gd name="csX16" fmla="*/ 1005948 w 11180243"/>
              <a:gd name="csY16" fmla="*/ 7743909 h 8319657"/>
              <a:gd name="csX17" fmla="*/ 737724 w 11180243"/>
              <a:gd name="csY17" fmla="*/ 7585413 h 8319657"/>
              <a:gd name="csX18" fmla="*/ 609708 w 11180243"/>
              <a:gd name="csY18" fmla="*/ 7073349 h 8319657"/>
              <a:gd name="csX19" fmla="*/ 573132 w 11180243"/>
              <a:gd name="csY19" fmla="*/ 6683205 h 8319657"/>
              <a:gd name="csX20" fmla="*/ 128124 w 11180243"/>
              <a:gd name="csY20" fmla="*/ 6390597 h 8319657"/>
              <a:gd name="csX21" fmla="*/ 61068 w 11180243"/>
              <a:gd name="csY21" fmla="*/ 6116277 h 8319657"/>
              <a:gd name="csX22" fmla="*/ 109835 w 11180243"/>
              <a:gd name="csY22" fmla="*/ 5927301 h 8319657"/>
              <a:gd name="csX23" fmla="*/ 6204 w 11180243"/>
              <a:gd name="csY23" fmla="*/ 5793189 h 8319657"/>
              <a:gd name="csX24" fmla="*/ 18395 w 11180243"/>
              <a:gd name="csY24" fmla="*/ 5604213 h 8319657"/>
              <a:gd name="csX25" fmla="*/ 122027 w 11180243"/>
              <a:gd name="csY25" fmla="*/ 5372565 h 8319657"/>
              <a:gd name="csX26" fmla="*/ 270753 w 11180243"/>
              <a:gd name="csY26" fmla="*/ 4762883 h 8319657"/>
              <a:gd name="csX27" fmla="*/ 183071 w 11180243"/>
              <a:gd name="csY27" fmla="*/ 4612571 h 8319657"/>
              <a:gd name="csX28" fmla="*/ 208123 w 11180243"/>
              <a:gd name="csY28" fmla="*/ 4524889 h 8319657"/>
              <a:gd name="csX29" fmla="*/ 183071 w 11180243"/>
              <a:gd name="csY29" fmla="*/ 4399629 h 8319657"/>
              <a:gd name="csX30" fmla="*/ 145492 w 11180243"/>
              <a:gd name="csY30" fmla="*/ 4324473 h 8319657"/>
              <a:gd name="csX31" fmla="*/ 208123 w 11180243"/>
              <a:gd name="csY31" fmla="*/ 4174160 h 8319657"/>
              <a:gd name="csX32" fmla="*/ 258227 w 11180243"/>
              <a:gd name="csY32" fmla="*/ 4061426 h 8319657"/>
              <a:gd name="csX33" fmla="*/ 320857 w 11180243"/>
              <a:gd name="csY33" fmla="*/ 3961218 h 8319657"/>
              <a:gd name="csX34" fmla="*/ 320857 w 11180243"/>
              <a:gd name="csY34" fmla="*/ 3961218 h 8319657"/>
              <a:gd name="csX35" fmla="*/ 433591 w 11180243"/>
              <a:gd name="csY35" fmla="*/ 3835957 h 8319657"/>
              <a:gd name="csX36" fmla="*/ 558851 w 11180243"/>
              <a:gd name="csY36" fmla="*/ 3785853 h 8319657"/>
              <a:gd name="csX37" fmla="*/ 558851 w 11180243"/>
              <a:gd name="csY37" fmla="*/ 3785853 h 8319657"/>
              <a:gd name="csX38" fmla="*/ 546325 w 11180243"/>
              <a:gd name="csY38" fmla="*/ 3673119 h 8319657"/>
              <a:gd name="csX39" fmla="*/ 446117 w 11180243"/>
              <a:gd name="csY39" fmla="*/ 3635541 h 8319657"/>
              <a:gd name="csX40" fmla="*/ 433591 w 11180243"/>
              <a:gd name="csY40" fmla="*/ 3597963 h 8319657"/>
              <a:gd name="csX41" fmla="*/ 483695 w 11180243"/>
              <a:gd name="csY41" fmla="*/ 3472703 h 8319657"/>
              <a:gd name="csX42" fmla="*/ 533799 w 11180243"/>
              <a:gd name="csY42" fmla="*/ 3397547 h 8319657"/>
              <a:gd name="csX43" fmla="*/ 634007 w 11180243"/>
              <a:gd name="csY43" fmla="*/ 3222182 h 8319657"/>
              <a:gd name="csX44" fmla="*/ 659060 w 11180243"/>
              <a:gd name="csY44" fmla="*/ 3147026 h 8319657"/>
              <a:gd name="csX45" fmla="*/ 771794 w 11180243"/>
              <a:gd name="csY45" fmla="*/ 3046818 h 8319657"/>
              <a:gd name="csX46" fmla="*/ 846950 w 11180243"/>
              <a:gd name="csY46" fmla="*/ 2984188 h 8319657"/>
              <a:gd name="csX47" fmla="*/ 947158 w 11180243"/>
              <a:gd name="csY47" fmla="*/ 2934083 h 8319657"/>
              <a:gd name="csX48" fmla="*/ 1022314 w 11180243"/>
              <a:gd name="csY48" fmla="*/ 2883979 h 8319657"/>
              <a:gd name="csX49" fmla="*/ 1135049 w 11180243"/>
              <a:gd name="csY49" fmla="*/ 2821349 h 8319657"/>
              <a:gd name="csX50" fmla="*/ 1197679 w 11180243"/>
              <a:gd name="csY50" fmla="*/ 2758719 h 8319657"/>
              <a:gd name="csX51" fmla="*/ 1297887 w 11180243"/>
              <a:gd name="csY51" fmla="*/ 2671037 h 8319657"/>
              <a:gd name="csX52" fmla="*/ 1448199 w 11180243"/>
              <a:gd name="csY52" fmla="*/ 2620933 h 8319657"/>
              <a:gd name="csX53" fmla="*/ 1573460 w 11180243"/>
              <a:gd name="csY53" fmla="*/ 2658511 h 8319657"/>
              <a:gd name="csX54" fmla="*/ 1573460 w 11180243"/>
              <a:gd name="csY54" fmla="*/ 2658511 h 8319657"/>
              <a:gd name="csX55" fmla="*/ 1510829 w 11180243"/>
              <a:gd name="csY55" fmla="*/ 2595881 h 8319657"/>
              <a:gd name="csX56" fmla="*/ 1548407 w 11180243"/>
              <a:gd name="csY56" fmla="*/ 2407990 h 8319657"/>
              <a:gd name="csX57" fmla="*/ 1673668 w 11180243"/>
              <a:gd name="csY57" fmla="*/ 2307782 h 8319657"/>
              <a:gd name="csX58" fmla="*/ 1773876 w 11180243"/>
              <a:gd name="csY58" fmla="*/ 2245152 h 8319657"/>
              <a:gd name="csX59" fmla="*/ 1798928 w 11180243"/>
              <a:gd name="csY59" fmla="*/ 2207574 h 8319657"/>
              <a:gd name="csX60" fmla="*/ 1961766 w 11180243"/>
              <a:gd name="csY60" fmla="*/ 2195048 h 8319657"/>
              <a:gd name="csX61" fmla="*/ 2112079 w 11180243"/>
              <a:gd name="csY61" fmla="*/ 2245152 h 8319657"/>
              <a:gd name="csX62" fmla="*/ 2112079 w 11180243"/>
              <a:gd name="csY62" fmla="*/ 2245152 h 8319657"/>
              <a:gd name="csX63" fmla="*/ 2112079 w 11180243"/>
              <a:gd name="csY63" fmla="*/ 2245152 h 8319657"/>
              <a:gd name="csX64" fmla="*/ 2224813 w 11180243"/>
              <a:gd name="csY64" fmla="*/ 2195048 h 8319657"/>
              <a:gd name="csX65" fmla="*/ 2375125 w 11180243"/>
              <a:gd name="csY65" fmla="*/ 2094840 h 8319657"/>
              <a:gd name="csX66" fmla="*/ 2613120 w 11180243"/>
              <a:gd name="csY66" fmla="*/ 2057262 h 8319657"/>
              <a:gd name="csX67" fmla="*/ 2788484 w 11180243"/>
              <a:gd name="csY67" fmla="*/ 2082314 h 8319657"/>
              <a:gd name="csX68" fmla="*/ 2888692 w 11180243"/>
              <a:gd name="csY68" fmla="*/ 2169996 h 8319657"/>
              <a:gd name="csX69" fmla="*/ 3013953 w 11180243"/>
              <a:gd name="csY69" fmla="*/ 2195048 h 8319657"/>
              <a:gd name="csX70" fmla="*/ 2851114 w 11180243"/>
              <a:gd name="csY70" fmla="*/ 2082314 h 8319657"/>
              <a:gd name="csX71" fmla="*/ 2938797 w 11180243"/>
              <a:gd name="csY71" fmla="*/ 1957053 h 8319657"/>
              <a:gd name="csX72" fmla="*/ 3101635 w 11180243"/>
              <a:gd name="csY72" fmla="*/ 1957053 h 8319657"/>
              <a:gd name="csX73" fmla="*/ 3302051 w 11180243"/>
              <a:gd name="csY73" fmla="*/ 1957053 h 8319657"/>
              <a:gd name="csX74" fmla="*/ 3464890 w 11180243"/>
              <a:gd name="csY74" fmla="*/ 1969579 h 8319657"/>
              <a:gd name="csX75" fmla="*/ 3815618 w 11180243"/>
              <a:gd name="csY75" fmla="*/ 1919475 h 8319657"/>
              <a:gd name="csX76" fmla="*/ 3978457 w 11180243"/>
              <a:gd name="csY76" fmla="*/ 1919475 h 8319657"/>
              <a:gd name="csX77" fmla="*/ 4241503 w 11180243"/>
              <a:gd name="csY77" fmla="*/ 1894423 h 8319657"/>
              <a:gd name="csX78" fmla="*/ 4391816 w 11180243"/>
              <a:gd name="csY78" fmla="*/ 1906949 h 8319657"/>
              <a:gd name="csX79" fmla="*/ 4567180 w 11180243"/>
              <a:gd name="csY79" fmla="*/ 1994631 h 8319657"/>
              <a:gd name="csX80" fmla="*/ 4567180 w 11180243"/>
              <a:gd name="csY80" fmla="*/ 1994631 h 8319657"/>
              <a:gd name="csX81" fmla="*/ 4504550 w 11180243"/>
              <a:gd name="csY81" fmla="*/ 1844319 h 8319657"/>
              <a:gd name="csX82" fmla="*/ 4704966 w 11180243"/>
              <a:gd name="csY82" fmla="*/ 1844319 h 8319657"/>
              <a:gd name="csX83" fmla="*/ 4892857 w 11180243"/>
              <a:gd name="csY83" fmla="*/ 1869371 h 8319657"/>
              <a:gd name="csX84" fmla="*/ 4980539 w 11180243"/>
              <a:gd name="csY84" fmla="*/ 1869371 h 8319657"/>
              <a:gd name="csX85" fmla="*/ 5168429 w 11180243"/>
              <a:gd name="csY85" fmla="*/ 1769163 h 8319657"/>
              <a:gd name="csX86" fmla="*/ 5406424 w 11180243"/>
              <a:gd name="csY86" fmla="*/ 1794215 h 8319657"/>
              <a:gd name="csX87" fmla="*/ 5556736 w 11180243"/>
              <a:gd name="csY87" fmla="*/ 1819267 h 8319657"/>
              <a:gd name="csX88" fmla="*/ 5744627 w 11180243"/>
              <a:gd name="csY88" fmla="*/ 1781689 h 8319657"/>
              <a:gd name="csX89" fmla="*/ 5882413 w 11180243"/>
              <a:gd name="csY89" fmla="*/ 1794215 h 8319657"/>
              <a:gd name="csX90" fmla="*/ 5945043 w 11180243"/>
              <a:gd name="csY90" fmla="*/ 1794215 h 8319657"/>
              <a:gd name="csX91" fmla="*/ 6283246 w 11180243"/>
              <a:gd name="csY91" fmla="*/ 1631377 h 8319657"/>
              <a:gd name="csX92" fmla="*/ 6508714 w 11180243"/>
              <a:gd name="csY92" fmla="*/ 1593799 h 8319657"/>
              <a:gd name="csX93" fmla="*/ 6696605 w 11180243"/>
              <a:gd name="csY93" fmla="*/ 1481064 h 8319657"/>
              <a:gd name="csX94" fmla="*/ 6859443 w 11180243"/>
              <a:gd name="csY94" fmla="*/ 1493590 h 8319657"/>
              <a:gd name="csX95" fmla="*/ 6997229 w 11180243"/>
              <a:gd name="csY95" fmla="*/ 1481064 h 8319657"/>
              <a:gd name="csX96" fmla="*/ 7147542 w 11180243"/>
              <a:gd name="csY96" fmla="*/ 1355804 h 8319657"/>
              <a:gd name="csX97" fmla="*/ 7360484 w 11180243"/>
              <a:gd name="csY97" fmla="*/ 1230544 h 8319657"/>
              <a:gd name="csX98" fmla="*/ 7485744 w 11180243"/>
              <a:gd name="csY98" fmla="*/ 1243070 h 8319657"/>
              <a:gd name="csX99" fmla="*/ 7585953 w 11180243"/>
              <a:gd name="csY99" fmla="*/ 1255596 h 8319657"/>
              <a:gd name="csX100" fmla="*/ 7673635 w 11180243"/>
              <a:gd name="csY100" fmla="*/ 1255596 h 8319657"/>
              <a:gd name="csX101" fmla="*/ 7886577 w 11180243"/>
              <a:gd name="csY101" fmla="*/ 1218018 h 8319657"/>
              <a:gd name="csX102" fmla="*/ 7949207 w 11180243"/>
              <a:gd name="csY102" fmla="*/ 1167914 h 8319657"/>
              <a:gd name="csX103" fmla="*/ 8086994 w 11180243"/>
              <a:gd name="csY103" fmla="*/ 1180440 h 8319657"/>
              <a:gd name="csX104" fmla="*/ 8086994 w 11180243"/>
              <a:gd name="csY104" fmla="*/ 1180440 h 8319657"/>
              <a:gd name="csX105" fmla="*/ 8224780 w 11180243"/>
              <a:gd name="csY105" fmla="*/ 1130336 h 8319657"/>
              <a:gd name="csX106" fmla="*/ 8412671 w 11180243"/>
              <a:gd name="csY106" fmla="*/ 1042653 h 8319657"/>
              <a:gd name="csX107" fmla="*/ 8588035 w 11180243"/>
              <a:gd name="csY107" fmla="*/ 942445 h 8319657"/>
              <a:gd name="csX108" fmla="*/ 8663191 w 11180243"/>
              <a:gd name="csY108" fmla="*/ 854763 h 8319657"/>
              <a:gd name="csX109" fmla="*/ 8700769 w 11180243"/>
              <a:gd name="csY109" fmla="*/ 804659 h 8319657"/>
              <a:gd name="csX110" fmla="*/ 8851081 w 11180243"/>
              <a:gd name="csY110" fmla="*/ 779607 h 8319657"/>
              <a:gd name="csX111" fmla="*/ 8963816 w 11180243"/>
              <a:gd name="csY111" fmla="*/ 754555 h 8319657"/>
              <a:gd name="csX112" fmla="*/ 9076550 w 11180243"/>
              <a:gd name="csY112" fmla="*/ 716977 h 8319657"/>
              <a:gd name="csX113" fmla="*/ 9126654 w 11180243"/>
              <a:gd name="csY113" fmla="*/ 691925 h 8319657"/>
              <a:gd name="csX114" fmla="*/ 9373500 w 11180243"/>
              <a:gd name="csY114" fmla="*/ 691925 h 8319657"/>
              <a:gd name="csX115" fmla="*/ 9607403 w 11180243"/>
              <a:gd name="csY115" fmla="*/ 410423 h 8319657"/>
              <a:gd name="csX116" fmla="*/ 10101179 w 11180243"/>
              <a:gd name="csY116" fmla="*/ 123911 h 8319657"/>
              <a:gd name="csX117" fmla="*/ 10588859 w 11180243"/>
              <a:gd name="csY117" fmla="*/ 1991 h 8319657"/>
              <a:gd name="csX118" fmla="*/ 11011905 w 11180243"/>
              <a:gd name="csY118" fmla="*/ 89089 h 8319657"/>
              <a:gd name="csX119" fmla="*/ 11143595 w 11180243"/>
              <a:gd name="csY119" fmla="*/ 251926 h 8319657"/>
              <a:gd name="csX120" fmla="*/ 11180171 w 11180243"/>
              <a:gd name="csY120" fmla="*/ 629879 h 8319657"/>
              <a:gd name="csX121" fmla="*/ 11070443 w 11180243"/>
              <a:gd name="csY121" fmla="*/ 898102 h 8319657"/>
              <a:gd name="csX122" fmla="*/ 10930235 w 11180243"/>
              <a:gd name="csY122" fmla="*/ 1355303 h 8319657"/>
              <a:gd name="csX123" fmla="*/ 10466939 w 11180243"/>
              <a:gd name="csY123" fmla="*/ 1690582 h 8319657"/>
              <a:gd name="csX124" fmla="*/ 10381595 w 11180243"/>
              <a:gd name="csY124" fmla="*/ 2001478 h 8319657"/>
              <a:gd name="csX125" fmla="*/ 10174331 w 11180243"/>
              <a:gd name="csY125" fmla="*/ 2190454 h 8319657"/>
              <a:gd name="csX126" fmla="*/ 9912203 w 11180243"/>
              <a:gd name="csY126" fmla="*/ 2580598 h 8319657"/>
              <a:gd name="csX127" fmla="*/ 9729323 w 11180243"/>
              <a:gd name="csY127" fmla="*/ 2934166 h 8319657"/>
              <a:gd name="csX128" fmla="*/ 9497675 w 11180243"/>
              <a:gd name="csY128" fmla="*/ 3092662 h 8319657"/>
              <a:gd name="csX129" fmla="*/ 9290411 w 11180243"/>
              <a:gd name="csY129" fmla="*/ 3299926 h 8319657"/>
              <a:gd name="csX130" fmla="*/ 8985611 w 11180243"/>
              <a:gd name="csY130" fmla="*/ 3452326 h 8319657"/>
              <a:gd name="csX131" fmla="*/ 8814923 w 11180243"/>
              <a:gd name="csY131" fmla="*/ 3763222 h 8319657"/>
              <a:gd name="csX132" fmla="*/ 8400395 w 11180243"/>
              <a:gd name="csY132" fmla="*/ 3915622 h 8319657"/>
              <a:gd name="csX133" fmla="*/ 8315051 w 11180243"/>
              <a:gd name="csY133" fmla="*/ 4104598 h 8319657"/>
              <a:gd name="csX134" fmla="*/ 8089499 w 11180243"/>
              <a:gd name="csY134" fmla="*/ 4214326 h 8319657"/>
              <a:gd name="csX135" fmla="*/ 7711547 w 11180243"/>
              <a:gd name="csY135" fmla="*/ 4293574 h 8319657"/>
              <a:gd name="csX136" fmla="*/ 7400651 w 11180243"/>
              <a:gd name="csY136" fmla="*/ 4470358 h 8319657"/>
              <a:gd name="csX137" fmla="*/ 6967835 w 11180243"/>
              <a:gd name="csY137" fmla="*/ 4476454 h 8319657"/>
              <a:gd name="csX138" fmla="*/ 6644747 w 11180243"/>
              <a:gd name="csY138" fmla="*/ 4592278 h 8319657"/>
              <a:gd name="csX139" fmla="*/ 6260699 w 11180243"/>
              <a:gd name="csY139" fmla="*/ 4622758 h 8319657"/>
              <a:gd name="csX140" fmla="*/ 6144875 w 11180243"/>
              <a:gd name="csY140" fmla="*/ 4744678 h 8319657"/>
              <a:gd name="csX141" fmla="*/ 5931515 w 11180243"/>
              <a:gd name="csY141" fmla="*/ 4756870 h 8319657"/>
              <a:gd name="csX142" fmla="*/ 5742539 w 11180243"/>
              <a:gd name="csY142" fmla="*/ 4756870 h 8319657"/>
              <a:gd name="csX143" fmla="*/ 5273147 w 11180243"/>
              <a:gd name="csY143" fmla="*/ 4769062 h 8319657"/>
              <a:gd name="csX144" fmla="*/ 4876907 w 11180243"/>
              <a:gd name="csY144" fmla="*/ 4756870 h 8319657"/>
              <a:gd name="csX145" fmla="*/ 4773275 w 11180243"/>
              <a:gd name="csY145" fmla="*/ 4860502 h 8319657"/>
              <a:gd name="csX146" fmla="*/ 4370939 w 11180243"/>
              <a:gd name="csY146" fmla="*/ 5061670 h 8319657"/>
              <a:gd name="csX147" fmla="*/ 3925931 w 11180243"/>
              <a:gd name="csY147" fmla="*/ 5171398 h 8319657"/>
              <a:gd name="csX148" fmla="*/ 4200251 w 11180243"/>
              <a:gd name="csY148" fmla="*/ 5579830 h 8319657"/>
              <a:gd name="csX149" fmla="*/ 4194155 w 11180243"/>
              <a:gd name="csY149" fmla="*/ 6018742 h 8319657"/>
              <a:gd name="csX150" fmla="*/ 4261211 w 11180243"/>
              <a:gd name="csY150" fmla="*/ 6201622 h 8319657"/>
              <a:gd name="csX0" fmla="*/ 4276827 w 11180243"/>
              <a:gd name="csY0" fmla="*/ 6141916 h 8319657"/>
              <a:gd name="csX1" fmla="*/ 4444092 w 11180243"/>
              <a:gd name="csY1" fmla="*/ 6518613 h 8319657"/>
              <a:gd name="csX2" fmla="*/ 4279500 w 11180243"/>
              <a:gd name="csY2" fmla="*/ 6835605 h 8319657"/>
              <a:gd name="csX3" fmla="*/ 4145388 w 11180243"/>
              <a:gd name="csY3" fmla="*/ 6933141 h 8319657"/>
              <a:gd name="csX4" fmla="*/ 4102716 w 11180243"/>
              <a:gd name="csY4" fmla="*/ 7219653 h 8319657"/>
              <a:gd name="csX5" fmla="*/ 4127100 w 11180243"/>
              <a:gd name="csY5" fmla="*/ 7609797 h 8319657"/>
              <a:gd name="csX6" fmla="*/ 3925932 w 11180243"/>
              <a:gd name="csY6" fmla="*/ 7798773 h 8319657"/>
              <a:gd name="csX7" fmla="*/ 3761340 w 11180243"/>
              <a:gd name="csY7" fmla="*/ 8030421 h 8319657"/>
              <a:gd name="csX8" fmla="*/ 3419964 w 11180243"/>
              <a:gd name="csY8" fmla="*/ 8134053 h 8319657"/>
              <a:gd name="csX9" fmla="*/ 3291948 w 11180243"/>
              <a:gd name="csY9" fmla="*/ 8213301 h 8319657"/>
              <a:gd name="csX10" fmla="*/ 3029820 w 11180243"/>
              <a:gd name="csY10" fmla="*/ 8231589 h 8319657"/>
              <a:gd name="csX11" fmla="*/ 2907900 w 11180243"/>
              <a:gd name="csY11" fmla="*/ 8298645 h 8319657"/>
              <a:gd name="csX12" fmla="*/ 2615292 w 11180243"/>
              <a:gd name="csY12" fmla="*/ 8188917 h 8319657"/>
              <a:gd name="csX13" fmla="*/ 2091036 w 11180243"/>
              <a:gd name="csY13" fmla="*/ 8286453 h 8319657"/>
              <a:gd name="csX14" fmla="*/ 1530204 w 11180243"/>
              <a:gd name="csY14" fmla="*/ 8152341 h 8319657"/>
              <a:gd name="csX15" fmla="*/ 1292460 w 11180243"/>
              <a:gd name="csY15" fmla="*/ 7932885 h 8319657"/>
              <a:gd name="csX16" fmla="*/ 1005948 w 11180243"/>
              <a:gd name="csY16" fmla="*/ 7743909 h 8319657"/>
              <a:gd name="csX17" fmla="*/ 737724 w 11180243"/>
              <a:gd name="csY17" fmla="*/ 7585413 h 8319657"/>
              <a:gd name="csX18" fmla="*/ 609708 w 11180243"/>
              <a:gd name="csY18" fmla="*/ 7073349 h 8319657"/>
              <a:gd name="csX19" fmla="*/ 573132 w 11180243"/>
              <a:gd name="csY19" fmla="*/ 6683205 h 8319657"/>
              <a:gd name="csX20" fmla="*/ 128124 w 11180243"/>
              <a:gd name="csY20" fmla="*/ 6390597 h 8319657"/>
              <a:gd name="csX21" fmla="*/ 61068 w 11180243"/>
              <a:gd name="csY21" fmla="*/ 6116277 h 8319657"/>
              <a:gd name="csX22" fmla="*/ 109835 w 11180243"/>
              <a:gd name="csY22" fmla="*/ 5927301 h 8319657"/>
              <a:gd name="csX23" fmla="*/ 6204 w 11180243"/>
              <a:gd name="csY23" fmla="*/ 5793189 h 8319657"/>
              <a:gd name="csX24" fmla="*/ 18395 w 11180243"/>
              <a:gd name="csY24" fmla="*/ 5604213 h 8319657"/>
              <a:gd name="csX25" fmla="*/ 122027 w 11180243"/>
              <a:gd name="csY25" fmla="*/ 5372565 h 8319657"/>
              <a:gd name="csX26" fmla="*/ 270753 w 11180243"/>
              <a:gd name="csY26" fmla="*/ 4762883 h 8319657"/>
              <a:gd name="csX27" fmla="*/ 183071 w 11180243"/>
              <a:gd name="csY27" fmla="*/ 4612571 h 8319657"/>
              <a:gd name="csX28" fmla="*/ 208123 w 11180243"/>
              <a:gd name="csY28" fmla="*/ 4524889 h 8319657"/>
              <a:gd name="csX29" fmla="*/ 183071 w 11180243"/>
              <a:gd name="csY29" fmla="*/ 4399629 h 8319657"/>
              <a:gd name="csX30" fmla="*/ 145492 w 11180243"/>
              <a:gd name="csY30" fmla="*/ 4324473 h 8319657"/>
              <a:gd name="csX31" fmla="*/ 208123 w 11180243"/>
              <a:gd name="csY31" fmla="*/ 4174160 h 8319657"/>
              <a:gd name="csX32" fmla="*/ 258227 w 11180243"/>
              <a:gd name="csY32" fmla="*/ 4061426 h 8319657"/>
              <a:gd name="csX33" fmla="*/ 320857 w 11180243"/>
              <a:gd name="csY33" fmla="*/ 3961218 h 8319657"/>
              <a:gd name="csX34" fmla="*/ 320857 w 11180243"/>
              <a:gd name="csY34" fmla="*/ 3961218 h 8319657"/>
              <a:gd name="csX35" fmla="*/ 433591 w 11180243"/>
              <a:gd name="csY35" fmla="*/ 3835957 h 8319657"/>
              <a:gd name="csX36" fmla="*/ 558851 w 11180243"/>
              <a:gd name="csY36" fmla="*/ 3785853 h 8319657"/>
              <a:gd name="csX37" fmla="*/ 558851 w 11180243"/>
              <a:gd name="csY37" fmla="*/ 3785853 h 8319657"/>
              <a:gd name="csX38" fmla="*/ 546325 w 11180243"/>
              <a:gd name="csY38" fmla="*/ 3673119 h 8319657"/>
              <a:gd name="csX39" fmla="*/ 446117 w 11180243"/>
              <a:gd name="csY39" fmla="*/ 3635541 h 8319657"/>
              <a:gd name="csX40" fmla="*/ 433591 w 11180243"/>
              <a:gd name="csY40" fmla="*/ 3597963 h 8319657"/>
              <a:gd name="csX41" fmla="*/ 483695 w 11180243"/>
              <a:gd name="csY41" fmla="*/ 3472703 h 8319657"/>
              <a:gd name="csX42" fmla="*/ 533799 w 11180243"/>
              <a:gd name="csY42" fmla="*/ 3397547 h 8319657"/>
              <a:gd name="csX43" fmla="*/ 634007 w 11180243"/>
              <a:gd name="csY43" fmla="*/ 3222182 h 8319657"/>
              <a:gd name="csX44" fmla="*/ 659060 w 11180243"/>
              <a:gd name="csY44" fmla="*/ 3147026 h 8319657"/>
              <a:gd name="csX45" fmla="*/ 771794 w 11180243"/>
              <a:gd name="csY45" fmla="*/ 3046818 h 8319657"/>
              <a:gd name="csX46" fmla="*/ 846950 w 11180243"/>
              <a:gd name="csY46" fmla="*/ 2984188 h 8319657"/>
              <a:gd name="csX47" fmla="*/ 947158 w 11180243"/>
              <a:gd name="csY47" fmla="*/ 2934083 h 8319657"/>
              <a:gd name="csX48" fmla="*/ 1022314 w 11180243"/>
              <a:gd name="csY48" fmla="*/ 2883979 h 8319657"/>
              <a:gd name="csX49" fmla="*/ 1135049 w 11180243"/>
              <a:gd name="csY49" fmla="*/ 2821349 h 8319657"/>
              <a:gd name="csX50" fmla="*/ 1197679 w 11180243"/>
              <a:gd name="csY50" fmla="*/ 2758719 h 8319657"/>
              <a:gd name="csX51" fmla="*/ 1297887 w 11180243"/>
              <a:gd name="csY51" fmla="*/ 2671037 h 8319657"/>
              <a:gd name="csX52" fmla="*/ 1448199 w 11180243"/>
              <a:gd name="csY52" fmla="*/ 2620933 h 8319657"/>
              <a:gd name="csX53" fmla="*/ 1573460 w 11180243"/>
              <a:gd name="csY53" fmla="*/ 2658511 h 8319657"/>
              <a:gd name="csX54" fmla="*/ 1573460 w 11180243"/>
              <a:gd name="csY54" fmla="*/ 2658511 h 8319657"/>
              <a:gd name="csX55" fmla="*/ 1510829 w 11180243"/>
              <a:gd name="csY55" fmla="*/ 2595881 h 8319657"/>
              <a:gd name="csX56" fmla="*/ 1548407 w 11180243"/>
              <a:gd name="csY56" fmla="*/ 2407990 h 8319657"/>
              <a:gd name="csX57" fmla="*/ 1673668 w 11180243"/>
              <a:gd name="csY57" fmla="*/ 2307782 h 8319657"/>
              <a:gd name="csX58" fmla="*/ 1773876 w 11180243"/>
              <a:gd name="csY58" fmla="*/ 2245152 h 8319657"/>
              <a:gd name="csX59" fmla="*/ 1798928 w 11180243"/>
              <a:gd name="csY59" fmla="*/ 2207574 h 8319657"/>
              <a:gd name="csX60" fmla="*/ 1961766 w 11180243"/>
              <a:gd name="csY60" fmla="*/ 2195048 h 8319657"/>
              <a:gd name="csX61" fmla="*/ 2112079 w 11180243"/>
              <a:gd name="csY61" fmla="*/ 2245152 h 8319657"/>
              <a:gd name="csX62" fmla="*/ 2112079 w 11180243"/>
              <a:gd name="csY62" fmla="*/ 2245152 h 8319657"/>
              <a:gd name="csX63" fmla="*/ 2112079 w 11180243"/>
              <a:gd name="csY63" fmla="*/ 2245152 h 8319657"/>
              <a:gd name="csX64" fmla="*/ 2224813 w 11180243"/>
              <a:gd name="csY64" fmla="*/ 2195048 h 8319657"/>
              <a:gd name="csX65" fmla="*/ 2375125 w 11180243"/>
              <a:gd name="csY65" fmla="*/ 2094840 h 8319657"/>
              <a:gd name="csX66" fmla="*/ 2613120 w 11180243"/>
              <a:gd name="csY66" fmla="*/ 2057262 h 8319657"/>
              <a:gd name="csX67" fmla="*/ 2788484 w 11180243"/>
              <a:gd name="csY67" fmla="*/ 2082314 h 8319657"/>
              <a:gd name="csX68" fmla="*/ 2888692 w 11180243"/>
              <a:gd name="csY68" fmla="*/ 2169996 h 8319657"/>
              <a:gd name="csX69" fmla="*/ 3013953 w 11180243"/>
              <a:gd name="csY69" fmla="*/ 2195048 h 8319657"/>
              <a:gd name="csX70" fmla="*/ 2851114 w 11180243"/>
              <a:gd name="csY70" fmla="*/ 2082314 h 8319657"/>
              <a:gd name="csX71" fmla="*/ 2938797 w 11180243"/>
              <a:gd name="csY71" fmla="*/ 1957053 h 8319657"/>
              <a:gd name="csX72" fmla="*/ 3101635 w 11180243"/>
              <a:gd name="csY72" fmla="*/ 1957053 h 8319657"/>
              <a:gd name="csX73" fmla="*/ 3302051 w 11180243"/>
              <a:gd name="csY73" fmla="*/ 1957053 h 8319657"/>
              <a:gd name="csX74" fmla="*/ 3464890 w 11180243"/>
              <a:gd name="csY74" fmla="*/ 1969579 h 8319657"/>
              <a:gd name="csX75" fmla="*/ 3815618 w 11180243"/>
              <a:gd name="csY75" fmla="*/ 1919475 h 8319657"/>
              <a:gd name="csX76" fmla="*/ 3978457 w 11180243"/>
              <a:gd name="csY76" fmla="*/ 1919475 h 8319657"/>
              <a:gd name="csX77" fmla="*/ 4241503 w 11180243"/>
              <a:gd name="csY77" fmla="*/ 1894423 h 8319657"/>
              <a:gd name="csX78" fmla="*/ 4391816 w 11180243"/>
              <a:gd name="csY78" fmla="*/ 1906949 h 8319657"/>
              <a:gd name="csX79" fmla="*/ 4567180 w 11180243"/>
              <a:gd name="csY79" fmla="*/ 1994631 h 8319657"/>
              <a:gd name="csX80" fmla="*/ 4567180 w 11180243"/>
              <a:gd name="csY80" fmla="*/ 1994631 h 8319657"/>
              <a:gd name="csX81" fmla="*/ 4504550 w 11180243"/>
              <a:gd name="csY81" fmla="*/ 1844319 h 8319657"/>
              <a:gd name="csX82" fmla="*/ 4704966 w 11180243"/>
              <a:gd name="csY82" fmla="*/ 1844319 h 8319657"/>
              <a:gd name="csX83" fmla="*/ 4892857 w 11180243"/>
              <a:gd name="csY83" fmla="*/ 1869371 h 8319657"/>
              <a:gd name="csX84" fmla="*/ 4980539 w 11180243"/>
              <a:gd name="csY84" fmla="*/ 1869371 h 8319657"/>
              <a:gd name="csX85" fmla="*/ 5168429 w 11180243"/>
              <a:gd name="csY85" fmla="*/ 1769163 h 8319657"/>
              <a:gd name="csX86" fmla="*/ 5406424 w 11180243"/>
              <a:gd name="csY86" fmla="*/ 1794215 h 8319657"/>
              <a:gd name="csX87" fmla="*/ 5556736 w 11180243"/>
              <a:gd name="csY87" fmla="*/ 1819267 h 8319657"/>
              <a:gd name="csX88" fmla="*/ 5744627 w 11180243"/>
              <a:gd name="csY88" fmla="*/ 1781689 h 8319657"/>
              <a:gd name="csX89" fmla="*/ 5882413 w 11180243"/>
              <a:gd name="csY89" fmla="*/ 1794215 h 8319657"/>
              <a:gd name="csX90" fmla="*/ 5945043 w 11180243"/>
              <a:gd name="csY90" fmla="*/ 1794215 h 8319657"/>
              <a:gd name="csX91" fmla="*/ 6283246 w 11180243"/>
              <a:gd name="csY91" fmla="*/ 1631377 h 8319657"/>
              <a:gd name="csX92" fmla="*/ 6508714 w 11180243"/>
              <a:gd name="csY92" fmla="*/ 1593799 h 8319657"/>
              <a:gd name="csX93" fmla="*/ 6696605 w 11180243"/>
              <a:gd name="csY93" fmla="*/ 1481064 h 8319657"/>
              <a:gd name="csX94" fmla="*/ 6859443 w 11180243"/>
              <a:gd name="csY94" fmla="*/ 1493590 h 8319657"/>
              <a:gd name="csX95" fmla="*/ 6997229 w 11180243"/>
              <a:gd name="csY95" fmla="*/ 1481064 h 8319657"/>
              <a:gd name="csX96" fmla="*/ 7147542 w 11180243"/>
              <a:gd name="csY96" fmla="*/ 1355804 h 8319657"/>
              <a:gd name="csX97" fmla="*/ 7360484 w 11180243"/>
              <a:gd name="csY97" fmla="*/ 1230544 h 8319657"/>
              <a:gd name="csX98" fmla="*/ 7485744 w 11180243"/>
              <a:gd name="csY98" fmla="*/ 1243070 h 8319657"/>
              <a:gd name="csX99" fmla="*/ 7585953 w 11180243"/>
              <a:gd name="csY99" fmla="*/ 1255596 h 8319657"/>
              <a:gd name="csX100" fmla="*/ 7673635 w 11180243"/>
              <a:gd name="csY100" fmla="*/ 1255596 h 8319657"/>
              <a:gd name="csX101" fmla="*/ 7886577 w 11180243"/>
              <a:gd name="csY101" fmla="*/ 1218018 h 8319657"/>
              <a:gd name="csX102" fmla="*/ 7949207 w 11180243"/>
              <a:gd name="csY102" fmla="*/ 1167914 h 8319657"/>
              <a:gd name="csX103" fmla="*/ 8086994 w 11180243"/>
              <a:gd name="csY103" fmla="*/ 1180440 h 8319657"/>
              <a:gd name="csX104" fmla="*/ 8086994 w 11180243"/>
              <a:gd name="csY104" fmla="*/ 1180440 h 8319657"/>
              <a:gd name="csX105" fmla="*/ 8224780 w 11180243"/>
              <a:gd name="csY105" fmla="*/ 1130336 h 8319657"/>
              <a:gd name="csX106" fmla="*/ 8412671 w 11180243"/>
              <a:gd name="csY106" fmla="*/ 1042653 h 8319657"/>
              <a:gd name="csX107" fmla="*/ 8588035 w 11180243"/>
              <a:gd name="csY107" fmla="*/ 942445 h 8319657"/>
              <a:gd name="csX108" fmla="*/ 8663191 w 11180243"/>
              <a:gd name="csY108" fmla="*/ 854763 h 8319657"/>
              <a:gd name="csX109" fmla="*/ 8700769 w 11180243"/>
              <a:gd name="csY109" fmla="*/ 804659 h 8319657"/>
              <a:gd name="csX110" fmla="*/ 8851081 w 11180243"/>
              <a:gd name="csY110" fmla="*/ 779607 h 8319657"/>
              <a:gd name="csX111" fmla="*/ 8963816 w 11180243"/>
              <a:gd name="csY111" fmla="*/ 754555 h 8319657"/>
              <a:gd name="csX112" fmla="*/ 9076550 w 11180243"/>
              <a:gd name="csY112" fmla="*/ 716977 h 8319657"/>
              <a:gd name="csX113" fmla="*/ 9126654 w 11180243"/>
              <a:gd name="csY113" fmla="*/ 691925 h 8319657"/>
              <a:gd name="csX114" fmla="*/ 9373500 w 11180243"/>
              <a:gd name="csY114" fmla="*/ 691925 h 8319657"/>
              <a:gd name="csX115" fmla="*/ 9607403 w 11180243"/>
              <a:gd name="csY115" fmla="*/ 410423 h 8319657"/>
              <a:gd name="csX116" fmla="*/ 10101179 w 11180243"/>
              <a:gd name="csY116" fmla="*/ 123911 h 8319657"/>
              <a:gd name="csX117" fmla="*/ 10588859 w 11180243"/>
              <a:gd name="csY117" fmla="*/ 1991 h 8319657"/>
              <a:gd name="csX118" fmla="*/ 11011905 w 11180243"/>
              <a:gd name="csY118" fmla="*/ 89089 h 8319657"/>
              <a:gd name="csX119" fmla="*/ 11143595 w 11180243"/>
              <a:gd name="csY119" fmla="*/ 251926 h 8319657"/>
              <a:gd name="csX120" fmla="*/ 11180171 w 11180243"/>
              <a:gd name="csY120" fmla="*/ 629879 h 8319657"/>
              <a:gd name="csX121" fmla="*/ 11070443 w 11180243"/>
              <a:gd name="csY121" fmla="*/ 898102 h 8319657"/>
              <a:gd name="csX122" fmla="*/ 10930235 w 11180243"/>
              <a:gd name="csY122" fmla="*/ 1355303 h 8319657"/>
              <a:gd name="csX123" fmla="*/ 10466939 w 11180243"/>
              <a:gd name="csY123" fmla="*/ 1690582 h 8319657"/>
              <a:gd name="csX124" fmla="*/ 10381595 w 11180243"/>
              <a:gd name="csY124" fmla="*/ 2001478 h 8319657"/>
              <a:gd name="csX125" fmla="*/ 10174331 w 11180243"/>
              <a:gd name="csY125" fmla="*/ 2190454 h 8319657"/>
              <a:gd name="csX126" fmla="*/ 9912203 w 11180243"/>
              <a:gd name="csY126" fmla="*/ 2580598 h 8319657"/>
              <a:gd name="csX127" fmla="*/ 9729323 w 11180243"/>
              <a:gd name="csY127" fmla="*/ 2934166 h 8319657"/>
              <a:gd name="csX128" fmla="*/ 9497675 w 11180243"/>
              <a:gd name="csY128" fmla="*/ 3092662 h 8319657"/>
              <a:gd name="csX129" fmla="*/ 9290411 w 11180243"/>
              <a:gd name="csY129" fmla="*/ 3299926 h 8319657"/>
              <a:gd name="csX130" fmla="*/ 8985611 w 11180243"/>
              <a:gd name="csY130" fmla="*/ 3452326 h 8319657"/>
              <a:gd name="csX131" fmla="*/ 8814923 w 11180243"/>
              <a:gd name="csY131" fmla="*/ 3763222 h 8319657"/>
              <a:gd name="csX132" fmla="*/ 8400395 w 11180243"/>
              <a:gd name="csY132" fmla="*/ 3915622 h 8319657"/>
              <a:gd name="csX133" fmla="*/ 8315051 w 11180243"/>
              <a:gd name="csY133" fmla="*/ 4104598 h 8319657"/>
              <a:gd name="csX134" fmla="*/ 8089499 w 11180243"/>
              <a:gd name="csY134" fmla="*/ 4214326 h 8319657"/>
              <a:gd name="csX135" fmla="*/ 7711547 w 11180243"/>
              <a:gd name="csY135" fmla="*/ 4293574 h 8319657"/>
              <a:gd name="csX136" fmla="*/ 7400651 w 11180243"/>
              <a:gd name="csY136" fmla="*/ 4470358 h 8319657"/>
              <a:gd name="csX137" fmla="*/ 6967835 w 11180243"/>
              <a:gd name="csY137" fmla="*/ 4476454 h 8319657"/>
              <a:gd name="csX138" fmla="*/ 6644747 w 11180243"/>
              <a:gd name="csY138" fmla="*/ 4592278 h 8319657"/>
              <a:gd name="csX139" fmla="*/ 6260699 w 11180243"/>
              <a:gd name="csY139" fmla="*/ 4622758 h 8319657"/>
              <a:gd name="csX140" fmla="*/ 6144875 w 11180243"/>
              <a:gd name="csY140" fmla="*/ 4744678 h 8319657"/>
              <a:gd name="csX141" fmla="*/ 5931515 w 11180243"/>
              <a:gd name="csY141" fmla="*/ 4756870 h 8319657"/>
              <a:gd name="csX142" fmla="*/ 5742539 w 11180243"/>
              <a:gd name="csY142" fmla="*/ 4756870 h 8319657"/>
              <a:gd name="csX143" fmla="*/ 5273147 w 11180243"/>
              <a:gd name="csY143" fmla="*/ 4769062 h 8319657"/>
              <a:gd name="csX144" fmla="*/ 4876907 w 11180243"/>
              <a:gd name="csY144" fmla="*/ 4756870 h 8319657"/>
              <a:gd name="csX145" fmla="*/ 4773275 w 11180243"/>
              <a:gd name="csY145" fmla="*/ 4860502 h 8319657"/>
              <a:gd name="csX146" fmla="*/ 4370939 w 11180243"/>
              <a:gd name="csY146" fmla="*/ 5061670 h 8319657"/>
              <a:gd name="csX147" fmla="*/ 3925931 w 11180243"/>
              <a:gd name="csY147" fmla="*/ 5171398 h 8319657"/>
              <a:gd name="csX148" fmla="*/ 4200251 w 11180243"/>
              <a:gd name="csY148" fmla="*/ 5579830 h 8319657"/>
              <a:gd name="csX149" fmla="*/ 4194155 w 11180243"/>
              <a:gd name="csY149" fmla="*/ 6018742 h 8319657"/>
              <a:gd name="csX150" fmla="*/ 4273403 w 11180243"/>
              <a:gd name="csY150" fmla="*/ 6195526 h 83196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</a:cxnLst>
            <a:rect l="l" t="t" r="r" b="b"/>
            <a:pathLst>
              <a:path w="11180243" h="8319657">
                <a:moveTo>
                  <a:pt x="4276827" y="6141916"/>
                </a:moveTo>
                <a:cubicBezTo>
                  <a:pt x="4268129" y="6206731"/>
                  <a:pt x="4465999" y="6386742"/>
                  <a:pt x="4444092" y="6518613"/>
                </a:cubicBezTo>
                <a:cubicBezTo>
                  <a:pt x="4436409" y="6627116"/>
                  <a:pt x="4329284" y="6766517"/>
                  <a:pt x="4279500" y="6835605"/>
                </a:cubicBezTo>
                <a:cubicBezTo>
                  <a:pt x="4229716" y="6904693"/>
                  <a:pt x="4166724" y="6862021"/>
                  <a:pt x="4145388" y="6933141"/>
                </a:cubicBezTo>
                <a:cubicBezTo>
                  <a:pt x="4124052" y="7004261"/>
                  <a:pt x="4107796" y="7084525"/>
                  <a:pt x="4102716" y="7219653"/>
                </a:cubicBezTo>
                <a:cubicBezTo>
                  <a:pt x="4097636" y="7354781"/>
                  <a:pt x="4168756" y="7507181"/>
                  <a:pt x="4127100" y="7609797"/>
                </a:cubicBezTo>
                <a:cubicBezTo>
                  <a:pt x="4085444" y="7712413"/>
                  <a:pt x="3964540" y="7719525"/>
                  <a:pt x="3925932" y="7798773"/>
                </a:cubicBezTo>
                <a:cubicBezTo>
                  <a:pt x="3887324" y="7878021"/>
                  <a:pt x="3840588" y="7968445"/>
                  <a:pt x="3761340" y="8030421"/>
                </a:cubicBezTo>
                <a:cubicBezTo>
                  <a:pt x="3682092" y="8092397"/>
                  <a:pt x="3480924" y="8090365"/>
                  <a:pt x="3419964" y="8134053"/>
                </a:cubicBezTo>
                <a:cubicBezTo>
                  <a:pt x="3359004" y="8177741"/>
                  <a:pt x="3397612" y="8169613"/>
                  <a:pt x="3291948" y="8213301"/>
                </a:cubicBezTo>
                <a:cubicBezTo>
                  <a:pt x="3186284" y="8256989"/>
                  <a:pt x="3094844" y="8196029"/>
                  <a:pt x="3029820" y="8231589"/>
                </a:cubicBezTo>
                <a:cubicBezTo>
                  <a:pt x="2964796" y="8267149"/>
                  <a:pt x="2994260" y="8305757"/>
                  <a:pt x="2907900" y="8298645"/>
                </a:cubicBezTo>
                <a:cubicBezTo>
                  <a:pt x="2663489" y="8386828"/>
                  <a:pt x="2729084" y="8167581"/>
                  <a:pt x="2615292" y="8188917"/>
                </a:cubicBezTo>
                <a:cubicBezTo>
                  <a:pt x="2501500" y="8210253"/>
                  <a:pt x="2274932" y="8304741"/>
                  <a:pt x="2091036" y="8286453"/>
                </a:cubicBezTo>
                <a:cubicBezTo>
                  <a:pt x="1907140" y="8268165"/>
                  <a:pt x="1664316" y="8203141"/>
                  <a:pt x="1530204" y="8152341"/>
                </a:cubicBezTo>
                <a:cubicBezTo>
                  <a:pt x="1396092" y="8101541"/>
                  <a:pt x="1420476" y="7975557"/>
                  <a:pt x="1292460" y="7932885"/>
                </a:cubicBezTo>
                <a:cubicBezTo>
                  <a:pt x="1164444" y="7890213"/>
                  <a:pt x="1109580" y="7787597"/>
                  <a:pt x="1005948" y="7743909"/>
                </a:cubicBezTo>
                <a:cubicBezTo>
                  <a:pt x="902316" y="7700221"/>
                  <a:pt x="807828" y="7703269"/>
                  <a:pt x="737724" y="7585413"/>
                </a:cubicBezTo>
                <a:cubicBezTo>
                  <a:pt x="667620" y="7467557"/>
                  <a:pt x="664572" y="7197301"/>
                  <a:pt x="609708" y="7073349"/>
                </a:cubicBezTo>
                <a:cubicBezTo>
                  <a:pt x="488234" y="6862828"/>
                  <a:pt x="686924" y="6766517"/>
                  <a:pt x="573132" y="6683205"/>
                </a:cubicBezTo>
                <a:cubicBezTo>
                  <a:pt x="459340" y="6599893"/>
                  <a:pt x="226676" y="6492197"/>
                  <a:pt x="128124" y="6390597"/>
                </a:cubicBezTo>
                <a:cubicBezTo>
                  <a:pt x="49322" y="6296916"/>
                  <a:pt x="64116" y="6193493"/>
                  <a:pt x="61068" y="6116277"/>
                </a:cubicBezTo>
                <a:cubicBezTo>
                  <a:pt x="58020" y="6039061"/>
                  <a:pt x="127107" y="5983181"/>
                  <a:pt x="109835" y="5927301"/>
                </a:cubicBezTo>
                <a:cubicBezTo>
                  <a:pt x="107233" y="5833620"/>
                  <a:pt x="21444" y="5847037"/>
                  <a:pt x="6204" y="5793189"/>
                </a:cubicBezTo>
                <a:cubicBezTo>
                  <a:pt x="-9036" y="5739341"/>
                  <a:pt x="7219" y="5664157"/>
                  <a:pt x="18395" y="5604213"/>
                </a:cubicBezTo>
                <a:cubicBezTo>
                  <a:pt x="29571" y="5544269"/>
                  <a:pt x="94191" y="5505675"/>
                  <a:pt x="122027" y="5372565"/>
                </a:cubicBezTo>
                <a:lnTo>
                  <a:pt x="270753" y="4762883"/>
                </a:lnTo>
                <a:lnTo>
                  <a:pt x="183071" y="4612571"/>
                </a:lnTo>
                <a:lnTo>
                  <a:pt x="208123" y="4524889"/>
                </a:lnTo>
                <a:lnTo>
                  <a:pt x="183071" y="4399629"/>
                </a:lnTo>
                <a:lnTo>
                  <a:pt x="145492" y="4324473"/>
                </a:lnTo>
                <a:lnTo>
                  <a:pt x="208123" y="4174160"/>
                </a:lnTo>
                <a:lnTo>
                  <a:pt x="258227" y="4061426"/>
                </a:lnTo>
                <a:lnTo>
                  <a:pt x="320857" y="3961218"/>
                </a:lnTo>
                <a:lnTo>
                  <a:pt x="320857" y="3961218"/>
                </a:lnTo>
                <a:lnTo>
                  <a:pt x="433591" y="3835957"/>
                </a:lnTo>
                <a:cubicBezTo>
                  <a:pt x="550140" y="3784157"/>
                  <a:pt x="505203" y="3785853"/>
                  <a:pt x="558851" y="3785853"/>
                </a:cubicBezTo>
                <a:lnTo>
                  <a:pt x="558851" y="3785853"/>
                </a:lnTo>
                <a:lnTo>
                  <a:pt x="546325" y="3673119"/>
                </a:lnTo>
                <a:lnTo>
                  <a:pt x="446117" y="3635541"/>
                </a:lnTo>
                <a:lnTo>
                  <a:pt x="433591" y="3597963"/>
                </a:lnTo>
                <a:cubicBezTo>
                  <a:pt x="485391" y="3481414"/>
                  <a:pt x="483695" y="3526351"/>
                  <a:pt x="483695" y="3472703"/>
                </a:cubicBezTo>
                <a:lnTo>
                  <a:pt x="533799" y="3397547"/>
                </a:lnTo>
                <a:lnTo>
                  <a:pt x="634007" y="3222182"/>
                </a:lnTo>
                <a:lnTo>
                  <a:pt x="659060" y="3147026"/>
                </a:lnTo>
                <a:lnTo>
                  <a:pt x="771794" y="3046818"/>
                </a:lnTo>
                <a:lnTo>
                  <a:pt x="846950" y="2984188"/>
                </a:lnTo>
                <a:lnTo>
                  <a:pt x="947158" y="2934083"/>
                </a:lnTo>
                <a:lnTo>
                  <a:pt x="1022314" y="2883979"/>
                </a:lnTo>
                <a:cubicBezTo>
                  <a:pt x="1131265" y="2843123"/>
                  <a:pt x="1106569" y="2878309"/>
                  <a:pt x="1135049" y="2821349"/>
                </a:cubicBezTo>
                <a:lnTo>
                  <a:pt x="1197679" y="2758719"/>
                </a:lnTo>
                <a:lnTo>
                  <a:pt x="1297887" y="2671037"/>
                </a:lnTo>
                <a:lnTo>
                  <a:pt x="1448199" y="2620933"/>
                </a:lnTo>
                <a:lnTo>
                  <a:pt x="1573460" y="2658511"/>
                </a:lnTo>
                <a:lnTo>
                  <a:pt x="1573460" y="2658511"/>
                </a:lnTo>
                <a:lnTo>
                  <a:pt x="1510829" y="2595881"/>
                </a:lnTo>
                <a:lnTo>
                  <a:pt x="1548407" y="2407990"/>
                </a:lnTo>
                <a:lnTo>
                  <a:pt x="1673668" y="2307782"/>
                </a:lnTo>
                <a:lnTo>
                  <a:pt x="1773876" y="2245152"/>
                </a:lnTo>
                <a:lnTo>
                  <a:pt x="1798928" y="2207574"/>
                </a:lnTo>
                <a:cubicBezTo>
                  <a:pt x="1936652" y="2193802"/>
                  <a:pt x="1882226" y="2195048"/>
                  <a:pt x="1961766" y="2195048"/>
                </a:cubicBezTo>
                <a:lnTo>
                  <a:pt x="2112079" y="2245152"/>
                </a:lnTo>
                <a:lnTo>
                  <a:pt x="2112079" y="2245152"/>
                </a:lnTo>
                <a:lnTo>
                  <a:pt x="2112079" y="2245152"/>
                </a:lnTo>
                <a:lnTo>
                  <a:pt x="2224813" y="2195048"/>
                </a:lnTo>
                <a:lnTo>
                  <a:pt x="2375125" y="2094840"/>
                </a:lnTo>
                <a:lnTo>
                  <a:pt x="2613120" y="2057262"/>
                </a:lnTo>
                <a:lnTo>
                  <a:pt x="2788484" y="2082314"/>
                </a:lnTo>
                <a:cubicBezTo>
                  <a:pt x="2879118" y="2172948"/>
                  <a:pt x="2834832" y="2169996"/>
                  <a:pt x="2888692" y="2169996"/>
                </a:cubicBezTo>
                <a:lnTo>
                  <a:pt x="3013953" y="2195048"/>
                </a:lnTo>
                <a:lnTo>
                  <a:pt x="2851114" y="2082314"/>
                </a:lnTo>
                <a:lnTo>
                  <a:pt x="2938797" y="1957053"/>
                </a:lnTo>
                <a:lnTo>
                  <a:pt x="3101635" y="1957053"/>
                </a:lnTo>
                <a:lnTo>
                  <a:pt x="3302051" y="1957053"/>
                </a:lnTo>
                <a:cubicBezTo>
                  <a:pt x="3431385" y="1971423"/>
                  <a:pt x="3376976" y="1969579"/>
                  <a:pt x="3464890" y="1969579"/>
                </a:cubicBezTo>
                <a:lnTo>
                  <a:pt x="3815618" y="1919475"/>
                </a:lnTo>
                <a:lnTo>
                  <a:pt x="3978457" y="1919475"/>
                </a:lnTo>
                <a:lnTo>
                  <a:pt x="4241503" y="1894423"/>
                </a:lnTo>
                <a:lnTo>
                  <a:pt x="4391816" y="1906949"/>
                </a:lnTo>
                <a:lnTo>
                  <a:pt x="4567180" y="1994631"/>
                </a:lnTo>
                <a:lnTo>
                  <a:pt x="4567180" y="1994631"/>
                </a:lnTo>
                <a:lnTo>
                  <a:pt x="4504550" y="1844319"/>
                </a:lnTo>
                <a:lnTo>
                  <a:pt x="4704966" y="1844319"/>
                </a:lnTo>
                <a:cubicBezTo>
                  <a:pt x="4850698" y="1873465"/>
                  <a:pt x="4787646" y="1869371"/>
                  <a:pt x="4892857" y="1869371"/>
                </a:cubicBezTo>
                <a:lnTo>
                  <a:pt x="4980539" y="1869371"/>
                </a:lnTo>
                <a:lnTo>
                  <a:pt x="5168429" y="1769163"/>
                </a:lnTo>
                <a:cubicBezTo>
                  <a:pt x="5356029" y="1798024"/>
                  <a:pt x="5276350" y="1794215"/>
                  <a:pt x="5406424" y="1794215"/>
                </a:cubicBezTo>
                <a:lnTo>
                  <a:pt x="5556736" y="1819267"/>
                </a:lnTo>
                <a:lnTo>
                  <a:pt x="5744627" y="1781689"/>
                </a:lnTo>
                <a:lnTo>
                  <a:pt x="5882413" y="1794215"/>
                </a:lnTo>
                <a:lnTo>
                  <a:pt x="5945043" y="1794215"/>
                </a:lnTo>
                <a:lnTo>
                  <a:pt x="6283246" y="1631377"/>
                </a:lnTo>
                <a:cubicBezTo>
                  <a:pt x="6467127" y="1603088"/>
                  <a:pt x="6392233" y="1617095"/>
                  <a:pt x="6508714" y="1593799"/>
                </a:cubicBezTo>
                <a:lnTo>
                  <a:pt x="6696605" y="1481064"/>
                </a:lnTo>
                <a:cubicBezTo>
                  <a:pt x="6842707" y="1494346"/>
                  <a:pt x="6788273" y="1493590"/>
                  <a:pt x="6859443" y="1493590"/>
                </a:cubicBezTo>
                <a:lnTo>
                  <a:pt x="6997229" y="1481064"/>
                </a:lnTo>
                <a:lnTo>
                  <a:pt x="7147542" y="1355804"/>
                </a:lnTo>
                <a:lnTo>
                  <a:pt x="7360484" y="1230544"/>
                </a:lnTo>
                <a:cubicBezTo>
                  <a:pt x="7402237" y="1234719"/>
                  <a:pt x="7444151" y="1237524"/>
                  <a:pt x="7485744" y="1243070"/>
                </a:cubicBezTo>
                <a:cubicBezTo>
                  <a:pt x="7598113" y="1258053"/>
                  <a:pt x="7505048" y="1255596"/>
                  <a:pt x="7585953" y="1255596"/>
                </a:cubicBezTo>
                <a:lnTo>
                  <a:pt x="7673635" y="1255596"/>
                </a:lnTo>
                <a:lnTo>
                  <a:pt x="7886577" y="1218018"/>
                </a:lnTo>
                <a:lnTo>
                  <a:pt x="7949207" y="1167914"/>
                </a:lnTo>
                <a:lnTo>
                  <a:pt x="8086994" y="1180440"/>
                </a:lnTo>
                <a:lnTo>
                  <a:pt x="8086994" y="1180440"/>
                </a:lnTo>
                <a:lnTo>
                  <a:pt x="8224780" y="1130336"/>
                </a:lnTo>
                <a:lnTo>
                  <a:pt x="8412671" y="1042653"/>
                </a:lnTo>
                <a:lnTo>
                  <a:pt x="8588035" y="942445"/>
                </a:lnTo>
                <a:lnTo>
                  <a:pt x="8663191" y="854763"/>
                </a:lnTo>
                <a:lnTo>
                  <a:pt x="8700769" y="804659"/>
                </a:lnTo>
                <a:lnTo>
                  <a:pt x="8851081" y="779607"/>
                </a:lnTo>
                <a:lnTo>
                  <a:pt x="8963816" y="754555"/>
                </a:lnTo>
                <a:cubicBezTo>
                  <a:pt x="9080626" y="728597"/>
                  <a:pt x="9076550" y="767998"/>
                  <a:pt x="9076550" y="716977"/>
                </a:cubicBezTo>
                <a:lnTo>
                  <a:pt x="9126654" y="691925"/>
                </a:lnTo>
                <a:lnTo>
                  <a:pt x="9373500" y="691925"/>
                </a:lnTo>
                <a:cubicBezTo>
                  <a:pt x="9463785" y="654152"/>
                  <a:pt x="9486123" y="505092"/>
                  <a:pt x="9607403" y="410423"/>
                </a:cubicBezTo>
                <a:cubicBezTo>
                  <a:pt x="9728683" y="315754"/>
                  <a:pt x="9933539" y="181823"/>
                  <a:pt x="10101179" y="123911"/>
                </a:cubicBezTo>
                <a:cubicBezTo>
                  <a:pt x="10268819" y="65999"/>
                  <a:pt x="10436055" y="15923"/>
                  <a:pt x="10588859" y="1991"/>
                </a:cubicBezTo>
                <a:cubicBezTo>
                  <a:pt x="10741663" y="-11941"/>
                  <a:pt x="10928593" y="50481"/>
                  <a:pt x="11011905" y="89089"/>
                </a:cubicBezTo>
                <a:cubicBezTo>
                  <a:pt x="11095217" y="127697"/>
                  <a:pt x="11115551" y="161794"/>
                  <a:pt x="11143595" y="251926"/>
                </a:cubicBezTo>
                <a:cubicBezTo>
                  <a:pt x="11171639" y="342058"/>
                  <a:pt x="11181187" y="517103"/>
                  <a:pt x="11180171" y="629879"/>
                </a:cubicBezTo>
                <a:cubicBezTo>
                  <a:pt x="11179155" y="742655"/>
                  <a:pt x="11112099" y="777198"/>
                  <a:pt x="11070443" y="898102"/>
                </a:cubicBezTo>
                <a:cubicBezTo>
                  <a:pt x="11028787" y="1019006"/>
                  <a:pt x="11004403" y="1220175"/>
                  <a:pt x="10930235" y="1355303"/>
                </a:cubicBezTo>
                <a:cubicBezTo>
                  <a:pt x="10856067" y="1490431"/>
                  <a:pt x="10559395" y="1584918"/>
                  <a:pt x="10466939" y="1690582"/>
                </a:cubicBezTo>
                <a:cubicBezTo>
                  <a:pt x="10374483" y="1796246"/>
                  <a:pt x="10402931" y="1910038"/>
                  <a:pt x="10381595" y="2001478"/>
                </a:cubicBezTo>
                <a:cubicBezTo>
                  <a:pt x="10360259" y="2092918"/>
                  <a:pt x="10204811" y="2108158"/>
                  <a:pt x="10174331" y="2190454"/>
                </a:cubicBezTo>
                <a:cubicBezTo>
                  <a:pt x="10143851" y="2272750"/>
                  <a:pt x="9972147" y="2458678"/>
                  <a:pt x="9912203" y="2580598"/>
                </a:cubicBezTo>
                <a:cubicBezTo>
                  <a:pt x="9852259" y="2702518"/>
                  <a:pt x="9762851" y="2856950"/>
                  <a:pt x="9729323" y="2934166"/>
                </a:cubicBezTo>
                <a:cubicBezTo>
                  <a:pt x="9695795" y="3011382"/>
                  <a:pt x="9573875" y="3032718"/>
                  <a:pt x="9497675" y="3092662"/>
                </a:cubicBezTo>
                <a:cubicBezTo>
                  <a:pt x="9421475" y="3152606"/>
                  <a:pt x="9375755" y="3239982"/>
                  <a:pt x="9290411" y="3299926"/>
                </a:cubicBezTo>
                <a:cubicBezTo>
                  <a:pt x="9205067" y="3359870"/>
                  <a:pt x="9077051" y="3383238"/>
                  <a:pt x="8985611" y="3452326"/>
                </a:cubicBezTo>
                <a:cubicBezTo>
                  <a:pt x="8894171" y="3521414"/>
                  <a:pt x="8912459" y="3686006"/>
                  <a:pt x="8814923" y="3763222"/>
                </a:cubicBezTo>
                <a:cubicBezTo>
                  <a:pt x="8717387" y="3840438"/>
                  <a:pt x="8494883" y="3869902"/>
                  <a:pt x="8400395" y="3915622"/>
                </a:cubicBezTo>
                <a:cubicBezTo>
                  <a:pt x="8305907" y="3961342"/>
                  <a:pt x="8366867" y="4054814"/>
                  <a:pt x="8315051" y="4104598"/>
                </a:cubicBezTo>
                <a:cubicBezTo>
                  <a:pt x="8263235" y="4154382"/>
                  <a:pt x="8178907" y="4171654"/>
                  <a:pt x="8089499" y="4214326"/>
                </a:cubicBezTo>
                <a:cubicBezTo>
                  <a:pt x="8000091" y="4256998"/>
                  <a:pt x="7826355" y="4250902"/>
                  <a:pt x="7711547" y="4293574"/>
                </a:cubicBezTo>
                <a:cubicBezTo>
                  <a:pt x="7596739" y="4336246"/>
                  <a:pt x="7519523" y="4430734"/>
                  <a:pt x="7400651" y="4470358"/>
                </a:cubicBezTo>
                <a:cubicBezTo>
                  <a:pt x="7281779" y="4509982"/>
                  <a:pt x="7100931" y="4460198"/>
                  <a:pt x="6967835" y="4476454"/>
                </a:cubicBezTo>
                <a:cubicBezTo>
                  <a:pt x="6834739" y="4492710"/>
                  <a:pt x="6752443" y="4562814"/>
                  <a:pt x="6644747" y="4592278"/>
                </a:cubicBezTo>
                <a:cubicBezTo>
                  <a:pt x="6537051" y="4621742"/>
                  <a:pt x="6341979" y="4612598"/>
                  <a:pt x="6260699" y="4622758"/>
                </a:cubicBezTo>
                <a:cubicBezTo>
                  <a:pt x="6179419" y="4632918"/>
                  <a:pt x="6201771" y="4719278"/>
                  <a:pt x="6144875" y="4744678"/>
                </a:cubicBezTo>
                <a:cubicBezTo>
                  <a:pt x="6087979" y="4770078"/>
                  <a:pt x="6000603" y="4739598"/>
                  <a:pt x="5931515" y="4756870"/>
                </a:cubicBezTo>
                <a:cubicBezTo>
                  <a:pt x="5862427" y="4774142"/>
                  <a:pt x="5850235" y="4759918"/>
                  <a:pt x="5742539" y="4756870"/>
                </a:cubicBezTo>
                <a:cubicBezTo>
                  <a:pt x="5634843" y="4753822"/>
                  <a:pt x="5417419" y="4769062"/>
                  <a:pt x="5273147" y="4769062"/>
                </a:cubicBezTo>
                <a:cubicBezTo>
                  <a:pt x="5128875" y="4769062"/>
                  <a:pt x="4960219" y="4739598"/>
                  <a:pt x="4876907" y="4756870"/>
                </a:cubicBezTo>
                <a:cubicBezTo>
                  <a:pt x="4793595" y="4774142"/>
                  <a:pt x="4879955" y="4822910"/>
                  <a:pt x="4773275" y="4860502"/>
                </a:cubicBezTo>
                <a:cubicBezTo>
                  <a:pt x="4666595" y="4898094"/>
                  <a:pt x="4450187" y="4991566"/>
                  <a:pt x="4370939" y="5061670"/>
                </a:cubicBezTo>
                <a:cubicBezTo>
                  <a:pt x="4291691" y="5131774"/>
                  <a:pt x="3989939" y="5106374"/>
                  <a:pt x="3925931" y="5171398"/>
                </a:cubicBezTo>
                <a:cubicBezTo>
                  <a:pt x="3861923" y="5236422"/>
                  <a:pt x="4148435" y="5453846"/>
                  <a:pt x="4200251" y="5579830"/>
                </a:cubicBezTo>
                <a:cubicBezTo>
                  <a:pt x="4252067" y="5705814"/>
                  <a:pt x="4183995" y="5915110"/>
                  <a:pt x="4194155" y="6018742"/>
                </a:cubicBezTo>
                <a:cubicBezTo>
                  <a:pt x="4442059" y="6427174"/>
                  <a:pt x="4269339" y="6149806"/>
                  <a:pt x="4273403" y="6195526"/>
                </a:cubicBezTo>
              </a:path>
            </a:pathLst>
          </a:custGeom>
          <a:solidFill>
            <a:srgbClr val="EAB273"/>
          </a:solidFill>
          <a:ln w="269875">
            <a:solidFill>
              <a:srgbClr val="EBB578">
                <a:alpha val="93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/>
          <p:cNvGrpSpPr/>
          <p:nvPr/>
        </p:nvGrpSpPr>
        <p:grpSpPr>
          <a:xfrm>
            <a:off x="2583229" y="658551"/>
            <a:ext cx="3415429" cy="2295599"/>
            <a:chOff x="4008023" y="2777249"/>
            <a:chExt cx="2301800" cy="1547101"/>
          </a:xfrm>
        </p:grpSpPr>
        <p:sp>
          <p:nvSpPr>
            <p:cNvPr id="13" name="Freeform 12"/>
            <p:cNvSpPr/>
            <p:nvPr/>
          </p:nvSpPr>
          <p:spPr>
            <a:xfrm>
              <a:off x="4008023" y="2777249"/>
              <a:ext cx="2301800" cy="1547101"/>
            </a:xfrm>
            <a:custGeom>
              <a:avLst/>
              <a:gdLst>
                <a:gd name="connsiteX0" fmla="*/ 183080 w 2301800"/>
                <a:gd name="connsiteY0" fmla="*/ 1542349 h 1547101"/>
                <a:gd name="connsiteX1" fmla="*/ 125930 w 2301800"/>
                <a:gd name="connsiteY1" fmla="*/ 1323274 h 1547101"/>
                <a:gd name="connsiteX2" fmla="*/ 40205 w 2301800"/>
                <a:gd name="connsiteY2" fmla="*/ 1104199 h 1547101"/>
                <a:gd name="connsiteX3" fmla="*/ 11630 w 2301800"/>
                <a:gd name="connsiteY3" fmla="*/ 704149 h 1547101"/>
                <a:gd name="connsiteX4" fmla="*/ 230705 w 2301800"/>
                <a:gd name="connsiteY4" fmla="*/ 275524 h 1547101"/>
                <a:gd name="connsiteX5" fmla="*/ 706955 w 2301800"/>
                <a:gd name="connsiteY5" fmla="*/ 18349 h 1547101"/>
                <a:gd name="connsiteX6" fmla="*/ 1211780 w 2301800"/>
                <a:gd name="connsiteY6" fmla="*/ 27874 h 1547101"/>
                <a:gd name="connsiteX7" fmla="*/ 1364180 w 2301800"/>
                <a:gd name="connsiteY7" fmla="*/ 85024 h 1547101"/>
                <a:gd name="connsiteX8" fmla="*/ 1649930 w 2301800"/>
                <a:gd name="connsiteY8" fmla="*/ 132649 h 1547101"/>
                <a:gd name="connsiteX9" fmla="*/ 1983305 w 2301800"/>
                <a:gd name="connsiteY9" fmla="*/ 123124 h 1547101"/>
                <a:gd name="connsiteX10" fmla="*/ 2269055 w 2301800"/>
                <a:gd name="connsiteY10" fmla="*/ 161224 h 1547101"/>
                <a:gd name="connsiteX11" fmla="*/ 2288105 w 2301800"/>
                <a:gd name="connsiteY11" fmla="*/ 237424 h 1547101"/>
                <a:gd name="connsiteX12" fmla="*/ 2202380 w 2301800"/>
                <a:gd name="connsiteY12" fmla="*/ 408874 h 1547101"/>
                <a:gd name="connsiteX13" fmla="*/ 1983305 w 2301800"/>
                <a:gd name="connsiteY13" fmla="*/ 570799 h 1547101"/>
                <a:gd name="connsiteX14" fmla="*/ 1745180 w 2301800"/>
                <a:gd name="connsiteY14" fmla="*/ 799399 h 1547101"/>
                <a:gd name="connsiteX15" fmla="*/ 1602305 w 2301800"/>
                <a:gd name="connsiteY15" fmla="*/ 894649 h 1547101"/>
                <a:gd name="connsiteX16" fmla="*/ 1402280 w 2301800"/>
                <a:gd name="connsiteY16" fmla="*/ 942274 h 1547101"/>
                <a:gd name="connsiteX17" fmla="*/ 1230830 w 2301800"/>
                <a:gd name="connsiteY17" fmla="*/ 942274 h 1547101"/>
                <a:gd name="connsiteX18" fmla="*/ 1030805 w 2301800"/>
                <a:gd name="connsiteY18" fmla="*/ 1008949 h 1547101"/>
                <a:gd name="connsiteX19" fmla="*/ 659330 w 2301800"/>
                <a:gd name="connsiteY19" fmla="*/ 1142299 h 1547101"/>
                <a:gd name="connsiteX20" fmla="*/ 478355 w 2301800"/>
                <a:gd name="connsiteY20" fmla="*/ 1247074 h 1547101"/>
                <a:gd name="connsiteX21" fmla="*/ 297380 w 2301800"/>
                <a:gd name="connsiteY21" fmla="*/ 1456624 h 1547101"/>
                <a:gd name="connsiteX22" fmla="*/ 183080 w 2301800"/>
                <a:gd name="connsiteY22" fmla="*/ 1542349 h 1547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1800" h="1547101">
                  <a:moveTo>
                    <a:pt x="183080" y="1542349"/>
                  </a:moveTo>
                  <a:cubicBezTo>
                    <a:pt x="154505" y="1520124"/>
                    <a:pt x="149742" y="1396299"/>
                    <a:pt x="125930" y="1323274"/>
                  </a:cubicBezTo>
                  <a:cubicBezTo>
                    <a:pt x="102117" y="1250249"/>
                    <a:pt x="59255" y="1207386"/>
                    <a:pt x="40205" y="1104199"/>
                  </a:cubicBezTo>
                  <a:cubicBezTo>
                    <a:pt x="21155" y="1001011"/>
                    <a:pt x="-20120" y="842262"/>
                    <a:pt x="11630" y="704149"/>
                  </a:cubicBezTo>
                  <a:cubicBezTo>
                    <a:pt x="43380" y="566036"/>
                    <a:pt x="114817" y="389824"/>
                    <a:pt x="230705" y="275524"/>
                  </a:cubicBezTo>
                  <a:cubicBezTo>
                    <a:pt x="346593" y="161224"/>
                    <a:pt x="543443" y="59624"/>
                    <a:pt x="706955" y="18349"/>
                  </a:cubicBezTo>
                  <a:cubicBezTo>
                    <a:pt x="870467" y="-22926"/>
                    <a:pt x="1102243" y="16761"/>
                    <a:pt x="1211780" y="27874"/>
                  </a:cubicBezTo>
                  <a:cubicBezTo>
                    <a:pt x="1321318" y="38986"/>
                    <a:pt x="1291155" y="67562"/>
                    <a:pt x="1364180" y="85024"/>
                  </a:cubicBezTo>
                  <a:cubicBezTo>
                    <a:pt x="1437205" y="102486"/>
                    <a:pt x="1546743" y="126299"/>
                    <a:pt x="1649930" y="132649"/>
                  </a:cubicBezTo>
                  <a:cubicBezTo>
                    <a:pt x="1753118" y="138999"/>
                    <a:pt x="1880118" y="118362"/>
                    <a:pt x="1983305" y="123124"/>
                  </a:cubicBezTo>
                  <a:cubicBezTo>
                    <a:pt x="2086492" y="127886"/>
                    <a:pt x="2218255" y="142174"/>
                    <a:pt x="2269055" y="161224"/>
                  </a:cubicBezTo>
                  <a:cubicBezTo>
                    <a:pt x="2319855" y="180274"/>
                    <a:pt x="2299217" y="196149"/>
                    <a:pt x="2288105" y="237424"/>
                  </a:cubicBezTo>
                  <a:cubicBezTo>
                    <a:pt x="2276993" y="278699"/>
                    <a:pt x="2253180" y="353312"/>
                    <a:pt x="2202380" y="408874"/>
                  </a:cubicBezTo>
                  <a:cubicBezTo>
                    <a:pt x="2151580" y="464436"/>
                    <a:pt x="2059505" y="505711"/>
                    <a:pt x="1983305" y="570799"/>
                  </a:cubicBezTo>
                  <a:cubicBezTo>
                    <a:pt x="1907105" y="635886"/>
                    <a:pt x="1808680" y="745424"/>
                    <a:pt x="1745180" y="799399"/>
                  </a:cubicBezTo>
                  <a:cubicBezTo>
                    <a:pt x="1681680" y="853374"/>
                    <a:pt x="1659455" y="870837"/>
                    <a:pt x="1602305" y="894649"/>
                  </a:cubicBezTo>
                  <a:cubicBezTo>
                    <a:pt x="1545155" y="918461"/>
                    <a:pt x="1464192" y="934337"/>
                    <a:pt x="1402280" y="942274"/>
                  </a:cubicBezTo>
                  <a:cubicBezTo>
                    <a:pt x="1340368" y="950211"/>
                    <a:pt x="1292743" y="931161"/>
                    <a:pt x="1230830" y="942274"/>
                  </a:cubicBezTo>
                  <a:cubicBezTo>
                    <a:pt x="1168917" y="953387"/>
                    <a:pt x="1030805" y="1008949"/>
                    <a:pt x="1030805" y="1008949"/>
                  </a:cubicBezTo>
                  <a:cubicBezTo>
                    <a:pt x="935555" y="1042286"/>
                    <a:pt x="751405" y="1102611"/>
                    <a:pt x="659330" y="1142299"/>
                  </a:cubicBezTo>
                  <a:cubicBezTo>
                    <a:pt x="567255" y="1181986"/>
                    <a:pt x="538680" y="1194687"/>
                    <a:pt x="478355" y="1247074"/>
                  </a:cubicBezTo>
                  <a:cubicBezTo>
                    <a:pt x="418030" y="1299461"/>
                    <a:pt x="346593" y="1408999"/>
                    <a:pt x="297380" y="1456624"/>
                  </a:cubicBezTo>
                  <a:cubicBezTo>
                    <a:pt x="248168" y="1504249"/>
                    <a:pt x="211655" y="1564574"/>
                    <a:pt x="183080" y="1542349"/>
                  </a:cubicBezTo>
                  <a:close/>
                </a:path>
              </a:pathLst>
            </a:custGeom>
            <a:gradFill>
              <a:gsLst>
                <a:gs pos="0">
                  <a:srgbClr val="FED1CB">
                    <a:alpha val="85000"/>
                  </a:srgbClr>
                </a:gs>
                <a:gs pos="78000">
                  <a:srgbClr val="B74157">
                    <a:alpha val="85000"/>
                  </a:srgbClr>
                </a:gs>
                <a:gs pos="30000">
                  <a:srgbClr val="F78777">
                    <a:alpha val="85000"/>
                  </a:srgbClr>
                </a:gs>
              </a:gsLst>
              <a:lin ang="3600000" scaled="0"/>
            </a:gradFill>
            <a:ln w="6350" cap="rnd">
              <a:solidFill>
                <a:srgbClr val="B14A5B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5264492" y="2878870"/>
              <a:ext cx="165086" cy="830262"/>
            </a:xfrm>
            <a:custGeom>
              <a:avLst/>
              <a:gdLst>
                <a:gd name="connsiteX0" fmla="*/ 168558 w 168558"/>
                <a:gd name="connsiteY0" fmla="*/ 0 h 847725"/>
                <a:gd name="connsiteX1" fmla="*/ 124108 w 168558"/>
                <a:gd name="connsiteY1" fmla="*/ 120650 h 847725"/>
                <a:gd name="connsiteX2" fmla="*/ 66958 w 168558"/>
                <a:gd name="connsiteY2" fmla="*/ 323850 h 847725"/>
                <a:gd name="connsiteX3" fmla="*/ 19333 w 168558"/>
                <a:gd name="connsiteY3" fmla="*/ 568325 h 847725"/>
                <a:gd name="connsiteX4" fmla="*/ 283 w 168558"/>
                <a:gd name="connsiteY4" fmla="*/ 847725 h 847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8558" h="847725">
                  <a:moveTo>
                    <a:pt x="168558" y="0"/>
                  </a:moveTo>
                  <a:cubicBezTo>
                    <a:pt x="154799" y="33337"/>
                    <a:pt x="141041" y="66675"/>
                    <a:pt x="124108" y="120650"/>
                  </a:cubicBezTo>
                  <a:cubicBezTo>
                    <a:pt x="107175" y="174625"/>
                    <a:pt x="84420" y="249238"/>
                    <a:pt x="66958" y="323850"/>
                  </a:cubicBezTo>
                  <a:cubicBezTo>
                    <a:pt x="49496" y="398462"/>
                    <a:pt x="30445" y="481013"/>
                    <a:pt x="19333" y="568325"/>
                  </a:cubicBezTo>
                  <a:cubicBezTo>
                    <a:pt x="8221" y="655637"/>
                    <a:pt x="-1834" y="810154"/>
                    <a:pt x="283" y="847725"/>
                  </a:cubicBezTo>
                </a:path>
              </a:pathLst>
            </a:custGeom>
            <a:noFill/>
            <a:ln w="12700" cap="rnd">
              <a:solidFill>
                <a:srgbClr val="FFB5A6"/>
              </a:solidFill>
              <a:round/>
            </a:ln>
            <a:effectLst>
              <a:glow rad="12700">
                <a:srgbClr val="BF474C"/>
              </a:glow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40465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E2CA7F-8AA5-434D-1517-49C74CE2B2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946" y="2757563"/>
            <a:ext cx="6050854" cy="41004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121CB68-13D5-4D82-3E2A-1FCB70794A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1200" y="2757563"/>
            <a:ext cx="6050854" cy="410043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4A15A2D-D1C0-7CD9-6908-01B1626F90C6}"/>
              </a:ext>
            </a:extLst>
          </p:cNvPr>
          <p:cNvSpPr txBox="1"/>
          <p:nvPr/>
        </p:nvSpPr>
        <p:spPr>
          <a:xfrm>
            <a:off x="0" y="0"/>
            <a:ext cx="3479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Fig. 3 Comparative cytotoxicity of gold drugs against a HCC cell line</a:t>
            </a:r>
          </a:p>
        </p:txBody>
      </p:sp>
    </p:spTree>
    <p:extLst>
      <p:ext uri="{BB962C8B-B14F-4D97-AF65-F5344CB8AC3E}">
        <p14:creationId xmlns:p14="http://schemas.microsoft.com/office/powerpoint/2010/main" val="5290798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338BA15-2881-0BBD-6FEB-29B26C2F78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1050" y="573157"/>
            <a:ext cx="6096000" cy="662608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ECF30D2-1399-20EA-D65C-225639ADBCEF}"/>
              </a:ext>
            </a:extLst>
          </p:cNvPr>
          <p:cNvSpPr txBox="1"/>
          <p:nvPr/>
        </p:nvSpPr>
        <p:spPr>
          <a:xfrm>
            <a:off x="0" y="0"/>
            <a:ext cx="3225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Gold uptake to a breast cancer cell </a:t>
            </a:r>
            <a:r>
              <a:rPr lang="en-US" dirty="0" err="1"/>
              <a:t>linein</a:t>
            </a:r>
            <a:r>
              <a:rPr lang="en-US" dirty="0"/>
              <a:t> the context of different inhibitors for classical nanoparticle uptake pathways</a:t>
            </a:r>
          </a:p>
        </p:txBody>
      </p:sp>
    </p:spTree>
    <p:extLst>
      <p:ext uri="{BB962C8B-B14F-4D97-AF65-F5344CB8AC3E}">
        <p14:creationId xmlns:p14="http://schemas.microsoft.com/office/powerpoint/2010/main" val="13001190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drawing">
            <a:extLst>
              <a:ext uri="{FF2B5EF4-FFF2-40B4-BE49-F238E27FC236}">
                <a16:creationId xmlns:a16="http://schemas.microsoft.com/office/drawing/2014/main" id="{A3ED75D9-D023-C7FD-DB6E-C441095734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83998" y="-5777264"/>
            <a:ext cx="10891277" cy="5777264"/>
          </a:xfrm>
          <a:prstGeom prst="rect">
            <a:avLst/>
          </a:prstGeom>
        </p:spPr>
      </p:pic>
      <p:grpSp>
        <p:nvGrpSpPr>
          <p:cNvPr id="15" name="Group 14"/>
          <p:cNvGrpSpPr/>
          <p:nvPr/>
        </p:nvGrpSpPr>
        <p:grpSpPr>
          <a:xfrm>
            <a:off x="2520950" y="1274536"/>
            <a:ext cx="7150100" cy="4686298"/>
            <a:chOff x="0" y="2171700"/>
            <a:chExt cx="7150100" cy="4686298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0800000">
              <a:off x="0" y="2171700"/>
              <a:ext cx="7150100" cy="4686298"/>
            </a:xfrm>
            <a:prstGeom prst="rect">
              <a:avLst/>
            </a:prstGeom>
          </p:spPr>
        </p:pic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3513006">
              <a:off x="643112" y="3341856"/>
              <a:ext cx="2541462" cy="2932457"/>
            </a:xfrm>
            <a:prstGeom prst="rect">
              <a:avLst/>
            </a:prstGeom>
          </p:spPr>
        </p:pic>
      </p:grp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009B7AB-8F17-602E-4891-F4152C50EB1A}"/>
              </a:ext>
            </a:extLst>
          </p:cNvPr>
          <p:cNvSpPr/>
          <p:nvPr/>
        </p:nvSpPr>
        <p:spPr>
          <a:xfrm>
            <a:off x="880324" y="-5609835"/>
            <a:ext cx="863600" cy="863600"/>
          </a:xfrm>
          <a:prstGeom prst="roundRect">
            <a:avLst/>
          </a:prstGeom>
          <a:solidFill>
            <a:srgbClr val="F1ECEC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ATP7A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3570BA3-F853-92C3-63C7-76640FB2EEA0}"/>
              </a:ext>
            </a:extLst>
          </p:cNvPr>
          <p:cNvSpPr/>
          <p:nvPr/>
        </p:nvSpPr>
        <p:spPr>
          <a:xfrm>
            <a:off x="-342674" y="-3860800"/>
            <a:ext cx="863600" cy="863600"/>
          </a:xfrm>
          <a:prstGeom prst="roundRect">
            <a:avLst/>
          </a:prstGeom>
          <a:solidFill>
            <a:srgbClr val="E6D5D4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ATOX1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E119D96-B3DB-E0CC-D2EE-5069404FAF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3029" y="2657653"/>
            <a:ext cx="498782" cy="49531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B63F953-CF76-8DD4-88D6-BD930B60F9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1670" y="2406155"/>
            <a:ext cx="498782" cy="49531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D3C6A03-DC42-5B6A-5F41-2B6C10406ED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44455" y="3541748"/>
            <a:ext cx="498782" cy="49878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9D83FDD-3FD4-9F4D-E349-9D16DAC46E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4384" y="1910836"/>
            <a:ext cx="498782" cy="495319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26FB630-0A83-EFF3-0BBD-4954515874F4}"/>
              </a:ext>
            </a:extLst>
          </p:cNvPr>
          <p:cNvCxnSpPr>
            <a:stCxn id="17" idx="1"/>
            <a:endCxn id="13" idx="3"/>
          </p:cNvCxnSpPr>
          <p:nvPr/>
        </p:nvCxnSpPr>
        <p:spPr>
          <a:xfrm flipH="1">
            <a:off x="7760452" y="2158496"/>
            <a:ext cx="1063932" cy="495319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683B1B2-881F-4891-2E98-2137B7E0635B}"/>
              </a:ext>
            </a:extLst>
          </p:cNvPr>
          <p:cNvCxnSpPr>
            <a:cxnSpLocks/>
            <a:stCxn id="13" idx="1"/>
            <a:endCxn id="11" idx="3"/>
          </p:cNvCxnSpPr>
          <p:nvPr/>
        </p:nvCxnSpPr>
        <p:spPr>
          <a:xfrm flipH="1">
            <a:off x="5621811" y="2653815"/>
            <a:ext cx="1639859" cy="251498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" name="Picture 47">
            <a:extLst>
              <a:ext uri="{FF2B5EF4-FFF2-40B4-BE49-F238E27FC236}">
                <a16:creationId xmlns:a16="http://schemas.microsoft.com/office/drawing/2014/main" id="{4E384099-4BCB-F9B5-1E90-65975732697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75641" y="3785434"/>
            <a:ext cx="1998134" cy="1803931"/>
          </a:xfrm>
          <a:prstGeom prst="rect">
            <a:avLst/>
          </a:prstGeom>
        </p:spPr>
      </p:pic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A1FB8CDF-4E45-2260-07FB-59B9A920238D}"/>
              </a:ext>
            </a:extLst>
          </p:cNvPr>
          <p:cNvSpPr/>
          <p:nvPr/>
        </p:nvSpPr>
        <p:spPr>
          <a:xfrm>
            <a:off x="-1426825" y="-1323896"/>
            <a:ext cx="1147389" cy="979160"/>
          </a:xfrm>
          <a:prstGeom prst="roundRect">
            <a:avLst/>
          </a:prstGeom>
          <a:solidFill>
            <a:srgbClr val="C17E7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CUTA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91FA4B61-5DD5-23E7-15CB-8DFC0C120C8E}"/>
              </a:ext>
            </a:extLst>
          </p:cNvPr>
          <p:cNvSpPr/>
          <p:nvPr/>
        </p:nvSpPr>
        <p:spPr>
          <a:xfrm>
            <a:off x="-484569" y="-3209846"/>
            <a:ext cx="1147389" cy="979160"/>
          </a:xfrm>
          <a:prstGeom prst="roundRect">
            <a:avLst/>
          </a:prstGeom>
          <a:solidFill>
            <a:srgbClr val="CECEC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SLC31A2</a:t>
            </a: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8C59C657-17C4-A157-FAB1-9A22BE5ABBE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35900" y="1149138"/>
            <a:ext cx="579170" cy="496867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7C64508D-39FD-90FA-B83E-97E7DA1A414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31891" y="1095045"/>
            <a:ext cx="579170" cy="496867"/>
          </a:xfrm>
          <a:prstGeom prst="rect">
            <a:avLst/>
          </a:prstGeom>
        </p:spPr>
      </p:pic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4A1F620F-1DC6-4B54-6163-79B43305229A}"/>
              </a:ext>
            </a:extLst>
          </p:cNvPr>
          <p:cNvCxnSpPr>
            <a:cxnSpLocks/>
            <a:stCxn id="52" idx="2"/>
            <a:endCxn id="13" idx="0"/>
          </p:cNvCxnSpPr>
          <p:nvPr/>
        </p:nvCxnSpPr>
        <p:spPr>
          <a:xfrm flipH="1">
            <a:off x="7511061" y="1646005"/>
            <a:ext cx="614424" cy="76015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C3EE381E-534F-B09B-CE2B-FA5F2A6E54B1}"/>
              </a:ext>
            </a:extLst>
          </p:cNvPr>
          <p:cNvCxnSpPr>
            <a:cxnSpLocks/>
            <a:stCxn id="54" idx="2"/>
            <a:endCxn id="13" idx="0"/>
          </p:cNvCxnSpPr>
          <p:nvPr/>
        </p:nvCxnSpPr>
        <p:spPr>
          <a:xfrm>
            <a:off x="7221476" y="1591912"/>
            <a:ext cx="289585" cy="814243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4" name="Picture 1023">
            <a:extLst>
              <a:ext uri="{FF2B5EF4-FFF2-40B4-BE49-F238E27FC236}">
                <a16:creationId xmlns:a16="http://schemas.microsoft.com/office/drawing/2014/main" id="{2B2C49A5-5AA3-F189-6A8B-7B05B585501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38449" y="4081151"/>
            <a:ext cx="580929" cy="495319"/>
          </a:xfrm>
          <a:prstGeom prst="rect">
            <a:avLst/>
          </a:prstGeom>
        </p:spPr>
      </p:pic>
      <p:cxnSp>
        <p:nvCxnSpPr>
          <p:cNvPr id="1025" name="Straight Arrow Connector 1024">
            <a:extLst>
              <a:ext uri="{FF2B5EF4-FFF2-40B4-BE49-F238E27FC236}">
                <a16:creationId xmlns:a16="http://schemas.microsoft.com/office/drawing/2014/main" id="{C9BF4CA4-02C7-AF8A-A0F8-8FEC4217B7D4}"/>
              </a:ext>
            </a:extLst>
          </p:cNvPr>
          <p:cNvCxnSpPr>
            <a:cxnSpLocks/>
            <a:stCxn id="1024" idx="1"/>
            <a:endCxn id="16" idx="3"/>
          </p:cNvCxnSpPr>
          <p:nvPr/>
        </p:nvCxnSpPr>
        <p:spPr>
          <a:xfrm flipH="1" flipV="1">
            <a:off x="5943237" y="3791139"/>
            <a:ext cx="1195212" cy="537672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9" name="Straight Arrow Connector 1028">
            <a:extLst>
              <a:ext uri="{FF2B5EF4-FFF2-40B4-BE49-F238E27FC236}">
                <a16:creationId xmlns:a16="http://schemas.microsoft.com/office/drawing/2014/main" id="{4C47FEB8-15A8-B766-E49D-85F98D03EDA7}"/>
              </a:ext>
            </a:extLst>
          </p:cNvPr>
          <p:cNvCxnSpPr>
            <a:cxnSpLocks/>
            <a:stCxn id="13" idx="1"/>
            <a:endCxn id="16" idx="3"/>
          </p:cNvCxnSpPr>
          <p:nvPr/>
        </p:nvCxnSpPr>
        <p:spPr>
          <a:xfrm flipH="1">
            <a:off x="5943237" y="2653815"/>
            <a:ext cx="1318433" cy="1137324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90818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735313">
            <a:off x="2084708" y="3259951"/>
            <a:ext cx="2541462" cy="2932457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>
            <a:off x="943428" y="714338"/>
            <a:ext cx="9811658" cy="5945641"/>
            <a:chOff x="943428" y="714338"/>
            <a:chExt cx="9811658" cy="5945641"/>
          </a:xfrm>
        </p:grpSpPr>
        <p:sp>
          <p:nvSpPr>
            <p:cNvPr id="5" name="Freeform 4"/>
            <p:cNvSpPr/>
            <p:nvPr/>
          </p:nvSpPr>
          <p:spPr>
            <a:xfrm>
              <a:off x="1061660" y="793800"/>
              <a:ext cx="9591785" cy="5772363"/>
            </a:xfrm>
            <a:custGeom>
              <a:avLst/>
              <a:gdLst>
                <a:gd name="connsiteX0" fmla="*/ 1536072 w 11733902"/>
                <a:gd name="connsiteY0" fmla="*/ 323156 h 7061494"/>
                <a:gd name="connsiteX1" fmla="*/ 3909995 w 11733902"/>
                <a:gd name="connsiteY1" fmla="*/ 6633 h 7061494"/>
                <a:gd name="connsiteX2" fmla="*/ 7251072 w 11733902"/>
                <a:gd name="connsiteY2" fmla="*/ 287987 h 7061494"/>
                <a:gd name="connsiteX3" fmla="*/ 10715241 w 11733902"/>
                <a:gd name="connsiteY3" fmla="*/ 833110 h 7061494"/>
                <a:gd name="connsiteX4" fmla="*/ 11699980 w 11733902"/>
                <a:gd name="connsiteY4" fmla="*/ 3242202 h 7061494"/>
                <a:gd name="connsiteX5" fmla="*/ 11313118 w 11733902"/>
                <a:gd name="connsiteY5" fmla="*/ 5915064 h 7061494"/>
                <a:gd name="connsiteX6" fmla="*/ 9484318 w 11733902"/>
                <a:gd name="connsiteY6" fmla="*/ 6723956 h 7061494"/>
                <a:gd name="connsiteX7" fmla="*/ 4648549 w 11733902"/>
                <a:gd name="connsiteY7" fmla="*/ 7005310 h 7061494"/>
                <a:gd name="connsiteX8" fmla="*/ 2063611 w 11733902"/>
                <a:gd name="connsiteY8" fmla="*/ 6899802 h 7061494"/>
                <a:gd name="connsiteX9" fmla="*/ 568918 w 11733902"/>
                <a:gd name="connsiteY9" fmla="*/ 5440279 h 7061494"/>
                <a:gd name="connsiteX10" fmla="*/ 41380 w 11733902"/>
                <a:gd name="connsiteY10" fmla="*/ 2468479 h 7061494"/>
                <a:gd name="connsiteX11" fmla="*/ 1536072 w 11733902"/>
                <a:gd name="connsiteY11" fmla="*/ 323156 h 7061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1733902" h="7061494">
                  <a:moveTo>
                    <a:pt x="1536072" y="323156"/>
                  </a:moveTo>
                  <a:cubicBezTo>
                    <a:pt x="2180841" y="-87152"/>
                    <a:pt x="2957495" y="12494"/>
                    <a:pt x="3909995" y="6633"/>
                  </a:cubicBezTo>
                  <a:cubicBezTo>
                    <a:pt x="4862495" y="771"/>
                    <a:pt x="6116864" y="150241"/>
                    <a:pt x="7251072" y="287987"/>
                  </a:cubicBezTo>
                  <a:cubicBezTo>
                    <a:pt x="8385280" y="425733"/>
                    <a:pt x="9973756" y="340741"/>
                    <a:pt x="10715241" y="833110"/>
                  </a:cubicBezTo>
                  <a:cubicBezTo>
                    <a:pt x="11456726" y="1325479"/>
                    <a:pt x="11600334" y="2395210"/>
                    <a:pt x="11699980" y="3242202"/>
                  </a:cubicBezTo>
                  <a:cubicBezTo>
                    <a:pt x="11799626" y="4089194"/>
                    <a:pt x="11682395" y="5334772"/>
                    <a:pt x="11313118" y="5915064"/>
                  </a:cubicBezTo>
                  <a:cubicBezTo>
                    <a:pt x="10943841" y="6495356"/>
                    <a:pt x="10595079" y="6542248"/>
                    <a:pt x="9484318" y="6723956"/>
                  </a:cubicBezTo>
                  <a:cubicBezTo>
                    <a:pt x="8373557" y="6905664"/>
                    <a:pt x="5885334" y="6976002"/>
                    <a:pt x="4648549" y="7005310"/>
                  </a:cubicBezTo>
                  <a:cubicBezTo>
                    <a:pt x="3411765" y="7034618"/>
                    <a:pt x="2743549" y="7160640"/>
                    <a:pt x="2063611" y="6899802"/>
                  </a:cubicBezTo>
                  <a:cubicBezTo>
                    <a:pt x="1383673" y="6638964"/>
                    <a:pt x="905956" y="6178833"/>
                    <a:pt x="568918" y="5440279"/>
                  </a:cubicBezTo>
                  <a:cubicBezTo>
                    <a:pt x="231880" y="4701725"/>
                    <a:pt x="-122743" y="3327194"/>
                    <a:pt x="41380" y="2468479"/>
                  </a:cubicBezTo>
                  <a:cubicBezTo>
                    <a:pt x="205503" y="1609764"/>
                    <a:pt x="891303" y="733464"/>
                    <a:pt x="1536072" y="323156"/>
                  </a:cubicBezTo>
                  <a:close/>
                </a:path>
              </a:pathLst>
            </a:custGeom>
            <a:noFill/>
            <a:ln w="254000">
              <a:solidFill>
                <a:schemeClr val="accent4">
                  <a:lumMod val="75000"/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Freeform 5"/>
            <p:cNvSpPr/>
            <p:nvPr/>
          </p:nvSpPr>
          <p:spPr>
            <a:xfrm>
              <a:off x="943428" y="714338"/>
              <a:ext cx="9811658" cy="5945641"/>
            </a:xfrm>
            <a:custGeom>
              <a:avLst/>
              <a:gdLst>
                <a:gd name="connsiteX0" fmla="*/ 1536072 w 11733902"/>
                <a:gd name="connsiteY0" fmla="*/ 323156 h 7061494"/>
                <a:gd name="connsiteX1" fmla="*/ 3909995 w 11733902"/>
                <a:gd name="connsiteY1" fmla="*/ 6633 h 7061494"/>
                <a:gd name="connsiteX2" fmla="*/ 7251072 w 11733902"/>
                <a:gd name="connsiteY2" fmla="*/ 287987 h 7061494"/>
                <a:gd name="connsiteX3" fmla="*/ 10715241 w 11733902"/>
                <a:gd name="connsiteY3" fmla="*/ 833110 h 7061494"/>
                <a:gd name="connsiteX4" fmla="*/ 11699980 w 11733902"/>
                <a:gd name="connsiteY4" fmla="*/ 3242202 h 7061494"/>
                <a:gd name="connsiteX5" fmla="*/ 11313118 w 11733902"/>
                <a:gd name="connsiteY5" fmla="*/ 5915064 h 7061494"/>
                <a:gd name="connsiteX6" fmla="*/ 9484318 w 11733902"/>
                <a:gd name="connsiteY6" fmla="*/ 6723956 h 7061494"/>
                <a:gd name="connsiteX7" fmla="*/ 4648549 w 11733902"/>
                <a:gd name="connsiteY7" fmla="*/ 7005310 h 7061494"/>
                <a:gd name="connsiteX8" fmla="*/ 2063611 w 11733902"/>
                <a:gd name="connsiteY8" fmla="*/ 6899802 h 7061494"/>
                <a:gd name="connsiteX9" fmla="*/ 568918 w 11733902"/>
                <a:gd name="connsiteY9" fmla="*/ 5440279 h 7061494"/>
                <a:gd name="connsiteX10" fmla="*/ 41380 w 11733902"/>
                <a:gd name="connsiteY10" fmla="*/ 2468479 h 7061494"/>
                <a:gd name="connsiteX11" fmla="*/ 1536072 w 11733902"/>
                <a:gd name="connsiteY11" fmla="*/ 323156 h 7061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1733902" h="7061494">
                  <a:moveTo>
                    <a:pt x="1536072" y="323156"/>
                  </a:moveTo>
                  <a:cubicBezTo>
                    <a:pt x="2180841" y="-87152"/>
                    <a:pt x="2957495" y="12494"/>
                    <a:pt x="3909995" y="6633"/>
                  </a:cubicBezTo>
                  <a:cubicBezTo>
                    <a:pt x="4862495" y="771"/>
                    <a:pt x="6116864" y="150241"/>
                    <a:pt x="7251072" y="287987"/>
                  </a:cubicBezTo>
                  <a:cubicBezTo>
                    <a:pt x="8385280" y="425733"/>
                    <a:pt x="9973756" y="340741"/>
                    <a:pt x="10715241" y="833110"/>
                  </a:cubicBezTo>
                  <a:cubicBezTo>
                    <a:pt x="11456726" y="1325479"/>
                    <a:pt x="11600334" y="2395210"/>
                    <a:pt x="11699980" y="3242202"/>
                  </a:cubicBezTo>
                  <a:cubicBezTo>
                    <a:pt x="11799626" y="4089194"/>
                    <a:pt x="11682395" y="5334772"/>
                    <a:pt x="11313118" y="5915064"/>
                  </a:cubicBezTo>
                  <a:cubicBezTo>
                    <a:pt x="10943841" y="6495356"/>
                    <a:pt x="10595079" y="6542248"/>
                    <a:pt x="9484318" y="6723956"/>
                  </a:cubicBezTo>
                  <a:cubicBezTo>
                    <a:pt x="8373557" y="6905664"/>
                    <a:pt x="5885334" y="6976002"/>
                    <a:pt x="4648549" y="7005310"/>
                  </a:cubicBezTo>
                  <a:cubicBezTo>
                    <a:pt x="3411765" y="7034618"/>
                    <a:pt x="2743549" y="7160640"/>
                    <a:pt x="2063611" y="6899802"/>
                  </a:cubicBezTo>
                  <a:cubicBezTo>
                    <a:pt x="1383673" y="6638964"/>
                    <a:pt x="905956" y="6178833"/>
                    <a:pt x="568918" y="5440279"/>
                  </a:cubicBezTo>
                  <a:cubicBezTo>
                    <a:pt x="231880" y="4701725"/>
                    <a:pt x="-122743" y="3327194"/>
                    <a:pt x="41380" y="2468479"/>
                  </a:cubicBezTo>
                  <a:cubicBezTo>
                    <a:pt x="205503" y="1609764"/>
                    <a:pt x="891303" y="733464"/>
                    <a:pt x="1536072" y="323156"/>
                  </a:cubicBezTo>
                  <a:close/>
                </a:path>
              </a:pathLst>
            </a:custGeom>
            <a:noFill/>
            <a:ln w="63500">
              <a:solidFill>
                <a:schemeClr val="accent4">
                  <a:lumMod val="75000"/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reeform 7"/>
            <p:cNvSpPr/>
            <p:nvPr/>
          </p:nvSpPr>
          <p:spPr>
            <a:xfrm>
              <a:off x="1175656" y="866738"/>
              <a:ext cx="9361715" cy="5577605"/>
            </a:xfrm>
            <a:custGeom>
              <a:avLst/>
              <a:gdLst>
                <a:gd name="connsiteX0" fmla="*/ 1536072 w 11733902"/>
                <a:gd name="connsiteY0" fmla="*/ 323156 h 7061494"/>
                <a:gd name="connsiteX1" fmla="*/ 3909995 w 11733902"/>
                <a:gd name="connsiteY1" fmla="*/ 6633 h 7061494"/>
                <a:gd name="connsiteX2" fmla="*/ 7251072 w 11733902"/>
                <a:gd name="connsiteY2" fmla="*/ 287987 h 7061494"/>
                <a:gd name="connsiteX3" fmla="*/ 10715241 w 11733902"/>
                <a:gd name="connsiteY3" fmla="*/ 833110 h 7061494"/>
                <a:gd name="connsiteX4" fmla="*/ 11699980 w 11733902"/>
                <a:gd name="connsiteY4" fmla="*/ 3242202 h 7061494"/>
                <a:gd name="connsiteX5" fmla="*/ 11313118 w 11733902"/>
                <a:gd name="connsiteY5" fmla="*/ 5915064 h 7061494"/>
                <a:gd name="connsiteX6" fmla="*/ 9484318 w 11733902"/>
                <a:gd name="connsiteY6" fmla="*/ 6723956 h 7061494"/>
                <a:gd name="connsiteX7" fmla="*/ 4648549 w 11733902"/>
                <a:gd name="connsiteY7" fmla="*/ 7005310 h 7061494"/>
                <a:gd name="connsiteX8" fmla="*/ 2063611 w 11733902"/>
                <a:gd name="connsiteY8" fmla="*/ 6899802 h 7061494"/>
                <a:gd name="connsiteX9" fmla="*/ 568918 w 11733902"/>
                <a:gd name="connsiteY9" fmla="*/ 5440279 h 7061494"/>
                <a:gd name="connsiteX10" fmla="*/ 41380 w 11733902"/>
                <a:gd name="connsiteY10" fmla="*/ 2468479 h 7061494"/>
                <a:gd name="connsiteX11" fmla="*/ 1536072 w 11733902"/>
                <a:gd name="connsiteY11" fmla="*/ 323156 h 7061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1733902" h="7061494">
                  <a:moveTo>
                    <a:pt x="1536072" y="323156"/>
                  </a:moveTo>
                  <a:cubicBezTo>
                    <a:pt x="2180841" y="-87152"/>
                    <a:pt x="2957495" y="12494"/>
                    <a:pt x="3909995" y="6633"/>
                  </a:cubicBezTo>
                  <a:cubicBezTo>
                    <a:pt x="4862495" y="771"/>
                    <a:pt x="6116864" y="150241"/>
                    <a:pt x="7251072" y="287987"/>
                  </a:cubicBezTo>
                  <a:cubicBezTo>
                    <a:pt x="8385280" y="425733"/>
                    <a:pt x="9973756" y="340741"/>
                    <a:pt x="10715241" y="833110"/>
                  </a:cubicBezTo>
                  <a:cubicBezTo>
                    <a:pt x="11456726" y="1325479"/>
                    <a:pt x="11600334" y="2395210"/>
                    <a:pt x="11699980" y="3242202"/>
                  </a:cubicBezTo>
                  <a:cubicBezTo>
                    <a:pt x="11799626" y="4089194"/>
                    <a:pt x="11682395" y="5334772"/>
                    <a:pt x="11313118" y="5915064"/>
                  </a:cubicBezTo>
                  <a:cubicBezTo>
                    <a:pt x="10943841" y="6495356"/>
                    <a:pt x="10595079" y="6542248"/>
                    <a:pt x="9484318" y="6723956"/>
                  </a:cubicBezTo>
                  <a:cubicBezTo>
                    <a:pt x="8373557" y="6905664"/>
                    <a:pt x="5885334" y="6976002"/>
                    <a:pt x="4648549" y="7005310"/>
                  </a:cubicBezTo>
                  <a:cubicBezTo>
                    <a:pt x="3411765" y="7034618"/>
                    <a:pt x="2743549" y="7160640"/>
                    <a:pt x="2063611" y="6899802"/>
                  </a:cubicBezTo>
                  <a:cubicBezTo>
                    <a:pt x="1383673" y="6638964"/>
                    <a:pt x="905956" y="6178833"/>
                    <a:pt x="568918" y="5440279"/>
                  </a:cubicBezTo>
                  <a:cubicBezTo>
                    <a:pt x="231880" y="4701725"/>
                    <a:pt x="-122743" y="3327194"/>
                    <a:pt x="41380" y="2468479"/>
                  </a:cubicBezTo>
                  <a:cubicBezTo>
                    <a:pt x="205503" y="1609764"/>
                    <a:pt x="891303" y="733464"/>
                    <a:pt x="1536072" y="323156"/>
                  </a:cubicBezTo>
                  <a:close/>
                </a:path>
              </a:pathLst>
            </a:custGeom>
            <a:noFill/>
            <a:ln w="63500">
              <a:solidFill>
                <a:schemeClr val="accent4">
                  <a:lumMod val="75000"/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076157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fd6950c-56ce-4830-8d34-bb5bdbd15ae6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806F7D0D1CE2B4A8BF9FD4AD582AFD6" ma:contentTypeVersion="15" ma:contentTypeDescription="Create a new document." ma:contentTypeScope="" ma:versionID="a8de94c098a0a539ea1ab84fd9d48132">
  <xsd:schema xmlns:xsd="http://www.w3.org/2001/XMLSchema" xmlns:xs="http://www.w3.org/2001/XMLSchema" xmlns:p="http://schemas.microsoft.com/office/2006/metadata/properties" xmlns:ns3="64baa12b-d08a-46de-96a1-3296e73a1ce4" xmlns:ns4="3fd6950c-56ce-4830-8d34-bb5bdbd15ae6" targetNamespace="http://schemas.microsoft.com/office/2006/metadata/properties" ma:root="true" ma:fieldsID="6e05dd4554912c9cad3583d7cf8f593d" ns3:_="" ns4:_="">
    <xsd:import namespace="64baa12b-d08a-46de-96a1-3296e73a1ce4"/>
    <xsd:import namespace="3fd6950c-56ce-4830-8d34-bb5bdbd15ae6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KeyPoints" minOccurs="0"/>
                <xsd:element ref="ns4:MediaServiceKeyPoints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DateTaken" minOccurs="0"/>
                <xsd:element ref="ns4:MediaLengthInSeconds" minOccurs="0"/>
                <xsd:element ref="ns4:MediaServiceOCR" minOccurs="0"/>
                <xsd:element ref="ns4:MediaServiceLocation" minOccurs="0"/>
                <xsd:element ref="ns4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baa12b-d08a-46de-96a1-3296e73a1ce4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d6950c-56ce-4830-8d34-bb5bdbd15ae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365C4ED-BF16-4D3C-8C03-46FF7B0FAC67}">
  <ds:schemaRefs>
    <ds:schemaRef ds:uri="http://schemas.microsoft.com/office/2006/metadata/properties"/>
    <ds:schemaRef ds:uri="http://schemas.microsoft.com/office/infopath/2007/PartnerControls"/>
    <ds:schemaRef ds:uri="3fd6950c-56ce-4830-8d34-bb5bdbd15ae6"/>
  </ds:schemaRefs>
</ds:datastoreItem>
</file>

<file path=customXml/itemProps2.xml><?xml version="1.0" encoding="utf-8"?>
<ds:datastoreItem xmlns:ds="http://schemas.openxmlformats.org/officeDocument/2006/customXml" ds:itemID="{35DD967C-15F1-4C3B-92DF-C721B120929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4baa12b-d08a-46de-96a1-3296e73a1ce4"/>
    <ds:schemaRef ds:uri="3fd6950c-56ce-4830-8d34-bb5bdbd15ae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E430694-7D35-4ACA-8CA4-42C28937735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6778</TotalTime>
  <Words>235</Words>
  <Application>Microsoft Office PowerPoint</Application>
  <PresentationFormat>Widescreen</PresentationFormat>
  <Paragraphs>32</Paragraphs>
  <Slides>9</Slides>
  <Notes>6</Notes>
  <HiddenSlides>5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Schwartz-Duval,Aaron Star</dc:creator>
  <cp:lastModifiedBy>Schwartz-Duval,Aaron Star</cp:lastModifiedBy>
  <cp:revision>8</cp:revision>
  <dcterms:created xsi:type="dcterms:W3CDTF">2023-06-04T04:23:07Z</dcterms:created>
  <dcterms:modified xsi:type="dcterms:W3CDTF">2026-04-21T07:17:32Z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0x0101002806F7D0D1CE2B4A8BF9FD4AD582AFD6</vt:lpwstr>
  </property>
</Properties>
</file>